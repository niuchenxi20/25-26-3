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5" r:id="rId1"/>
  </p:sldMasterIdLst>
  <p:notesMasterIdLst>
    <p:notesMasterId r:id="rId56"/>
  </p:notesMasterIdLst>
  <p:handoutMasterIdLst>
    <p:handoutMasterId r:id="rId57"/>
  </p:handoutMasterIdLst>
  <p:sldIdLst>
    <p:sldId id="256" r:id="rId2"/>
    <p:sldId id="297" r:id="rId3"/>
    <p:sldId id="257" r:id="rId4"/>
    <p:sldId id="302" r:id="rId5"/>
    <p:sldId id="258" r:id="rId6"/>
    <p:sldId id="260" r:id="rId7"/>
    <p:sldId id="298" r:id="rId8"/>
    <p:sldId id="261" r:id="rId9"/>
    <p:sldId id="262" r:id="rId10"/>
    <p:sldId id="299" r:id="rId11"/>
    <p:sldId id="263" r:id="rId12"/>
    <p:sldId id="264" r:id="rId13"/>
    <p:sldId id="296" r:id="rId14"/>
    <p:sldId id="265" r:id="rId15"/>
    <p:sldId id="266" r:id="rId16"/>
    <p:sldId id="267" r:id="rId17"/>
    <p:sldId id="300" r:id="rId18"/>
    <p:sldId id="268" r:id="rId19"/>
    <p:sldId id="269" r:id="rId20"/>
    <p:sldId id="271" r:id="rId21"/>
    <p:sldId id="272" r:id="rId22"/>
    <p:sldId id="633" r:id="rId23"/>
    <p:sldId id="273" r:id="rId24"/>
    <p:sldId id="274" r:id="rId25"/>
    <p:sldId id="275" r:id="rId26"/>
    <p:sldId id="305" r:id="rId27"/>
    <p:sldId id="632" r:id="rId28"/>
    <p:sldId id="276" r:id="rId29"/>
    <p:sldId id="317" r:id="rId30"/>
    <p:sldId id="631" r:id="rId31"/>
    <p:sldId id="277" r:id="rId32"/>
    <p:sldId id="280" r:id="rId33"/>
    <p:sldId id="281" r:id="rId34"/>
    <p:sldId id="318" r:id="rId35"/>
    <p:sldId id="621" r:id="rId36"/>
    <p:sldId id="620" r:id="rId37"/>
    <p:sldId id="622" r:id="rId38"/>
    <p:sldId id="623" r:id="rId39"/>
    <p:sldId id="310" r:id="rId40"/>
    <p:sldId id="284" r:id="rId41"/>
    <p:sldId id="301" r:id="rId42"/>
    <p:sldId id="285" r:id="rId43"/>
    <p:sldId id="629" r:id="rId44"/>
    <p:sldId id="278" r:id="rId45"/>
    <p:sldId id="287" r:id="rId46"/>
    <p:sldId id="288" r:id="rId47"/>
    <p:sldId id="289" r:id="rId48"/>
    <p:sldId id="290" r:id="rId49"/>
    <p:sldId id="291" r:id="rId50"/>
    <p:sldId id="292" r:id="rId51"/>
    <p:sldId id="306" r:id="rId52"/>
    <p:sldId id="294" r:id="rId53"/>
    <p:sldId id="304" r:id="rId54"/>
    <p:sldId id="295" r:id="rId5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00"/>
    <a:srgbClr val="009999"/>
    <a:srgbClr val="33CCCC"/>
    <a:srgbClr val="00CC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39" autoAdjust="0"/>
    <p:restoredTop sz="72738" autoAdjust="0"/>
  </p:normalViewPr>
  <p:slideViewPr>
    <p:cSldViewPr>
      <p:cViewPr varScale="1">
        <p:scale>
          <a:sx n="74" d="100"/>
          <a:sy n="74" d="100"/>
        </p:scale>
        <p:origin x="-1548" y="-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1.xml"/><Relationship Id="rId13" Type="http://schemas.openxmlformats.org/officeDocument/2006/relationships/slide" Target="slides/slide18.xml"/><Relationship Id="rId18" Type="http://schemas.openxmlformats.org/officeDocument/2006/relationships/slide" Target="slides/slide28.xml"/><Relationship Id="rId26" Type="http://schemas.openxmlformats.org/officeDocument/2006/relationships/slide" Target="slides/slide44.xml"/><Relationship Id="rId3" Type="http://schemas.openxmlformats.org/officeDocument/2006/relationships/slide" Target="slides/slide3.xml"/><Relationship Id="rId21" Type="http://schemas.openxmlformats.org/officeDocument/2006/relationships/slide" Target="slides/slide36.xml"/><Relationship Id="rId7" Type="http://schemas.openxmlformats.org/officeDocument/2006/relationships/slide" Target="slides/slide9.xml"/><Relationship Id="rId12" Type="http://schemas.openxmlformats.org/officeDocument/2006/relationships/slide" Target="slides/slide16.xml"/><Relationship Id="rId17" Type="http://schemas.openxmlformats.org/officeDocument/2006/relationships/slide" Target="slides/slide25.xml"/><Relationship Id="rId25" Type="http://schemas.openxmlformats.org/officeDocument/2006/relationships/slide" Target="slides/slide43.xml"/><Relationship Id="rId2" Type="http://schemas.openxmlformats.org/officeDocument/2006/relationships/slide" Target="slides/slide2.xml"/><Relationship Id="rId16" Type="http://schemas.openxmlformats.org/officeDocument/2006/relationships/slide" Target="slides/slide21.xml"/><Relationship Id="rId20" Type="http://schemas.openxmlformats.org/officeDocument/2006/relationships/slide" Target="slides/slide35.xml"/><Relationship Id="rId29" Type="http://schemas.openxmlformats.org/officeDocument/2006/relationships/slide" Target="slides/slide48.xml"/><Relationship Id="rId1" Type="http://schemas.openxmlformats.org/officeDocument/2006/relationships/slide" Target="slides/slide1.xml"/><Relationship Id="rId6" Type="http://schemas.openxmlformats.org/officeDocument/2006/relationships/slide" Target="slides/slide8.xml"/><Relationship Id="rId11" Type="http://schemas.openxmlformats.org/officeDocument/2006/relationships/slide" Target="slides/slide15.xml"/><Relationship Id="rId24" Type="http://schemas.openxmlformats.org/officeDocument/2006/relationships/slide" Target="slides/slide42.xml"/><Relationship Id="rId32" Type="http://schemas.openxmlformats.org/officeDocument/2006/relationships/slide" Target="slides/slide54.xml"/><Relationship Id="rId5" Type="http://schemas.openxmlformats.org/officeDocument/2006/relationships/slide" Target="slides/slide5.xml"/><Relationship Id="rId15" Type="http://schemas.openxmlformats.org/officeDocument/2006/relationships/slide" Target="slides/slide20.xml"/><Relationship Id="rId23" Type="http://schemas.openxmlformats.org/officeDocument/2006/relationships/slide" Target="slides/slide41.xml"/><Relationship Id="rId28" Type="http://schemas.openxmlformats.org/officeDocument/2006/relationships/slide" Target="slides/slide46.xml"/><Relationship Id="rId10" Type="http://schemas.openxmlformats.org/officeDocument/2006/relationships/slide" Target="slides/slide14.xml"/><Relationship Id="rId19" Type="http://schemas.openxmlformats.org/officeDocument/2006/relationships/slide" Target="slides/slide34.xml"/><Relationship Id="rId31" Type="http://schemas.openxmlformats.org/officeDocument/2006/relationships/slide" Target="slides/slide53.xml"/><Relationship Id="rId4" Type="http://schemas.openxmlformats.org/officeDocument/2006/relationships/slide" Target="slides/slide4.xml"/><Relationship Id="rId9" Type="http://schemas.openxmlformats.org/officeDocument/2006/relationships/slide" Target="slides/slide12.xml"/><Relationship Id="rId14" Type="http://schemas.openxmlformats.org/officeDocument/2006/relationships/slide" Target="slides/slide19.xml"/><Relationship Id="rId22" Type="http://schemas.openxmlformats.org/officeDocument/2006/relationships/slide" Target="slides/slide38.xml"/><Relationship Id="rId27" Type="http://schemas.openxmlformats.org/officeDocument/2006/relationships/slide" Target="slides/slide45.xml"/><Relationship Id="rId30" Type="http://schemas.openxmlformats.org/officeDocument/2006/relationships/slide" Target="slides/slide52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5DF28C-35D7-448F-9B09-C18D5711374D}" type="doc">
      <dgm:prSet loTypeId="urn:microsoft.com/office/officeart/2005/8/layout/process1" loCatId="process" qsTypeId="urn:microsoft.com/office/officeart/2005/8/quickstyle/simple1" qsCatId="simple" csTypeId="urn:microsoft.com/office/officeart/2005/8/colors/accent2_1" csCatId="accent2" phldr="1"/>
      <dgm:spPr/>
    </dgm:pt>
    <dgm:pt modelId="{C24078C1-832C-4A61-8374-CB30D6EE2688}">
      <dgm:prSet phldrT="[文本]" custT="1"/>
      <dgm:spPr>
        <a:blipFill>
          <a:blip xmlns:r="http://schemas.openxmlformats.org/officeDocument/2006/relationships" r:embed="rId1"/>
          <a:stretch>
            <a:fillRect r="-4096"/>
          </a:stretch>
        </a:blipFill>
        <a:ln>
          <a:solidFill>
            <a:srgbClr val="FF0000"/>
          </a:solidFill>
        </a:ln>
      </dgm:spPr>
      <dgm:t>
        <a:bodyPr/>
        <a:lstStyle/>
        <a:p>
          <a:r>
            <a:rPr lang="zh-CN" altLang="en-US">
              <a:noFill/>
            </a:rPr>
            <a:t> </a:t>
          </a:r>
        </a:p>
      </dgm:t>
    </dgm:pt>
    <dgm:pt modelId="{2447A64F-AC05-46DC-ABCF-272F3F1851FE}" type="parTrans" cxnId="{8E1E0EA4-0956-471F-8CD3-918FD9F1ECEA}">
      <dgm:prSet/>
      <dgm:spPr/>
      <dgm:t>
        <a:bodyPr/>
        <a:lstStyle/>
        <a:p>
          <a:endParaRPr lang="zh-CN" altLang="en-US"/>
        </a:p>
      </dgm:t>
    </dgm:pt>
    <dgm:pt modelId="{334735C0-E495-446E-8A16-E21F9032D013}" type="sibTrans" cxnId="{8E1E0EA4-0956-471F-8CD3-918FD9F1ECEA}">
      <dgm:prSet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zh-CN" altLang="en-US"/>
        </a:p>
      </dgm:t>
    </dgm:pt>
    <dgm:pt modelId="{D159FD5E-0974-4EEC-A608-6079472EF631}">
      <dgm:prSet phldrT="[文本]" custT="1"/>
      <dgm:spPr>
        <a:blipFill>
          <a:blip xmlns:r="http://schemas.openxmlformats.org/officeDocument/2006/relationships" r:embed="rId2"/>
          <a:stretch>
            <a:fillRect r="-4167"/>
          </a:stretch>
        </a:blipFill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zh-CN" altLang="en-US" dirty="0">
              <a:noFill/>
            </a:rPr>
            <a:t> </a:t>
          </a:r>
        </a:p>
      </dgm:t>
    </dgm:pt>
    <dgm:pt modelId="{78A1A5B5-DC6E-49C9-B8B1-539BBF019A83}" type="parTrans" cxnId="{E9F59378-3A73-4594-9FA3-70534AE3B49D}">
      <dgm:prSet/>
      <dgm:spPr/>
      <dgm:t>
        <a:bodyPr/>
        <a:lstStyle/>
        <a:p>
          <a:endParaRPr lang="zh-CN" altLang="en-US"/>
        </a:p>
      </dgm:t>
    </dgm:pt>
    <dgm:pt modelId="{BD6DBFA1-3C1D-4B08-9AED-3DB98435129E}" type="sibTrans" cxnId="{E9F59378-3A73-4594-9FA3-70534AE3B49D}">
      <dgm:prSet>
        <dgm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zh-CN" altLang="en-US"/>
        </a:p>
      </dgm:t>
    </dgm:pt>
    <dgm:pt modelId="{4223463B-12BB-4D60-9FB7-9EF3A3F569CE}">
      <dgm:prSet phldrT="[文本]" custT="1"/>
      <dgm:spPr/>
      <dgm:t>
        <a:bodyPr/>
        <a:lstStyle/>
        <a:p>
          <a:pPr algn="l"/>
          <a:r>
            <a:rPr lang="en-GB" altLang="zh-CN" sz="2000" dirty="0">
              <a:ea typeface="宋体" panose="02010600030101010101" pitchFamily="2" charset="-122"/>
            </a:rPr>
            <a:t>1.Large instruction sets</a:t>
          </a:r>
        </a:p>
        <a:p>
          <a:pPr algn="l"/>
          <a:r>
            <a:rPr lang="en-GB" altLang="zh-CN" sz="2000" dirty="0">
              <a:ea typeface="宋体" panose="02010600030101010101" pitchFamily="2" charset="-122"/>
            </a:rPr>
            <a:t>2.More addressing modes</a:t>
          </a:r>
        </a:p>
        <a:p>
          <a:pPr algn="l"/>
          <a:r>
            <a:rPr lang="en-GB" altLang="zh-CN" sz="2000" dirty="0">
              <a:ea typeface="宋体" panose="02010600030101010101" pitchFamily="2" charset="-122"/>
            </a:rPr>
            <a:t>3.</a:t>
          </a:r>
          <a:r>
            <a:rPr lang="en-US" altLang="zh-CN" sz="2000" dirty="0">
              <a:ea typeface="宋体" panose="02010600030101010101" pitchFamily="2" charset="-122"/>
            </a:rPr>
            <a:t>Various </a:t>
          </a:r>
          <a:r>
            <a:rPr lang="en-GB" altLang="zh-CN" sz="2000" dirty="0">
              <a:ea typeface="宋体" panose="02010600030101010101" pitchFamily="2" charset="-122"/>
            </a:rPr>
            <a:t>HLL statements implement</a:t>
          </a:r>
          <a:r>
            <a:rPr lang="en-US" altLang="zh-CN" sz="2000" dirty="0">
              <a:ea typeface="宋体" panose="02010600030101010101" pitchFamily="2" charset="-122"/>
            </a:rPr>
            <a:t>ed in h</a:t>
          </a:r>
          <a:r>
            <a:rPr lang="en-GB" altLang="zh-CN" sz="2000" dirty="0" err="1">
              <a:ea typeface="宋体" panose="02010600030101010101" pitchFamily="2" charset="-122"/>
            </a:rPr>
            <a:t>ardware</a:t>
          </a:r>
          <a:r>
            <a:rPr lang="en-GB" altLang="zh-CN" sz="2000" dirty="0">
              <a:ea typeface="宋体" panose="02010600030101010101" pitchFamily="2" charset="-122"/>
            </a:rPr>
            <a:t>.  e.g. CASE (switch) on VAX</a:t>
          </a:r>
        </a:p>
        <a:p>
          <a:pPr algn="ctr"/>
          <a:endParaRPr lang="zh-CN" altLang="en-US" sz="1400" dirty="0"/>
        </a:p>
      </dgm:t>
    </dgm:pt>
    <dgm:pt modelId="{253B0C87-306D-4A02-A596-FDA08D0C0047}" type="parTrans" cxnId="{3896FED1-3D3B-43E6-B4C1-9265331858BD}">
      <dgm:prSet/>
      <dgm:spPr/>
      <dgm:t>
        <a:bodyPr/>
        <a:lstStyle/>
        <a:p>
          <a:endParaRPr lang="zh-CN" altLang="en-US"/>
        </a:p>
      </dgm:t>
    </dgm:pt>
    <dgm:pt modelId="{86E36F91-06AD-4A4E-9FD2-91015809F517}" type="sibTrans" cxnId="{3896FED1-3D3B-43E6-B4C1-9265331858BD}">
      <dgm:prSet/>
      <dgm:spPr/>
      <dgm:t>
        <a:bodyPr/>
        <a:lstStyle/>
        <a:p>
          <a:endParaRPr lang="zh-CN" altLang="en-US"/>
        </a:p>
      </dgm:t>
    </dgm:pt>
    <dgm:pt modelId="{F4B560F9-3844-4D7A-A24E-96B99EA13D84}" type="pres">
      <dgm:prSet presAssocID="{1C5DF28C-35D7-448F-9B09-C18D5711374D}" presName="Name0" presStyleCnt="0">
        <dgm:presLayoutVars>
          <dgm:dir/>
          <dgm:resizeHandles val="exact"/>
        </dgm:presLayoutVars>
      </dgm:prSet>
      <dgm:spPr/>
    </dgm:pt>
    <dgm:pt modelId="{383D0F11-F9CC-4E46-ADC0-2588D98BF8A2}" type="pres">
      <dgm:prSet presAssocID="{C24078C1-832C-4A61-8374-CB30D6EE2688}" presName="node" presStyleLbl="node1" presStyleIdx="0" presStyleCnt="3" custScaleX="86372" custScaleY="10302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0F0C67F-B8B9-4D9D-8AFB-B8FAD9EC6F8C}" type="pres">
      <dgm:prSet presAssocID="{334735C0-E495-446E-8A16-E21F9032D013}" presName="sibTrans" presStyleLbl="sibTrans2D1" presStyleIdx="0" presStyleCnt="2"/>
      <dgm:spPr/>
      <dgm:t>
        <a:bodyPr/>
        <a:lstStyle/>
        <a:p>
          <a:endParaRPr lang="zh-CN" altLang="en-US"/>
        </a:p>
      </dgm:t>
    </dgm:pt>
    <dgm:pt modelId="{EB742E4F-9C5E-4049-BD55-7D6F53DF1840}" type="pres">
      <dgm:prSet presAssocID="{334735C0-E495-446E-8A16-E21F9032D013}" presName="connectorText" presStyleLbl="sibTrans2D1" presStyleIdx="0" presStyleCnt="2"/>
      <dgm:spPr/>
      <dgm:t>
        <a:bodyPr/>
        <a:lstStyle/>
        <a:p>
          <a:endParaRPr lang="zh-CN" altLang="en-US"/>
        </a:p>
      </dgm:t>
    </dgm:pt>
    <dgm:pt modelId="{A89F3E4D-BEE4-4547-BAE4-638E9FE6D2FB}" type="pres">
      <dgm:prSet presAssocID="{D159FD5E-0974-4EEC-A608-6079472EF631}" presName="node" presStyleLbl="node1" presStyleIdx="1" presStyleCnt="3" custScaleX="85039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6422036-5488-487F-9DF8-D9C011F83F46}" type="pres">
      <dgm:prSet presAssocID="{BD6DBFA1-3C1D-4B08-9AED-3DB98435129E}" presName="sibTrans" presStyleLbl="sibTrans2D1" presStyleIdx="1" presStyleCnt="2" custAng="16200000" custScaleX="47112" custLinFactX="200000" custLinFactY="-100000" custLinFactNeighborX="288445" custLinFactNeighborY="-126751"/>
      <dgm:spPr/>
      <dgm:t>
        <a:bodyPr/>
        <a:lstStyle/>
        <a:p>
          <a:endParaRPr lang="zh-CN" altLang="en-US"/>
        </a:p>
      </dgm:t>
    </dgm:pt>
    <dgm:pt modelId="{542FB7C6-ABDA-4746-9E77-ACE3D5EF94FE}" type="pres">
      <dgm:prSet presAssocID="{BD6DBFA1-3C1D-4B08-9AED-3DB98435129E}" presName="connectorText" presStyleLbl="sibTrans2D1" presStyleIdx="1" presStyleCnt="2"/>
      <dgm:spPr/>
      <dgm:t>
        <a:bodyPr/>
        <a:lstStyle/>
        <a:p>
          <a:endParaRPr lang="zh-CN" altLang="en-US"/>
        </a:p>
      </dgm:t>
    </dgm:pt>
    <dgm:pt modelId="{770A7412-8C9D-4ADE-A255-FDFAA54689E8}" type="pres">
      <dgm:prSet presAssocID="{4223463B-12BB-4D60-9FB7-9EF3A3F569CE}" presName="node" presStyleLbl="node1" presStyleIdx="2" presStyleCnt="3" custScaleX="197356" custScaleY="8960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8E1E0EA4-0956-471F-8CD3-918FD9F1ECEA}" srcId="{1C5DF28C-35D7-448F-9B09-C18D5711374D}" destId="{C24078C1-832C-4A61-8374-CB30D6EE2688}" srcOrd="0" destOrd="0" parTransId="{2447A64F-AC05-46DC-ABCF-272F3F1851FE}" sibTransId="{334735C0-E495-446E-8A16-E21F9032D013}"/>
    <dgm:cxn modelId="{F5361919-53F6-42FA-B7D5-D02A70527EEF}" type="presOf" srcId="{BD6DBFA1-3C1D-4B08-9AED-3DB98435129E}" destId="{542FB7C6-ABDA-4746-9E77-ACE3D5EF94FE}" srcOrd="1" destOrd="0" presId="urn:microsoft.com/office/officeart/2005/8/layout/process1"/>
    <dgm:cxn modelId="{3896FED1-3D3B-43E6-B4C1-9265331858BD}" srcId="{1C5DF28C-35D7-448F-9B09-C18D5711374D}" destId="{4223463B-12BB-4D60-9FB7-9EF3A3F569CE}" srcOrd="2" destOrd="0" parTransId="{253B0C87-306D-4A02-A596-FDA08D0C0047}" sibTransId="{86E36F91-06AD-4A4E-9FD2-91015809F517}"/>
    <dgm:cxn modelId="{A2880494-5CE0-4FA4-8EC8-5C8B40425D9A}" type="presOf" srcId="{1C5DF28C-35D7-448F-9B09-C18D5711374D}" destId="{F4B560F9-3844-4D7A-A24E-96B99EA13D84}" srcOrd="0" destOrd="0" presId="urn:microsoft.com/office/officeart/2005/8/layout/process1"/>
    <dgm:cxn modelId="{66ACE110-9ABF-46A9-8836-598F00A75DF3}" type="presOf" srcId="{BD6DBFA1-3C1D-4B08-9AED-3DB98435129E}" destId="{46422036-5488-487F-9DF8-D9C011F83F46}" srcOrd="0" destOrd="0" presId="urn:microsoft.com/office/officeart/2005/8/layout/process1"/>
    <dgm:cxn modelId="{FD5E6442-5775-4D31-8FC9-535CE884C596}" type="presOf" srcId="{D159FD5E-0974-4EEC-A608-6079472EF631}" destId="{A89F3E4D-BEE4-4547-BAE4-638E9FE6D2FB}" srcOrd="0" destOrd="0" presId="urn:microsoft.com/office/officeart/2005/8/layout/process1"/>
    <dgm:cxn modelId="{50C16874-EFDD-4EE0-9E4E-123F4B6DCA54}" type="presOf" srcId="{4223463B-12BB-4D60-9FB7-9EF3A3F569CE}" destId="{770A7412-8C9D-4ADE-A255-FDFAA54689E8}" srcOrd="0" destOrd="0" presId="urn:microsoft.com/office/officeart/2005/8/layout/process1"/>
    <dgm:cxn modelId="{E9F59378-3A73-4594-9FA3-70534AE3B49D}" srcId="{1C5DF28C-35D7-448F-9B09-C18D5711374D}" destId="{D159FD5E-0974-4EEC-A608-6079472EF631}" srcOrd="1" destOrd="0" parTransId="{78A1A5B5-DC6E-49C9-B8B1-539BBF019A83}" sibTransId="{BD6DBFA1-3C1D-4B08-9AED-3DB98435129E}"/>
    <dgm:cxn modelId="{2AD0F966-F374-4D92-9CA5-7FA9A9A06079}" type="presOf" srcId="{334735C0-E495-446E-8A16-E21F9032D013}" destId="{D0F0C67F-B8B9-4D9D-8AFB-B8FAD9EC6F8C}" srcOrd="0" destOrd="0" presId="urn:microsoft.com/office/officeart/2005/8/layout/process1"/>
    <dgm:cxn modelId="{41DEA164-5223-4FA8-B184-CD91E63C59DE}" type="presOf" srcId="{C24078C1-832C-4A61-8374-CB30D6EE2688}" destId="{383D0F11-F9CC-4E46-ADC0-2588D98BF8A2}" srcOrd="0" destOrd="0" presId="urn:microsoft.com/office/officeart/2005/8/layout/process1"/>
    <dgm:cxn modelId="{C2EC8FB8-4110-4862-A5F1-FDCEB3C86BE5}" type="presOf" srcId="{334735C0-E495-446E-8A16-E21F9032D013}" destId="{EB742E4F-9C5E-4049-BD55-7D6F53DF1840}" srcOrd="1" destOrd="0" presId="urn:microsoft.com/office/officeart/2005/8/layout/process1"/>
    <dgm:cxn modelId="{FF686BD8-851F-430B-9508-AC934F8EE2A2}" type="presParOf" srcId="{F4B560F9-3844-4D7A-A24E-96B99EA13D84}" destId="{383D0F11-F9CC-4E46-ADC0-2588D98BF8A2}" srcOrd="0" destOrd="0" presId="urn:microsoft.com/office/officeart/2005/8/layout/process1"/>
    <dgm:cxn modelId="{DA357D21-A3FB-4B2B-8D94-79E81514B5A6}" type="presParOf" srcId="{F4B560F9-3844-4D7A-A24E-96B99EA13D84}" destId="{D0F0C67F-B8B9-4D9D-8AFB-B8FAD9EC6F8C}" srcOrd="1" destOrd="0" presId="urn:microsoft.com/office/officeart/2005/8/layout/process1"/>
    <dgm:cxn modelId="{23D4FBBD-2FCD-4A7C-BD20-C8255D28936F}" type="presParOf" srcId="{D0F0C67F-B8B9-4D9D-8AFB-B8FAD9EC6F8C}" destId="{EB742E4F-9C5E-4049-BD55-7D6F53DF1840}" srcOrd="0" destOrd="0" presId="urn:microsoft.com/office/officeart/2005/8/layout/process1"/>
    <dgm:cxn modelId="{3E0E5905-140F-47FC-825A-E4EE01C5CA5F}" type="presParOf" srcId="{F4B560F9-3844-4D7A-A24E-96B99EA13D84}" destId="{A89F3E4D-BEE4-4547-BAE4-638E9FE6D2FB}" srcOrd="2" destOrd="0" presId="urn:microsoft.com/office/officeart/2005/8/layout/process1"/>
    <dgm:cxn modelId="{E9351C4D-611F-4CBF-B8F4-1974D7BC03B5}" type="presParOf" srcId="{F4B560F9-3844-4D7A-A24E-96B99EA13D84}" destId="{46422036-5488-487F-9DF8-D9C011F83F46}" srcOrd="3" destOrd="0" presId="urn:microsoft.com/office/officeart/2005/8/layout/process1"/>
    <dgm:cxn modelId="{43D9C563-C0BA-4F80-A76C-B640FA954EE0}" type="presParOf" srcId="{46422036-5488-487F-9DF8-D9C011F83F46}" destId="{542FB7C6-ABDA-4746-9E77-ACE3D5EF94FE}" srcOrd="0" destOrd="0" presId="urn:microsoft.com/office/officeart/2005/8/layout/process1"/>
    <dgm:cxn modelId="{2DAA4306-E82F-48DB-9F17-7FB927C76E2B}" type="presParOf" srcId="{F4B560F9-3844-4D7A-A24E-96B99EA13D84}" destId="{770A7412-8C9D-4ADE-A255-FDFAA54689E8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4AF9675-F709-4C22-A3FB-BD6562ECFD98}" type="doc">
      <dgm:prSet loTypeId="urn:microsoft.com/office/officeart/2005/8/layout/arrow6" loCatId="relationship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zh-CN" altLang="en-US"/>
        </a:p>
      </dgm:t>
    </dgm:pt>
    <dgm:pt modelId="{6ACF7B44-E8A2-454C-A41F-78C4D99FCE73}">
      <dgm:prSet phldrT="[文本]"/>
      <dgm:spPr/>
      <dgm:t>
        <a:bodyPr/>
        <a:lstStyle/>
        <a:p>
          <a:r>
            <a:rPr lang="en-US" altLang="zh-CN" dirty="0"/>
            <a:t>simple</a:t>
          </a:r>
          <a:endParaRPr lang="zh-CN" altLang="en-US" dirty="0"/>
        </a:p>
      </dgm:t>
    </dgm:pt>
    <dgm:pt modelId="{AAF27C0C-115F-4826-9E9A-C2321C3FF06A}" type="parTrans" cxnId="{BBB45312-5F8C-44C1-A279-9704E2CDB102}">
      <dgm:prSet/>
      <dgm:spPr/>
      <dgm:t>
        <a:bodyPr/>
        <a:lstStyle/>
        <a:p>
          <a:endParaRPr lang="zh-CN" altLang="en-US"/>
        </a:p>
      </dgm:t>
    </dgm:pt>
    <dgm:pt modelId="{4639FEB4-0285-4CE5-B1B1-BCFB1D5A00CE}" type="sibTrans" cxnId="{BBB45312-5F8C-44C1-A279-9704E2CDB102}">
      <dgm:prSet/>
      <dgm:spPr/>
      <dgm:t>
        <a:bodyPr/>
        <a:lstStyle/>
        <a:p>
          <a:endParaRPr lang="zh-CN" altLang="en-US"/>
        </a:p>
      </dgm:t>
    </dgm:pt>
    <dgm:pt modelId="{B10D9F08-D3F9-4C90-961F-158C351378F6}">
      <dgm:prSet phldrT="[文本]"/>
      <dgm:spPr/>
      <dgm:t>
        <a:bodyPr/>
        <a:lstStyle/>
        <a:p>
          <a:r>
            <a:rPr lang="en-US" altLang="zh-CN" dirty="0"/>
            <a:t>complex</a:t>
          </a:r>
          <a:endParaRPr lang="zh-CN" altLang="en-US" dirty="0"/>
        </a:p>
      </dgm:t>
    </dgm:pt>
    <dgm:pt modelId="{8CA8EDCE-CB50-4C58-B078-131F67C1809F}" type="parTrans" cxnId="{DC0F8FE5-4A3C-4AB1-B502-B3A2D2721E45}">
      <dgm:prSet/>
      <dgm:spPr/>
      <dgm:t>
        <a:bodyPr/>
        <a:lstStyle/>
        <a:p>
          <a:endParaRPr lang="zh-CN" altLang="en-US"/>
        </a:p>
      </dgm:t>
    </dgm:pt>
    <dgm:pt modelId="{F1A9E15F-08C3-4A2B-9556-83096F558DAD}" type="sibTrans" cxnId="{DC0F8FE5-4A3C-4AB1-B502-B3A2D2721E45}">
      <dgm:prSet/>
      <dgm:spPr/>
      <dgm:t>
        <a:bodyPr/>
        <a:lstStyle/>
        <a:p>
          <a:endParaRPr lang="zh-CN" altLang="en-US"/>
        </a:p>
      </dgm:t>
    </dgm:pt>
    <dgm:pt modelId="{114D88AB-AE88-4FD0-BDA5-948A052505C1}" type="pres">
      <dgm:prSet presAssocID="{14AF9675-F709-4C22-A3FB-BD6562ECFD98}" presName="compositeShape" presStyleCnt="0">
        <dgm:presLayoutVars>
          <dgm:chMax val="2"/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604E510E-3A7C-4BC2-9626-145BC7BE8518}" type="pres">
      <dgm:prSet presAssocID="{14AF9675-F709-4C22-A3FB-BD6562ECFD98}" presName="ribbon" presStyleLbl="node1" presStyleIdx="0" presStyleCnt="1"/>
      <dgm:spPr/>
    </dgm:pt>
    <dgm:pt modelId="{E9678EAB-853F-4A48-99F9-D2E1B02C768E}" type="pres">
      <dgm:prSet presAssocID="{14AF9675-F709-4C22-A3FB-BD6562ECFD98}" presName="leftArrow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8F92009-EA5E-473E-8CF3-3947EA31A9FE}" type="pres">
      <dgm:prSet presAssocID="{14AF9675-F709-4C22-A3FB-BD6562ECFD98}" presName="rightArrow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05AD1212-839A-4AF5-AC0B-35AAD7918044}" type="presOf" srcId="{B10D9F08-D3F9-4C90-961F-158C351378F6}" destId="{C8F92009-EA5E-473E-8CF3-3947EA31A9FE}" srcOrd="0" destOrd="0" presId="urn:microsoft.com/office/officeart/2005/8/layout/arrow6"/>
    <dgm:cxn modelId="{BBB45312-5F8C-44C1-A279-9704E2CDB102}" srcId="{14AF9675-F709-4C22-A3FB-BD6562ECFD98}" destId="{6ACF7B44-E8A2-454C-A41F-78C4D99FCE73}" srcOrd="0" destOrd="0" parTransId="{AAF27C0C-115F-4826-9E9A-C2321C3FF06A}" sibTransId="{4639FEB4-0285-4CE5-B1B1-BCFB1D5A00CE}"/>
    <dgm:cxn modelId="{D3DB42C9-D32C-432E-8D1B-0753F59DFFEE}" type="presOf" srcId="{14AF9675-F709-4C22-A3FB-BD6562ECFD98}" destId="{114D88AB-AE88-4FD0-BDA5-948A052505C1}" srcOrd="0" destOrd="0" presId="urn:microsoft.com/office/officeart/2005/8/layout/arrow6"/>
    <dgm:cxn modelId="{DC0F8FE5-4A3C-4AB1-B502-B3A2D2721E45}" srcId="{14AF9675-F709-4C22-A3FB-BD6562ECFD98}" destId="{B10D9F08-D3F9-4C90-961F-158C351378F6}" srcOrd="1" destOrd="0" parTransId="{8CA8EDCE-CB50-4C58-B078-131F67C1809F}" sibTransId="{F1A9E15F-08C3-4A2B-9556-83096F558DAD}"/>
    <dgm:cxn modelId="{701AEE9B-05E2-4E02-911A-264842C35676}" type="presOf" srcId="{6ACF7B44-E8A2-454C-A41F-78C4D99FCE73}" destId="{E9678EAB-853F-4A48-99F9-D2E1B02C768E}" srcOrd="0" destOrd="0" presId="urn:microsoft.com/office/officeart/2005/8/layout/arrow6"/>
    <dgm:cxn modelId="{1180A149-0AB5-4C9F-8B5A-15432C081CE6}" type="presParOf" srcId="{114D88AB-AE88-4FD0-BDA5-948A052505C1}" destId="{604E510E-3A7C-4BC2-9626-145BC7BE8518}" srcOrd="0" destOrd="0" presId="urn:microsoft.com/office/officeart/2005/8/layout/arrow6"/>
    <dgm:cxn modelId="{C996187D-9792-4A14-93C5-6CD171C90358}" type="presParOf" srcId="{114D88AB-AE88-4FD0-BDA5-948A052505C1}" destId="{E9678EAB-853F-4A48-99F9-D2E1B02C768E}" srcOrd="1" destOrd="0" presId="urn:microsoft.com/office/officeart/2005/8/layout/arrow6"/>
    <dgm:cxn modelId="{B3BD94AC-6123-4782-A92C-E0605E8B745E}" type="presParOf" srcId="{114D88AB-AE88-4FD0-BDA5-948A052505C1}" destId="{C8F92009-EA5E-473E-8CF3-3947EA31A9FE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E32914F-046C-45FE-8986-A9BD1C3DD2B3}" type="doc">
      <dgm:prSet loTypeId="urn:microsoft.com/office/officeart/2005/8/layout/balance1" loCatId="relationship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42B17BF7-62F7-4F9D-A577-16112CFA56B1}">
      <dgm:prSet phldrT="[文本]"/>
      <dgm:spPr/>
      <dgm:t>
        <a:bodyPr/>
        <a:lstStyle/>
        <a:p>
          <a:r>
            <a:rPr lang="en-US" altLang="zh-CN" dirty="0"/>
            <a:t>CISC</a:t>
          </a:r>
          <a:endParaRPr lang="zh-CN" altLang="en-US" dirty="0"/>
        </a:p>
      </dgm:t>
    </dgm:pt>
    <dgm:pt modelId="{A1E00938-BED5-4342-A4A0-86D8776DD5C6}" type="parTrans" cxnId="{22592430-B523-4EF0-971D-D3849CE3108B}">
      <dgm:prSet/>
      <dgm:spPr/>
      <dgm:t>
        <a:bodyPr/>
        <a:lstStyle/>
        <a:p>
          <a:endParaRPr lang="zh-CN" altLang="en-US"/>
        </a:p>
      </dgm:t>
    </dgm:pt>
    <dgm:pt modelId="{C196A56A-BFFD-43EF-BA0E-DA904BFBB6FC}" type="sibTrans" cxnId="{22592430-B523-4EF0-971D-D3849CE3108B}">
      <dgm:prSet/>
      <dgm:spPr/>
      <dgm:t>
        <a:bodyPr/>
        <a:lstStyle/>
        <a:p>
          <a:endParaRPr lang="zh-CN" altLang="en-US"/>
        </a:p>
      </dgm:t>
    </dgm:pt>
    <dgm:pt modelId="{6FC31081-03EF-4425-BFA3-6A2DA28BB93F}">
      <dgm:prSet phldrT="[文本]"/>
      <dgm:spPr/>
      <dgm:t>
        <a:bodyPr/>
        <a:lstStyle/>
        <a:p>
          <a:r>
            <a:rPr lang="en-US" altLang="zh-CN" dirty="0"/>
            <a:t>Intel</a:t>
          </a:r>
          <a:endParaRPr lang="zh-CN" altLang="en-US" dirty="0"/>
        </a:p>
      </dgm:t>
    </dgm:pt>
    <dgm:pt modelId="{5B7F0CC1-138F-44AB-B3AB-2AC07E04E40A}" type="parTrans" cxnId="{F0AAECE1-F1D4-4576-AD96-665609B8B5DA}">
      <dgm:prSet/>
      <dgm:spPr/>
      <dgm:t>
        <a:bodyPr/>
        <a:lstStyle/>
        <a:p>
          <a:endParaRPr lang="zh-CN" altLang="en-US"/>
        </a:p>
      </dgm:t>
    </dgm:pt>
    <dgm:pt modelId="{F64B2FE1-01EE-491D-A591-2CBEBE0CBA78}" type="sibTrans" cxnId="{F0AAECE1-F1D4-4576-AD96-665609B8B5DA}">
      <dgm:prSet/>
      <dgm:spPr/>
      <dgm:t>
        <a:bodyPr/>
        <a:lstStyle/>
        <a:p>
          <a:endParaRPr lang="zh-CN" altLang="en-US"/>
        </a:p>
      </dgm:t>
    </dgm:pt>
    <dgm:pt modelId="{AB6D2346-FA6B-4D6C-81C7-5975E37AE5B0}">
      <dgm:prSet phldrT="[文本]"/>
      <dgm:spPr/>
      <dgm:t>
        <a:bodyPr/>
        <a:lstStyle/>
        <a:p>
          <a:r>
            <a:rPr lang="en-US" altLang="zh-CN" dirty="0"/>
            <a:t>AMD</a:t>
          </a:r>
          <a:endParaRPr lang="zh-CN" altLang="en-US" dirty="0"/>
        </a:p>
      </dgm:t>
    </dgm:pt>
    <dgm:pt modelId="{CDE02FD2-76C1-49D9-B7F3-7A06A65E7D7E}" type="parTrans" cxnId="{EE3A2BFF-166F-4F31-8195-64000E40156E}">
      <dgm:prSet/>
      <dgm:spPr/>
      <dgm:t>
        <a:bodyPr/>
        <a:lstStyle/>
        <a:p>
          <a:endParaRPr lang="zh-CN" altLang="en-US"/>
        </a:p>
      </dgm:t>
    </dgm:pt>
    <dgm:pt modelId="{02B0B954-B328-416E-B686-884A03474A92}" type="sibTrans" cxnId="{EE3A2BFF-166F-4F31-8195-64000E40156E}">
      <dgm:prSet/>
      <dgm:spPr/>
      <dgm:t>
        <a:bodyPr/>
        <a:lstStyle/>
        <a:p>
          <a:endParaRPr lang="zh-CN" altLang="en-US"/>
        </a:p>
      </dgm:t>
    </dgm:pt>
    <dgm:pt modelId="{C6E4827A-0A2C-42A2-AAE0-BD950760B0C8}">
      <dgm:prSet phldrT="[文本]"/>
      <dgm:spPr/>
      <dgm:t>
        <a:bodyPr/>
        <a:lstStyle/>
        <a:p>
          <a:r>
            <a:rPr lang="en-US" altLang="zh-CN" dirty="0"/>
            <a:t>RISC</a:t>
          </a:r>
          <a:endParaRPr lang="zh-CN" altLang="en-US" dirty="0"/>
        </a:p>
      </dgm:t>
    </dgm:pt>
    <dgm:pt modelId="{7B7C9C60-6836-4092-8AD5-F23174B3D25B}" type="parTrans" cxnId="{FEF341BE-067F-4405-97DB-2FB9E5148854}">
      <dgm:prSet/>
      <dgm:spPr/>
      <dgm:t>
        <a:bodyPr/>
        <a:lstStyle/>
        <a:p>
          <a:endParaRPr lang="zh-CN" altLang="en-US"/>
        </a:p>
      </dgm:t>
    </dgm:pt>
    <dgm:pt modelId="{2D8C50D1-D77F-47D5-AF59-C4B36550C447}" type="sibTrans" cxnId="{FEF341BE-067F-4405-97DB-2FB9E5148854}">
      <dgm:prSet/>
      <dgm:spPr/>
      <dgm:t>
        <a:bodyPr/>
        <a:lstStyle/>
        <a:p>
          <a:endParaRPr lang="zh-CN" altLang="en-US"/>
        </a:p>
      </dgm:t>
    </dgm:pt>
    <dgm:pt modelId="{8F6F0952-6BDD-4A95-AA5D-600748430BDA}">
      <dgm:prSet phldrT="[文本]"/>
      <dgm:spPr/>
      <dgm:t>
        <a:bodyPr/>
        <a:lstStyle/>
        <a:p>
          <a:r>
            <a:rPr lang="en-US" altLang="zh-CN" dirty="0"/>
            <a:t>ARM</a:t>
          </a:r>
          <a:endParaRPr lang="zh-CN" altLang="en-US" dirty="0"/>
        </a:p>
      </dgm:t>
    </dgm:pt>
    <dgm:pt modelId="{FCA0F91D-BE04-4BCF-8329-EAD28A9E4A39}" type="parTrans" cxnId="{3E394EB7-2D19-4402-B253-598A64687CA4}">
      <dgm:prSet/>
      <dgm:spPr/>
      <dgm:t>
        <a:bodyPr/>
        <a:lstStyle/>
        <a:p>
          <a:endParaRPr lang="zh-CN" altLang="en-US"/>
        </a:p>
      </dgm:t>
    </dgm:pt>
    <dgm:pt modelId="{18E6285F-2A80-4A28-8B15-127AD282ED6D}" type="sibTrans" cxnId="{3E394EB7-2D19-4402-B253-598A64687CA4}">
      <dgm:prSet/>
      <dgm:spPr/>
      <dgm:t>
        <a:bodyPr/>
        <a:lstStyle/>
        <a:p>
          <a:endParaRPr lang="zh-CN" altLang="en-US"/>
        </a:p>
      </dgm:t>
    </dgm:pt>
    <dgm:pt modelId="{927DEA49-8528-4BFB-AC15-EB2B41F1FF2D}">
      <dgm:prSet phldrT="[文本]"/>
      <dgm:spPr/>
      <dgm:t>
        <a:bodyPr/>
        <a:lstStyle/>
        <a:p>
          <a:r>
            <a:rPr lang="en-US" altLang="zh-CN" dirty="0"/>
            <a:t>Power PC</a:t>
          </a:r>
          <a:endParaRPr lang="zh-CN" altLang="en-US" dirty="0"/>
        </a:p>
      </dgm:t>
    </dgm:pt>
    <dgm:pt modelId="{140CBF53-5F00-44AE-8833-147A08C7F73D}" type="parTrans" cxnId="{A2FD89E7-6135-4D18-802A-178F5630E459}">
      <dgm:prSet/>
      <dgm:spPr/>
      <dgm:t>
        <a:bodyPr/>
        <a:lstStyle/>
        <a:p>
          <a:endParaRPr lang="zh-CN" altLang="en-US"/>
        </a:p>
      </dgm:t>
    </dgm:pt>
    <dgm:pt modelId="{A4F4A42B-6526-4556-9AA8-71010BBB63C8}" type="sibTrans" cxnId="{A2FD89E7-6135-4D18-802A-178F5630E459}">
      <dgm:prSet/>
      <dgm:spPr/>
      <dgm:t>
        <a:bodyPr/>
        <a:lstStyle/>
        <a:p>
          <a:endParaRPr lang="zh-CN" altLang="en-US"/>
        </a:p>
      </dgm:t>
    </dgm:pt>
    <dgm:pt modelId="{4409109F-5726-400B-9C6B-A3F5DA03622B}">
      <dgm:prSet phldrT="[文本]"/>
      <dgm:spPr/>
      <dgm:t>
        <a:bodyPr/>
        <a:lstStyle/>
        <a:p>
          <a:r>
            <a:rPr lang="en-US" altLang="zh-CN" dirty="0"/>
            <a:t>MIPS</a:t>
          </a:r>
          <a:endParaRPr lang="zh-CN" altLang="en-US" dirty="0"/>
        </a:p>
      </dgm:t>
    </dgm:pt>
    <dgm:pt modelId="{5B974717-F3C6-4227-A8A8-0CC35679F984}" type="parTrans" cxnId="{CA8299D3-FEB5-41A2-8325-2E0E0EB232A9}">
      <dgm:prSet/>
      <dgm:spPr/>
      <dgm:t>
        <a:bodyPr/>
        <a:lstStyle/>
        <a:p>
          <a:endParaRPr lang="zh-CN" altLang="en-US"/>
        </a:p>
      </dgm:t>
    </dgm:pt>
    <dgm:pt modelId="{E6F5FBD1-1066-4097-96D2-B71034B557D9}" type="sibTrans" cxnId="{CA8299D3-FEB5-41A2-8325-2E0E0EB232A9}">
      <dgm:prSet/>
      <dgm:spPr/>
      <dgm:t>
        <a:bodyPr/>
        <a:lstStyle/>
        <a:p>
          <a:endParaRPr lang="zh-CN" altLang="en-US"/>
        </a:p>
      </dgm:t>
    </dgm:pt>
    <dgm:pt modelId="{055EFCCE-680E-495A-B71A-448EF41B886E}" type="pres">
      <dgm:prSet presAssocID="{CE32914F-046C-45FE-8986-A9BD1C3DD2B3}" presName="outerComposite" presStyleCnt="0">
        <dgm:presLayoutVars>
          <dgm:chMax val="2"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A3AB1366-7997-44DD-9A4C-AB621B9B0426}" type="pres">
      <dgm:prSet presAssocID="{CE32914F-046C-45FE-8986-A9BD1C3DD2B3}" presName="dummyMaxCanvas" presStyleCnt="0"/>
      <dgm:spPr/>
    </dgm:pt>
    <dgm:pt modelId="{0382A5FE-1955-46DD-B786-9B4ACF3243EF}" type="pres">
      <dgm:prSet presAssocID="{CE32914F-046C-45FE-8986-A9BD1C3DD2B3}" presName="parentComposite" presStyleCnt="0"/>
      <dgm:spPr/>
    </dgm:pt>
    <dgm:pt modelId="{33052826-F189-49D3-A1F1-FFBCB9F14BC6}" type="pres">
      <dgm:prSet presAssocID="{CE32914F-046C-45FE-8986-A9BD1C3DD2B3}" presName="parent1" presStyleLbl="alignAccFollowNode1" presStyleIdx="0" presStyleCnt="4">
        <dgm:presLayoutVars>
          <dgm:chMax val="4"/>
        </dgm:presLayoutVars>
      </dgm:prSet>
      <dgm:spPr/>
      <dgm:t>
        <a:bodyPr/>
        <a:lstStyle/>
        <a:p>
          <a:endParaRPr lang="zh-CN" altLang="en-US"/>
        </a:p>
      </dgm:t>
    </dgm:pt>
    <dgm:pt modelId="{FEF2E57D-AFE5-43CD-A6F0-CB91ABC3058F}" type="pres">
      <dgm:prSet presAssocID="{CE32914F-046C-45FE-8986-A9BD1C3DD2B3}" presName="parent2" presStyleLbl="alignAccFollowNode1" presStyleIdx="1" presStyleCnt="4" custLinFactNeighborX="6597" custLinFactNeighborY="-12247">
        <dgm:presLayoutVars>
          <dgm:chMax val="4"/>
        </dgm:presLayoutVars>
      </dgm:prSet>
      <dgm:spPr/>
      <dgm:t>
        <a:bodyPr/>
        <a:lstStyle/>
        <a:p>
          <a:endParaRPr lang="zh-CN" altLang="en-US"/>
        </a:p>
      </dgm:t>
    </dgm:pt>
    <dgm:pt modelId="{7C2D4B33-C9B4-4884-9BAD-3DA2F2BCE256}" type="pres">
      <dgm:prSet presAssocID="{CE32914F-046C-45FE-8986-A9BD1C3DD2B3}" presName="childrenComposite" presStyleCnt="0"/>
      <dgm:spPr/>
    </dgm:pt>
    <dgm:pt modelId="{7ADC42AD-B20C-4B86-AE53-04ADD3DF2028}" type="pres">
      <dgm:prSet presAssocID="{CE32914F-046C-45FE-8986-A9BD1C3DD2B3}" presName="dummyMaxCanvas_ChildArea" presStyleCnt="0"/>
      <dgm:spPr/>
    </dgm:pt>
    <dgm:pt modelId="{CF5D4EE5-639D-4CC6-A7B1-8FFDFB2A5CFF}" type="pres">
      <dgm:prSet presAssocID="{CE32914F-046C-45FE-8986-A9BD1C3DD2B3}" presName="fulcrum" presStyleLbl="alignAccFollowNode1" presStyleIdx="2" presStyleCnt="4"/>
      <dgm:spPr/>
    </dgm:pt>
    <dgm:pt modelId="{5A96DBF9-CA1F-4BFE-BAAF-A516FDE43E4E}" type="pres">
      <dgm:prSet presAssocID="{CE32914F-046C-45FE-8986-A9BD1C3DD2B3}" presName="balance_23" presStyleLbl="alignAccFollowNode1" presStyleIdx="3" presStyleCnt="4">
        <dgm:presLayoutVars>
          <dgm:bulletEnabled val="1"/>
        </dgm:presLayoutVars>
      </dgm:prSet>
      <dgm:spPr/>
    </dgm:pt>
    <dgm:pt modelId="{B0DF48A1-0BF5-4F51-992A-B5FE91BF5A72}" type="pres">
      <dgm:prSet presAssocID="{CE32914F-046C-45FE-8986-A9BD1C3DD2B3}" presName="right_23_1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FD1078-C2C2-4777-9082-4368E08AA053}" type="pres">
      <dgm:prSet presAssocID="{CE32914F-046C-45FE-8986-A9BD1C3DD2B3}" presName="right_23_2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3E2EF8C-C216-4F14-9805-76E5D7653635}" type="pres">
      <dgm:prSet presAssocID="{CE32914F-046C-45FE-8986-A9BD1C3DD2B3}" presName="right_23_3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0787173-791E-45DF-8CF2-893E5BF79F65}" type="pres">
      <dgm:prSet presAssocID="{CE32914F-046C-45FE-8986-A9BD1C3DD2B3}" presName="left_23_1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FB3BA01-1845-44EA-9174-7B04069B1B0E}" type="pres">
      <dgm:prSet presAssocID="{CE32914F-046C-45FE-8986-A9BD1C3DD2B3}" presName="left_23_2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E3A2BFF-166F-4F31-8195-64000E40156E}" srcId="{42B17BF7-62F7-4F9D-A577-16112CFA56B1}" destId="{AB6D2346-FA6B-4D6C-81C7-5975E37AE5B0}" srcOrd="1" destOrd="0" parTransId="{CDE02FD2-76C1-49D9-B7F3-7A06A65E7D7E}" sibTransId="{02B0B954-B328-416E-B686-884A03474A92}"/>
    <dgm:cxn modelId="{6F748F4A-FD8C-4908-B8FC-084A2E5407BC}" type="presOf" srcId="{42B17BF7-62F7-4F9D-A577-16112CFA56B1}" destId="{33052826-F189-49D3-A1F1-FFBCB9F14BC6}" srcOrd="0" destOrd="0" presId="urn:microsoft.com/office/officeart/2005/8/layout/balance1"/>
    <dgm:cxn modelId="{CA8299D3-FEB5-41A2-8325-2E0E0EB232A9}" srcId="{C6E4827A-0A2C-42A2-AAE0-BD950760B0C8}" destId="{4409109F-5726-400B-9C6B-A3F5DA03622B}" srcOrd="2" destOrd="0" parTransId="{5B974717-F3C6-4227-A8A8-0CC35679F984}" sibTransId="{E6F5FBD1-1066-4097-96D2-B71034B557D9}"/>
    <dgm:cxn modelId="{A2FD89E7-6135-4D18-802A-178F5630E459}" srcId="{C6E4827A-0A2C-42A2-AAE0-BD950760B0C8}" destId="{927DEA49-8528-4BFB-AC15-EB2B41F1FF2D}" srcOrd="1" destOrd="0" parTransId="{140CBF53-5F00-44AE-8833-147A08C7F73D}" sibTransId="{A4F4A42B-6526-4556-9AA8-71010BBB63C8}"/>
    <dgm:cxn modelId="{3E394EB7-2D19-4402-B253-598A64687CA4}" srcId="{C6E4827A-0A2C-42A2-AAE0-BD950760B0C8}" destId="{8F6F0952-6BDD-4A95-AA5D-600748430BDA}" srcOrd="0" destOrd="0" parTransId="{FCA0F91D-BE04-4BCF-8329-EAD28A9E4A39}" sibTransId="{18E6285F-2A80-4A28-8B15-127AD282ED6D}"/>
    <dgm:cxn modelId="{63B77535-E8D7-414C-BE7B-3C43A12B427D}" type="presOf" srcId="{CE32914F-046C-45FE-8986-A9BD1C3DD2B3}" destId="{055EFCCE-680E-495A-B71A-448EF41B886E}" srcOrd="0" destOrd="0" presId="urn:microsoft.com/office/officeart/2005/8/layout/balance1"/>
    <dgm:cxn modelId="{22592430-B523-4EF0-971D-D3849CE3108B}" srcId="{CE32914F-046C-45FE-8986-A9BD1C3DD2B3}" destId="{42B17BF7-62F7-4F9D-A577-16112CFA56B1}" srcOrd="0" destOrd="0" parTransId="{A1E00938-BED5-4342-A4A0-86D8776DD5C6}" sibTransId="{C196A56A-BFFD-43EF-BA0E-DA904BFBB6FC}"/>
    <dgm:cxn modelId="{F0AAECE1-F1D4-4576-AD96-665609B8B5DA}" srcId="{42B17BF7-62F7-4F9D-A577-16112CFA56B1}" destId="{6FC31081-03EF-4425-BFA3-6A2DA28BB93F}" srcOrd="0" destOrd="0" parTransId="{5B7F0CC1-138F-44AB-B3AB-2AC07E04E40A}" sibTransId="{F64B2FE1-01EE-491D-A591-2CBEBE0CBA78}"/>
    <dgm:cxn modelId="{2118481E-FBBB-4EEF-A9C4-CD99FA16411D}" type="presOf" srcId="{6FC31081-03EF-4425-BFA3-6A2DA28BB93F}" destId="{C0787173-791E-45DF-8CF2-893E5BF79F65}" srcOrd="0" destOrd="0" presId="urn:microsoft.com/office/officeart/2005/8/layout/balance1"/>
    <dgm:cxn modelId="{23E32673-0B03-415F-A5AE-A5AE92E075F9}" type="presOf" srcId="{AB6D2346-FA6B-4D6C-81C7-5975E37AE5B0}" destId="{4FB3BA01-1845-44EA-9174-7B04069B1B0E}" srcOrd="0" destOrd="0" presId="urn:microsoft.com/office/officeart/2005/8/layout/balance1"/>
    <dgm:cxn modelId="{68D3DC40-F99A-49D1-BC00-02841BCE9FA9}" type="presOf" srcId="{8F6F0952-6BDD-4A95-AA5D-600748430BDA}" destId="{B0DF48A1-0BF5-4F51-992A-B5FE91BF5A72}" srcOrd="0" destOrd="0" presId="urn:microsoft.com/office/officeart/2005/8/layout/balance1"/>
    <dgm:cxn modelId="{E8D30392-411A-46E7-8500-833A8758EF49}" type="presOf" srcId="{C6E4827A-0A2C-42A2-AAE0-BD950760B0C8}" destId="{FEF2E57D-AFE5-43CD-A6F0-CB91ABC3058F}" srcOrd="0" destOrd="0" presId="urn:microsoft.com/office/officeart/2005/8/layout/balance1"/>
    <dgm:cxn modelId="{FEF341BE-067F-4405-97DB-2FB9E5148854}" srcId="{CE32914F-046C-45FE-8986-A9BD1C3DD2B3}" destId="{C6E4827A-0A2C-42A2-AAE0-BD950760B0C8}" srcOrd="1" destOrd="0" parTransId="{7B7C9C60-6836-4092-8AD5-F23174B3D25B}" sibTransId="{2D8C50D1-D77F-47D5-AF59-C4B36550C447}"/>
    <dgm:cxn modelId="{5AA15E29-1734-491A-A955-6DA9F6977657}" type="presOf" srcId="{4409109F-5726-400B-9C6B-A3F5DA03622B}" destId="{A3E2EF8C-C216-4F14-9805-76E5D7653635}" srcOrd="0" destOrd="0" presId="urn:microsoft.com/office/officeart/2005/8/layout/balance1"/>
    <dgm:cxn modelId="{5559902F-E9DE-489B-B51E-015DB06AF6DD}" type="presOf" srcId="{927DEA49-8528-4BFB-AC15-EB2B41F1FF2D}" destId="{AEFD1078-C2C2-4777-9082-4368E08AA053}" srcOrd="0" destOrd="0" presId="urn:microsoft.com/office/officeart/2005/8/layout/balance1"/>
    <dgm:cxn modelId="{BDA3D24E-4A87-4A18-9586-7D42B3A4860D}" type="presParOf" srcId="{055EFCCE-680E-495A-B71A-448EF41B886E}" destId="{A3AB1366-7997-44DD-9A4C-AB621B9B0426}" srcOrd="0" destOrd="0" presId="urn:microsoft.com/office/officeart/2005/8/layout/balance1"/>
    <dgm:cxn modelId="{03A6832C-1026-4FF9-B3E3-BA2C4694EF50}" type="presParOf" srcId="{055EFCCE-680E-495A-B71A-448EF41B886E}" destId="{0382A5FE-1955-46DD-B786-9B4ACF3243EF}" srcOrd="1" destOrd="0" presId="urn:microsoft.com/office/officeart/2005/8/layout/balance1"/>
    <dgm:cxn modelId="{D83A59B9-474A-4E4C-8666-A2AE9B0D7600}" type="presParOf" srcId="{0382A5FE-1955-46DD-B786-9B4ACF3243EF}" destId="{33052826-F189-49D3-A1F1-FFBCB9F14BC6}" srcOrd="0" destOrd="0" presId="urn:microsoft.com/office/officeart/2005/8/layout/balance1"/>
    <dgm:cxn modelId="{E8E33C30-85DA-4B7B-9B68-14645D32E97A}" type="presParOf" srcId="{0382A5FE-1955-46DD-B786-9B4ACF3243EF}" destId="{FEF2E57D-AFE5-43CD-A6F0-CB91ABC3058F}" srcOrd="1" destOrd="0" presId="urn:microsoft.com/office/officeart/2005/8/layout/balance1"/>
    <dgm:cxn modelId="{5CFF0424-3732-463F-9842-1D421B9B5DFE}" type="presParOf" srcId="{055EFCCE-680E-495A-B71A-448EF41B886E}" destId="{7C2D4B33-C9B4-4884-9BAD-3DA2F2BCE256}" srcOrd="2" destOrd="0" presId="urn:microsoft.com/office/officeart/2005/8/layout/balance1"/>
    <dgm:cxn modelId="{60DF702C-C630-4BDF-9D4E-5624032A25DF}" type="presParOf" srcId="{7C2D4B33-C9B4-4884-9BAD-3DA2F2BCE256}" destId="{7ADC42AD-B20C-4B86-AE53-04ADD3DF2028}" srcOrd="0" destOrd="0" presId="urn:microsoft.com/office/officeart/2005/8/layout/balance1"/>
    <dgm:cxn modelId="{737570EC-EE9D-44CF-AE88-957D282CF80A}" type="presParOf" srcId="{7C2D4B33-C9B4-4884-9BAD-3DA2F2BCE256}" destId="{CF5D4EE5-639D-4CC6-A7B1-8FFDFB2A5CFF}" srcOrd="1" destOrd="0" presId="urn:microsoft.com/office/officeart/2005/8/layout/balance1"/>
    <dgm:cxn modelId="{6974571E-7E56-45B0-98B4-12D494082DE5}" type="presParOf" srcId="{7C2D4B33-C9B4-4884-9BAD-3DA2F2BCE256}" destId="{5A96DBF9-CA1F-4BFE-BAAF-A516FDE43E4E}" srcOrd="2" destOrd="0" presId="urn:microsoft.com/office/officeart/2005/8/layout/balance1"/>
    <dgm:cxn modelId="{77A3DA31-B695-4D50-81D1-3732C4D262F8}" type="presParOf" srcId="{7C2D4B33-C9B4-4884-9BAD-3DA2F2BCE256}" destId="{B0DF48A1-0BF5-4F51-992A-B5FE91BF5A72}" srcOrd="3" destOrd="0" presId="urn:microsoft.com/office/officeart/2005/8/layout/balance1"/>
    <dgm:cxn modelId="{77619723-110A-4F8B-A1C6-FBA930D3E90A}" type="presParOf" srcId="{7C2D4B33-C9B4-4884-9BAD-3DA2F2BCE256}" destId="{AEFD1078-C2C2-4777-9082-4368E08AA053}" srcOrd="4" destOrd="0" presId="urn:microsoft.com/office/officeart/2005/8/layout/balance1"/>
    <dgm:cxn modelId="{DA75D950-7A3E-47B4-927E-1C922A9A067A}" type="presParOf" srcId="{7C2D4B33-C9B4-4884-9BAD-3DA2F2BCE256}" destId="{A3E2EF8C-C216-4F14-9805-76E5D7653635}" srcOrd="5" destOrd="0" presId="urn:microsoft.com/office/officeart/2005/8/layout/balance1"/>
    <dgm:cxn modelId="{D9F1E8DC-AEBA-48F4-A26C-D8E6898BD741}" type="presParOf" srcId="{7C2D4B33-C9B4-4884-9BAD-3DA2F2BCE256}" destId="{C0787173-791E-45DF-8CF2-893E5BF79F65}" srcOrd="6" destOrd="0" presId="urn:microsoft.com/office/officeart/2005/8/layout/balance1"/>
    <dgm:cxn modelId="{D66E5331-4F28-403F-9D71-CBC51AB0FF99}" type="presParOf" srcId="{7C2D4B33-C9B4-4884-9BAD-3DA2F2BCE256}" destId="{4FB3BA01-1845-44EA-9174-7B04069B1B0E}" srcOrd="7" destOrd="0" presId="urn:microsoft.com/office/officeart/2005/8/layout/balanc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3D0F11-F9CC-4E46-ADC0-2588D98BF8A2}">
      <dsp:nvSpPr>
        <dsp:cNvPr id="0" name=""/>
        <dsp:cNvSpPr/>
      </dsp:nvSpPr>
      <dsp:spPr>
        <a:xfrm>
          <a:off x="8083" y="142531"/>
          <a:ext cx="1756789" cy="247872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tretch>
            <a:fillRect r="-4096"/>
          </a:stretch>
        </a:blipFill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kern="1200">
              <a:noFill/>
            </a:rPr>
            <a:t> </a:t>
          </a:r>
        </a:p>
      </dsp:txBody>
      <dsp:txXfrm>
        <a:off x="59538" y="193986"/>
        <a:ext cx="1653879" cy="2375814"/>
      </dsp:txXfrm>
    </dsp:sp>
    <dsp:sp modelId="{D0F0C67F-B8B9-4D9D-8AFB-B8FAD9EC6F8C}">
      <dsp:nvSpPr>
        <dsp:cNvPr id="0" name=""/>
        <dsp:cNvSpPr/>
      </dsp:nvSpPr>
      <dsp:spPr>
        <a:xfrm>
          <a:off x="1968271" y="1129679"/>
          <a:ext cx="431203" cy="5044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100" kern="1200"/>
        </a:p>
      </dsp:txBody>
      <dsp:txXfrm>
        <a:off x="1968271" y="1230564"/>
        <a:ext cx="301842" cy="302657"/>
      </dsp:txXfrm>
    </dsp:sp>
    <dsp:sp modelId="{A89F3E4D-BEE4-4547-BAE4-638E9FE6D2FB}">
      <dsp:nvSpPr>
        <dsp:cNvPr id="0" name=""/>
        <dsp:cNvSpPr/>
      </dsp:nvSpPr>
      <dsp:spPr>
        <a:xfrm>
          <a:off x="2578465" y="178956"/>
          <a:ext cx="1729676" cy="240587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tretch>
            <a:fillRect r="-4167"/>
          </a:stretch>
        </a:blipFill>
        <a:ln w="25400" cap="flat" cmpd="sng" algn="ctr">
          <a:solidFill>
            <a:schemeClr val="accent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kern="1200" dirty="0">
              <a:noFill/>
            </a:rPr>
            <a:t> </a:t>
          </a:r>
        </a:p>
      </dsp:txBody>
      <dsp:txXfrm>
        <a:off x="2629125" y="229616"/>
        <a:ext cx="1628356" cy="2304554"/>
      </dsp:txXfrm>
    </dsp:sp>
    <dsp:sp modelId="{46422036-5488-487F-9DF8-D9C011F83F46}">
      <dsp:nvSpPr>
        <dsp:cNvPr id="0" name=""/>
        <dsp:cNvSpPr/>
      </dsp:nvSpPr>
      <dsp:spPr>
        <a:xfrm rot="16200000">
          <a:off x="6731761" y="-14113"/>
          <a:ext cx="203148" cy="5044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100" kern="1200"/>
        </a:p>
      </dsp:txBody>
      <dsp:txXfrm>
        <a:off x="6762233" y="117244"/>
        <a:ext cx="142204" cy="302657"/>
      </dsp:txXfrm>
    </dsp:sp>
    <dsp:sp modelId="{770A7412-8C9D-4ADE-A255-FDFAA54689E8}">
      <dsp:nvSpPr>
        <dsp:cNvPr id="0" name=""/>
        <dsp:cNvSpPr/>
      </dsp:nvSpPr>
      <dsp:spPr>
        <a:xfrm>
          <a:off x="5121734" y="303029"/>
          <a:ext cx="4014182" cy="215772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altLang="zh-CN" sz="2000" kern="1200" dirty="0">
              <a:ea typeface="宋体" panose="02010600030101010101" pitchFamily="2" charset="-122"/>
            </a:rPr>
            <a:t>1.Large instruction sets</a:t>
          </a: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altLang="zh-CN" sz="2000" kern="1200" dirty="0">
              <a:ea typeface="宋体" panose="02010600030101010101" pitchFamily="2" charset="-122"/>
            </a:rPr>
            <a:t>2.More addressing modes</a:t>
          </a: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altLang="zh-CN" sz="2000" kern="1200" dirty="0">
              <a:ea typeface="宋体" panose="02010600030101010101" pitchFamily="2" charset="-122"/>
            </a:rPr>
            <a:t>3.</a:t>
          </a:r>
          <a:r>
            <a:rPr lang="en-US" altLang="zh-CN" sz="2000" kern="1200" dirty="0">
              <a:ea typeface="宋体" panose="02010600030101010101" pitchFamily="2" charset="-122"/>
            </a:rPr>
            <a:t>Various </a:t>
          </a:r>
          <a:r>
            <a:rPr lang="en-GB" altLang="zh-CN" sz="2000" kern="1200" dirty="0">
              <a:ea typeface="宋体" panose="02010600030101010101" pitchFamily="2" charset="-122"/>
            </a:rPr>
            <a:t>HLL statements implement</a:t>
          </a:r>
          <a:r>
            <a:rPr lang="en-US" altLang="zh-CN" sz="2000" kern="1200" dirty="0">
              <a:ea typeface="宋体" panose="02010600030101010101" pitchFamily="2" charset="-122"/>
            </a:rPr>
            <a:t>ed in h</a:t>
          </a:r>
          <a:r>
            <a:rPr lang="en-GB" altLang="zh-CN" sz="2000" kern="1200" dirty="0" err="1">
              <a:ea typeface="宋体" panose="02010600030101010101" pitchFamily="2" charset="-122"/>
            </a:rPr>
            <a:t>ardware</a:t>
          </a:r>
          <a:r>
            <a:rPr lang="en-GB" altLang="zh-CN" sz="2000" kern="1200" dirty="0">
              <a:ea typeface="宋体" panose="02010600030101010101" pitchFamily="2" charset="-122"/>
            </a:rPr>
            <a:t>.  e.g. CASE (switch) on VAX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 dirty="0"/>
        </a:p>
      </dsp:txBody>
      <dsp:txXfrm>
        <a:off x="5184932" y="366227"/>
        <a:ext cx="3887786" cy="20313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4E510E-3A7C-4BC2-9626-145BC7BE8518}">
      <dsp:nvSpPr>
        <dsp:cNvPr id="0" name=""/>
        <dsp:cNvSpPr/>
      </dsp:nvSpPr>
      <dsp:spPr>
        <a:xfrm>
          <a:off x="0" y="138189"/>
          <a:ext cx="6048672" cy="2419468"/>
        </a:xfrm>
        <a:prstGeom prst="leftRightRibb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9678EAB-853F-4A48-99F9-D2E1B02C768E}">
      <dsp:nvSpPr>
        <dsp:cNvPr id="0" name=""/>
        <dsp:cNvSpPr/>
      </dsp:nvSpPr>
      <dsp:spPr>
        <a:xfrm>
          <a:off x="725840" y="561596"/>
          <a:ext cx="1996061" cy="1185539"/>
        </a:xfrm>
        <a:prstGeom prst="rect">
          <a:avLst/>
        </a:prstGeom>
        <a:noFill/>
        <a:ln w="38100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156464" rIns="0" bIns="1676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4400" kern="1200" dirty="0"/>
            <a:t>simple</a:t>
          </a:r>
          <a:endParaRPr lang="zh-CN" altLang="en-US" sz="4400" kern="1200" dirty="0"/>
        </a:p>
      </dsp:txBody>
      <dsp:txXfrm>
        <a:off x="725840" y="561596"/>
        <a:ext cx="1996061" cy="1185539"/>
      </dsp:txXfrm>
    </dsp:sp>
    <dsp:sp modelId="{C8F92009-EA5E-473E-8CF3-3947EA31A9FE}">
      <dsp:nvSpPr>
        <dsp:cNvPr id="0" name=""/>
        <dsp:cNvSpPr/>
      </dsp:nvSpPr>
      <dsp:spPr>
        <a:xfrm>
          <a:off x="3024336" y="948711"/>
          <a:ext cx="2358982" cy="1185539"/>
        </a:xfrm>
        <a:prstGeom prst="rect">
          <a:avLst/>
        </a:prstGeom>
        <a:noFill/>
        <a:ln w="38100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156464" rIns="0" bIns="1676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4400" kern="1200" dirty="0"/>
            <a:t>complex</a:t>
          </a:r>
          <a:endParaRPr lang="zh-CN" altLang="en-US" sz="4400" kern="1200" dirty="0"/>
        </a:p>
      </dsp:txBody>
      <dsp:txXfrm>
        <a:off x="3024336" y="948711"/>
        <a:ext cx="2358982" cy="11855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alance1">
  <dgm:title val=""/>
  <dgm:desc val=""/>
  <dgm:catLst>
    <dgm:cat type="relationship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25" srcId="2" destId="23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2"/>
        <dgm:pt modelId="21"/>
        <dgm:pt modelId="22"/>
        <dgm:pt modelId="23"/>
      </dgm:ptLst>
      <dgm:cxnLst>
        <dgm:cxn modelId="4" srcId="0" destId="1" srcOrd="0" destOrd="0"/>
        <dgm:cxn modelId="5" srcId="0" destId="2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25" srcId="2" destId="21" srcOrd="0" destOrd="0"/>
        <dgm:cxn modelId="26" srcId="2" destId="22" srcOrd="0" destOrd="0"/>
        <dgm:cxn modelId="27" srcId="2" destId="23" srcOrd="0" destOrd="0"/>
      </dgm:cxnLst>
      <dgm:bg/>
      <dgm:whole/>
    </dgm:dataModel>
  </dgm:clrData>
  <dgm:layoutNode name="outerComposite">
    <dgm:varLst>
      <dgm:chMax val="2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>
      <dgm:constr type="h" for="ch" forName="parentComposite" refType="h" refFor="ch" refForName="dummyMaxCanvas" op="equ" fact="0.2"/>
      <dgm:constr type="t" for="ch" forName="parentComposite"/>
      <dgm:constr type="h" for="ch" forName="childrenComposite" refType="h" refFor="ch" refForName="dummyMaxCanvas" op="equ" fact="0.8"/>
      <dgm:constr type="t" for="ch" forName="childrenComposite" refType="h" refFor="ch" refForName="dummyMaxCanvas" fact="0.2"/>
    </dgm:constrLst>
    <dgm:ruleLst/>
    <dgm:layoutNode name="dummyMaxCanvas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arentComposite">
      <dgm:alg type="composite"/>
      <dgm:shape xmlns:r="http://schemas.openxmlformats.org/officeDocument/2006/relationships" r:blip="">
        <dgm:adjLst/>
      </dgm:shape>
      <dgm:presOf/>
      <dgm:constrLst>
        <dgm:constr type="w" for="ch" forName="parent1" refType="w" fact="0.36"/>
        <dgm:constr type="ctrX" for="ch" forName="parent1" refType="w" fact="0.24"/>
        <dgm:constr type="w" for="ch" forName="parent2" refType="w" fact="0.36"/>
        <dgm:constr type="ctrX" for="ch" forName="parent2" refType="w" fact="0.76"/>
        <dgm:constr type="primFontSz" for="ch" ptType="node" op="equ"/>
      </dgm:constrLst>
      <dgm:ruleLst/>
      <dgm:layoutNode name="parent1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arent2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st="2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</dgm:layoutNode>
    <dgm:layoutNode name="childrenComposite">
      <dgm:alg type="composite"/>
      <dgm:shape xmlns:r="http://schemas.openxmlformats.org/officeDocument/2006/relationships" r:blip="">
        <dgm:adjLst/>
      </dgm:shape>
      <dgm:presOf/>
      <dgm:constrLst>
        <dgm:constr type="primFontSz" for="ch" ptType="node" op="equ" val="65"/>
        <dgm:constr type="w" for="ch" forName="fulcrum" refType="w" fact="0.15"/>
        <dgm:constr type="h" for="ch" forName="fulcrum" refType="w" refFor="ch" refForName="fulcrum"/>
        <dgm:constr type="b" for="ch" forName="fulcrum" refType="h"/>
        <dgm:constr type="ctrX" for="ch" forName="fulcrum" refType="w" fact="0.5"/>
        <dgm:constr type="w" for="ch" forName="balance_00" refType="w" fact="0.9"/>
        <dgm:constr type="h" for="ch" forName="balance_00" refType="h" fact="0.076"/>
        <dgm:constr type="b" for="ch" forName="balance_00" refType="h" fact="0.81"/>
        <dgm:constr type="ctrX" for="ch" forName="balance_00" refType="w" fact="0.5"/>
        <dgm:constr type="w" for="ch" forName="balance_01" refType="w"/>
        <dgm:constr type="h" for="ch" forName="balance_01" refType="h" fact="0.157"/>
        <dgm:constr type="b" for="ch" forName="balance_01" refType="h" fact="0.85"/>
        <dgm:constr type="ctrX" for="ch" forName="balance_01" refType="w" fact="0.5"/>
        <dgm:constr type="w" for="ch" forName="balance_02" refType="w"/>
        <dgm:constr type="h" for="ch" forName="balance_02" refType="h" fact="0.157"/>
        <dgm:constr type="b" for="ch" forName="balance_02" refType="h" fact="0.85"/>
        <dgm:constr type="ctrX" for="ch" forName="balance_02" refType="w" fact="0.5"/>
        <dgm:constr type="w" for="ch" forName="balance_03" refType="w"/>
        <dgm:constr type="h" for="ch" forName="balance_03" refType="h" fact="0.157"/>
        <dgm:constr type="b" for="ch" forName="balance_03" refType="h" fact="0.85"/>
        <dgm:constr type="ctrX" for="ch" forName="balance_03" refType="w" fact="0.5"/>
        <dgm:constr type="w" for="ch" forName="balance_04" refType="w"/>
        <dgm:constr type="h" for="ch" forName="balance_04" refType="h" fact="0.157"/>
        <dgm:constr type="b" for="ch" forName="balance_04" refType="h" fact="0.85"/>
        <dgm:constr type="ctrX" for="ch" forName="balance_04" refType="w" fact="0.5"/>
        <dgm:constr type="w" for="ch" forName="balance_10" refType="w"/>
        <dgm:constr type="h" for="ch" forName="balance_10" refType="h" fact="0.157"/>
        <dgm:constr type="b" for="ch" forName="balance_10" refType="h" fact="0.85"/>
        <dgm:constr type="ctrX" for="ch" forName="balance_10" refType="w" fact="0.5"/>
        <dgm:constr type="w" for="ch" forName="balance_11" refType="w" fact="0.9"/>
        <dgm:constr type="h" for="ch" forName="balance_11" refType="h" fact="0.076"/>
        <dgm:constr type="b" for="ch" forName="balance_11" refType="h" fact="0.81"/>
        <dgm:constr type="ctrX" for="ch" forName="balance_11" refType="w" fact="0.5"/>
        <dgm:constr type="w" for="ch" forName="balance_12" refType="w"/>
        <dgm:constr type="h" for="ch" forName="balance_12" refType="h" fact="0.157"/>
        <dgm:constr type="b" for="ch" forName="balance_12" refType="h" fact="0.85"/>
        <dgm:constr type="ctrX" for="ch" forName="balance_12" refType="w" fact="0.5"/>
        <dgm:constr type="w" for="ch" forName="balance_13" refType="w"/>
        <dgm:constr type="h" for="ch" forName="balance_13" refType="h" fact="0.157"/>
        <dgm:constr type="b" for="ch" forName="balance_13" refType="h" fact="0.85"/>
        <dgm:constr type="ctrX" for="ch" forName="balance_13" refType="w" fact="0.5"/>
        <dgm:constr type="w" for="ch" forName="balance_14" refType="w"/>
        <dgm:constr type="h" for="ch" forName="balance_14" refType="h" fact="0.157"/>
        <dgm:constr type="b" for="ch" forName="balance_14" refType="h" fact="0.85"/>
        <dgm:constr type="ctrX" for="ch" forName="balance_14" refType="w" fact="0.5"/>
        <dgm:constr type="w" for="ch" forName="balance_20" refType="w"/>
        <dgm:constr type="h" for="ch" forName="balance_20" refType="h" fact="0.157"/>
        <dgm:constr type="b" for="ch" forName="balance_20" refType="h" fact="0.85"/>
        <dgm:constr type="ctrX" for="ch" forName="balance_20" refType="w" fact="0.5"/>
        <dgm:constr type="w" for="ch" forName="balance_21" refType="w"/>
        <dgm:constr type="h" for="ch" forName="balance_21" refType="h" fact="0.157"/>
        <dgm:constr type="b" for="ch" forName="balance_21" refType="h" fact="0.85"/>
        <dgm:constr type="ctrX" for="ch" forName="balance_21" refType="w" fact="0.5"/>
        <dgm:constr type="w" for="ch" forName="balance_22" refType="w" fact="0.9"/>
        <dgm:constr type="h" for="ch" forName="balance_22" refType="h" fact="0.076"/>
        <dgm:constr type="b" for="ch" forName="balance_22" refType="h" fact="0.81"/>
        <dgm:constr type="ctrX" for="ch" forName="balance_22" refType="w" fact="0.5"/>
        <dgm:constr type="w" for="ch" forName="balance_23" refType="w"/>
        <dgm:constr type="h" for="ch" forName="balance_23" refType="h" fact="0.157"/>
        <dgm:constr type="b" for="ch" forName="balance_23" refType="h" fact="0.85"/>
        <dgm:constr type="ctrX" for="ch" forName="balance_23" refType="w" fact="0.5"/>
        <dgm:constr type="w" for="ch" forName="balance_24" refType="w"/>
        <dgm:constr type="h" for="ch" forName="balance_24" refType="h" fact="0.157"/>
        <dgm:constr type="b" for="ch" forName="balance_24" refType="h" fact="0.85"/>
        <dgm:constr type="ctrX" for="ch" forName="balance_24" refType="w" fact="0.5"/>
        <dgm:constr type="w" for="ch" forName="balance_30" refType="w"/>
        <dgm:constr type="h" for="ch" forName="balance_30" refType="h" fact="0.157"/>
        <dgm:constr type="b" for="ch" forName="balance_30" refType="h" fact="0.85"/>
        <dgm:constr type="ctrX" for="ch" forName="balance_30" refType="w" fact="0.5"/>
        <dgm:constr type="w" for="ch" forName="balance_31" refType="w"/>
        <dgm:constr type="h" for="ch" forName="balance_31" refType="h" fact="0.157"/>
        <dgm:constr type="b" for="ch" forName="balance_31" refType="h" fact="0.85"/>
        <dgm:constr type="ctrX" for="ch" forName="balance_31" refType="w" fact="0.5"/>
        <dgm:constr type="w" for="ch" forName="balance_32" refType="w"/>
        <dgm:constr type="h" for="ch" forName="balance_32" refType="h" fact="0.157"/>
        <dgm:constr type="b" for="ch" forName="balance_32" refType="h" fact="0.85"/>
        <dgm:constr type="ctrX" for="ch" forName="balance_32" refType="w" fact="0.5"/>
        <dgm:constr type="w" for="ch" forName="balance_33" refType="w" fact="0.9"/>
        <dgm:constr type="h" for="ch" forName="balance_33" refType="h" fact="0.076"/>
        <dgm:constr type="b" for="ch" forName="balance_33" refType="h" fact="0.81"/>
        <dgm:constr type="ctrX" for="ch" forName="balance_33" refType="w" fact="0.5"/>
        <dgm:constr type="w" for="ch" forName="balance_34" refType="w"/>
        <dgm:constr type="h" for="ch" forName="balance_34" refType="h" fact="0.157"/>
        <dgm:constr type="b" for="ch" forName="balance_34" refType="h" fact="0.85"/>
        <dgm:constr type="ctrX" for="ch" forName="balance_34" refType="w" fact="0.5"/>
        <dgm:constr type="w" for="ch" forName="balance_40" refType="w"/>
        <dgm:constr type="h" for="ch" forName="balance_40" refType="h" fact="0.157"/>
        <dgm:constr type="b" for="ch" forName="balance_40" refType="h" fact="0.85"/>
        <dgm:constr type="ctrX" for="ch" forName="balance_40" refType="w" fact="0.5"/>
        <dgm:constr type="w" for="ch" forName="balance_41" refType="w"/>
        <dgm:constr type="h" for="ch" forName="balance_41" refType="h" fact="0.157"/>
        <dgm:constr type="b" for="ch" forName="balance_41" refType="h" fact="0.85"/>
        <dgm:constr type="ctrX" for="ch" forName="balance_41" refType="w" fact="0.5"/>
        <dgm:constr type="w" for="ch" forName="balance_42" refType="w"/>
        <dgm:constr type="h" for="ch" forName="balance_42" refType="h" fact="0.157"/>
        <dgm:constr type="b" for="ch" forName="balance_42" refType="h" fact="0.85"/>
        <dgm:constr type="ctrX" for="ch" forName="balance_42" refType="w" fact="0.5"/>
        <dgm:constr type="w" for="ch" forName="balance_43" refType="w"/>
        <dgm:constr type="h" for="ch" forName="balance_43" refType="h" fact="0.157"/>
        <dgm:constr type="b" for="ch" forName="balance_43" refType="h" fact="0.85"/>
        <dgm:constr type="ctrX" for="ch" forName="balance_43" refType="w" fact="0.5"/>
        <dgm:constr type="w" for="ch" forName="balance_44" refType="w" fact="0.9"/>
        <dgm:constr type="h" for="ch" forName="balance_44" refType="h" fact="0.076"/>
        <dgm:constr type="b" for="ch" forName="balance_44" refType="h" fact="0.81"/>
        <dgm:constr type="ctrX" for="ch" forName="balance_44" refType="w" fact="0.5"/>
        <dgm:constr type="w" for="ch" forName="right_01_1" refType="w" fact="0.4"/>
        <dgm:constr type="h" for="ch" forName="right_01_1" refType="h" fact="0.7"/>
        <dgm:constr type="b" for="ch" forName="right_01_1" refType="h" fact="0.76"/>
        <dgm:constr type="ctrX" for="ch" forName="right_01_1" refType="w" fact="0.78"/>
        <dgm:constr type="w" for="ch" forName="left_10_1" refType="w" fact="0.4"/>
        <dgm:constr type="h" for="ch" forName="left_10_1" refType="h" fact="0.7"/>
        <dgm:constr type="b" for="ch" forName="left_10_1" refType="h" fact="0.76"/>
        <dgm:constr type="ctrX" for="ch" forName="left_10_1" refType="w" fact="0.22"/>
        <dgm:constr type="w" for="ch" forName="right_11_1" refType="w" fact="0.36"/>
        <dgm:constr type="h" for="ch" forName="right_11_1" refType="h" fact="0.67"/>
        <dgm:constr type="b" for="ch" forName="right_11_1" refType="h" fact="0.725"/>
        <dgm:constr type="ctrX" for="ch" forName="right_11_1" refType="w" fact="0.76"/>
        <dgm:constr type="w" for="ch" forName="left_11_1" refType="w" fact="0.36"/>
        <dgm:constr type="h" for="ch" forName="left_11_1" refType="h" fact="0.67"/>
        <dgm:constr type="b" for="ch" forName="left_11_1" refType="h" fact="0.725"/>
        <dgm:constr type="ctrX" for="ch" forName="left_11_1" refType="w" fact="0.24"/>
        <dgm:constr type="w" for="ch" forName="right_02_1" refType="w" fact="0.388"/>
        <dgm:constr type="h" for="ch" forName="right_02_1" refType="h" fact="0.36"/>
        <dgm:constr type="b" for="ch" forName="right_02_1" refType="h" fact="0.76"/>
        <dgm:constr type="ctrX" for="ch" forName="right_02_1" refType="w" fact="0.77"/>
        <dgm:constr type="w" for="ch" forName="right_02_2" refType="w" fact="0.388"/>
        <dgm:constr type="h" for="ch" forName="right_02_2" refType="h" fact="0.36"/>
        <dgm:constr type="b" for="ch" forName="right_02_2" refType="h" fact="0.42"/>
        <dgm:constr type="ctrX" for="ch" forName="right_02_2" refType="w" fact="0.79"/>
        <dgm:constr type="w" for="ch" forName="left_20_1" refType="w" fact="0.388"/>
        <dgm:constr type="h" for="ch" forName="left_20_1" refType="h" fact="0.36"/>
        <dgm:constr type="b" for="ch" forName="left_20_1" refType="h" fact="0.76"/>
        <dgm:constr type="ctrX" for="ch" forName="left_20_1" refType="w" fact="0.23"/>
        <dgm:constr type="w" for="ch" forName="left_20_2" refType="w" fact="0.388"/>
        <dgm:constr type="h" for="ch" forName="left_20_2" refType="h" fact="0.36"/>
        <dgm:constr type="b" for="ch" forName="left_20_2" refType="h" fact="0.42"/>
        <dgm:constr type="ctrX" for="ch" forName="left_20_2" refType="w" fact="0.21"/>
        <dgm:constr type="w" for="ch" forName="right_12_1" refType="w" fact="0.388"/>
        <dgm:constr type="h" for="ch" forName="right_12_1" refType="h" fact="0.36"/>
        <dgm:constr type="b" for="ch" forName="right_12_1" refType="h" fact="0.76"/>
        <dgm:constr type="ctrX" for="ch" forName="right_12_1" refType="w" fact="0.77"/>
        <dgm:constr type="w" for="ch" forName="right_12_2" refType="w" fact="0.388"/>
        <dgm:constr type="h" for="ch" forName="right_12_2" refType="h" fact="0.36"/>
        <dgm:constr type="b" for="ch" forName="right_12_2" refType="h" fact="0.42"/>
        <dgm:constr type="ctrX" for="ch" forName="right_12_2" refType="w" fact="0.79"/>
        <dgm:constr type="w" for="ch" forName="left_12_1" refType="w" fact="0.388"/>
        <dgm:constr type="h" for="ch" forName="left_12_1" refType="h" fact="0.36"/>
        <dgm:constr type="b" for="ch" forName="left_12_1" refType="h" fact="0.715"/>
        <dgm:constr type="ctrX" for="ch" forName="left_12_1" refType="w" fact="0.255"/>
        <dgm:constr type="w" for="ch" forName="right_22_1" refType="w" fact="0.36"/>
        <dgm:constr type="h" for="ch" forName="right_22_1" refType="h" fact="0.32"/>
        <dgm:constr type="b" for="ch" forName="right_22_1" refType="h" fact="0.725"/>
        <dgm:constr type="ctrX" for="ch" forName="right_22_1" refType="w" fact="0.76"/>
        <dgm:constr type="w" for="ch" forName="right_22_2" refType="w" fact="0.36"/>
        <dgm:constr type="h" for="ch" forName="right_22_2" refType="h" fact="0.32"/>
        <dgm:constr type="b" for="ch" forName="right_22_2" refType="h" fact="0.39"/>
        <dgm:constr type="ctrX" for="ch" forName="right_22_2" refType="w" fact="0.76"/>
        <dgm:constr type="w" for="ch" forName="left_22_1" refType="w" fact="0.36"/>
        <dgm:constr type="h" for="ch" forName="left_22_1" refType="h" fact="0.32"/>
        <dgm:constr type="b" for="ch" forName="left_22_1" refType="h" fact="0.725"/>
        <dgm:constr type="ctrX" for="ch" forName="left_22_1" refType="w" fact="0.24"/>
        <dgm:constr type="w" for="ch" forName="left_22_2" refType="w" fact="0.36"/>
        <dgm:constr type="h" for="ch" forName="left_22_2" refType="h" fact="0.32"/>
        <dgm:constr type="b" for="ch" forName="left_22_2" refType="h" fact="0.39"/>
        <dgm:constr type="ctrX" for="ch" forName="left_22_2" refType="w" fact="0.24"/>
        <dgm:constr type="w" for="ch" forName="left_21_1" refType="w" fact="0.388"/>
        <dgm:constr type="h" for="ch" forName="left_21_1" refType="h" fact="0.36"/>
        <dgm:constr type="b" for="ch" forName="left_21_1" refType="h" fact="0.76"/>
        <dgm:constr type="ctrX" for="ch" forName="left_21_1" refType="w" fact="0.23"/>
        <dgm:constr type="w" for="ch" forName="left_21_2" refType="w" fact="0.388"/>
        <dgm:constr type="h" for="ch" forName="left_21_2" refType="h" fact="0.36"/>
        <dgm:constr type="b" for="ch" forName="left_21_2" refType="h" fact="0.42"/>
        <dgm:constr type="ctrX" for="ch" forName="left_21_2" refType="w" fact="0.21"/>
        <dgm:constr type="w" for="ch" forName="right_21_1" refType="w" fact="0.388"/>
        <dgm:constr type="h" for="ch" forName="right_21_1" refType="h" fact="0.36"/>
        <dgm:constr type="b" for="ch" forName="right_21_1" refType="h" fact="0.715"/>
        <dgm:constr type="ctrX" for="ch" forName="right_21_1" refType="w" fact="0.745"/>
        <dgm:constr type="w" for="ch" forName="right_03_1" refType="w" fact="0.37"/>
        <dgm:constr type="h" for="ch" forName="right_03_1" refType="h" fact="0.24"/>
        <dgm:constr type="b" for="ch" forName="right_03_1" refType="h" fact="0.76"/>
        <dgm:constr type="ctrX" for="ch" forName="right_03_1" refType="w" fact="0.77"/>
        <dgm:constr type="w" for="ch" forName="right_03_2" refType="w" fact="0.37"/>
        <dgm:constr type="h" for="ch" forName="right_03_2" refType="h" fact="0.24"/>
        <dgm:constr type="b" for="ch" forName="right_03_2" refType="h" fact="0.535"/>
        <dgm:constr type="ctrX" for="ch" forName="right_03_2" refType="w" fact="0.783"/>
        <dgm:constr type="w" for="ch" forName="right_03_3" refType="w" fact="0.37"/>
        <dgm:constr type="h" for="ch" forName="right_03_3" refType="h" fact="0.24"/>
        <dgm:constr type="b" for="ch" forName="right_03_3" refType="h" fact="0.315"/>
        <dgm:constr type="ctrX" for="ch" forName="right_03_3" refType="w" fact="0.796"/>
        <dgm:constr type="w" for="ch" forName="left_30_1" refType="w" fact="0.37"/>
        <dgm:constr type="h" for="ch" forName="left_30_1" refType="h" fact="0.24"/>
        <dgm:constr type="b" for="ch" forName="left_30_1" refType="h" fact="0.76"/>
        <dgm:constr type="ctrX" for="ch" forName="left_30_1" refType="w" fact="0.23"/>
        <dgm:constr type="w" for="ch" forName="left_30_2" refType="w" fact="0.37"/>
        <dgm:constr type="h" for="ch" forName="left_30_2" refType="h" fact="0.24"/>
        <dgm:constr type="b" for="ch" forName="left_30_2" refType="h" fact="0.535"/>
        <dgm:constr type="ctrX" for="ch" forName="left_30_2" refType="w" fact="0.217"/>
        <dgm:constr type="w" for="ch" forName="left_30_3" refType="w" fact="0.37"/>
        <dgm:constr type="h" for="ch" forName="left_30_3" refType="h" fact="0.24"/>
        <dgm:constr type="b" for="ch" forName="left_30_3" refType="h" fact="0.315"/>
        <dgm:constr type="ctrX" for="ch" forName="left_30_3" refType="w" fact="0.204"/>
        <dgm:constr type="w" for="ch" forName="right_13_1" refType="w" fact="0.37"/>
        <dgm:constr type="h" for="ch" forName="right_13_1" refType="h" fact="0.24"/>
        <dgm:constr type="b" for="ch" forName="right_13_1" refType="h" fact="0.76"/>
        <dgm:constr type="ctrX" for="ch" forName="right_13_1" refType="w" fact="0.77"/>
        <dgm:constr type="w" for="ch" forName="right_13_2" refType="w" fact="0.37"/>
        <dgm:constr type="h" for="ch" forName="right_13_2" refType="h" fact="0.24"/>
        <dgm:constr type="b" for="ch" forName="right_13_2" refType="h" fact="0.535"/>
        <dgm:constr type="ctrX" for="ch" forName="right_13_2" refType="w" fact="0.783"/>
        <dgm:constr type="w" for="ch" forName="right_13_3" refType="w" fact="0.37"/>
        <dgm:constr type="h" for="ch" forName="right_13_3" refType="h" fact="0.24"/>
        <dgm:constr type="b" for="ch" forName="right_13_3" refType="h" fact="0.315"/>
        <dgm:constr type="ctrX" for="ch" forName="right_13_3" refType="w" fact="0.796"/>
        <dgm:constr type="w" for="ch" forName="left_13_1" refType="w" fact="0.37"/>
        <dgm:constr type="h" for="ch" forName="left_13_1" refType="h" fact="0.24"/>
        <dgm:constr type="b" for="ch" forName="left_13_1" refType="h" fact="0.715"/>
        <dgm:constr type="ctrX" for="ch" forName="left_13_1" refType="w" fact="0.255"/>
        <dgm:constr type="w" for="ch" forName="left_31_1" refType="w" fact="0.37"/>
        <dgm:constr type="h" for="ch" forName="left_31_1" refType="h" fact="0.24"/>
        <dgm:constr type="b" for="ch" forName="left_31_1" refType="h" fact="0.76"/>
        <dgm:constr type="ctrX" for="ch" forName="left_31_1" refType="w" fact="0.23"/>
        <dgm:constr type="w" for="ch" forName="left_31_2" refType="w" fact="0.37"/>
        <dgm:constr type="h" for="ch" forName="left_31_2" refType="h" fact="0.24"/>
        <dgm:constr type="b" for="ch" forName="left_31_2" refType="h" fact="0.535"/>
        <dgm:constr type="ctrX" for="ch" forName="left_31_2" refType="w" fact="0.217"/>
        <dgm:constr type="w" for="ch" forName="left_31_3" refType="w" fact="0.37"/>
        <dgm:constr type="h" for="ch" forName="left_31_3" refType="h" fact="0.24"/>
        <dgm:constr type="b" for="ch" forName="left_31_3" refType="h" fact="0.315"/>
        <dgm:constr type="ctrX" for="ch" forName="left_31_3" refType="w" fact="0.204"/>
        <dgm:constr type="w" for="ch" forName="right_31_1" refType="w" fact="0.37"/>
        <dgm:constr type="h" for="ch" forName="right_31_1" refType="h" fact="0.24"/>
        <dgm:constr type="b" for="ch" forName="right_31_1" refType="h" fact="0.715"/>
        <dgm:constr type="ctrX" for="ch" forName="right_31_1" refType="w" fact="0.745"/>
        <dgm:constr type="w" for="ch" forName="right_23_1" refType="w" fact="0.37"/>
        <dgm:constr type="h" for="ch" forName="right_23_1" refType="h" fact="0.24"/>
        <dgm:constr type="b" for="ch" forName="right_23_1" refType="h" fact="0.76"/>
        <dgm:constr type="ctrX" for="ch" forName="right_23_1" refType="w" fact="0.77"/>
        <dgm:constr type="w" for="ch" forName="right_23_2" refType="w" fact="0.37"/>
        <dgm:constr type="h" for="ch" forName="right_23_2" refType="h" fact="0.24"/>
        <dgm:constr type="b" for="ch" forName="right_23_2" refType="h" fact="0.535"/>
        <dgm:constr type="ctrX" for="ch" forName="right_23_2" refType="w" fact="0.783"/>
        <dgm:constr type="w" for="ch" forName="right_23_3" refType="w" fact="0.37"/>
        <dgm:constr type="h" for="ch" forName="right_23_3" refType="h" fact="0.24"/>
        <dgm:constr type="b" for="ch" forName="right_23_3" refType="h" fact="0.315"/>
        <dgm:constr type="ctrX" for="ch" forName="right_23_3" refType="w" fact="0.796"/>
        <dgm:constr type="w" for="ch" forName="left_23_1" refType="w" fact="0.37"/>
        <dgm:constr type="h" for="ch" forName="left_23_1" refType="h" fact="0.24"/>
        <dgm:constr type="b" for="ch" forName="left_23_1" refType="h" fact="0.715"/>
        <dgm:constr type="ctrX" for="ch" forName="left_23_1" refType="w" fact="0.255"/>
        <dgm:constr type="w" for="ch" forName="left_23_2" refType="w" fact="0.37"/>
        <dgm:constr type="h" for="ch" forName="left_23_2" refType="h" fact="0.24"/>
        <dgm:constr type="b" for="ch" forName="left_23_2" refType="h" fact="0.49"/>
        <dgm:constr type="ctrX" for="ch" forName="left_23_2" refType="w" fact="0.268"/>
        <dgm:constr type="w" for="ch" forName="left_32_1" refType="w" fact="0.37"/>
        <dgm:constr type="h" for="ch" forName="left_32_1" refType="h" fact="0.24"/>
        <dgm:constr type="b" for="ch" forName="left_32_1" refType="h" fact="0.76"/>
        <dgm:constr type="ctrX" for="ch" forName="left_32_1" refType="w" fact="0.23"/>
        <dgm:constr type="w" for="ch" forName="left_32_2" refType="w" fact="0.37"/>
        <dgm:constr type="h" for="ch" forName="left_32_2" refType="h" fact="0.24"/>
        <dgm:constr type="b" for="ch" forName="left_32_2" refType="h" fact="0.535"/>
        <dgm:constr type="ctrX" for="ch" forName="left_32_2" refType="w" fact="0.217"/>
        <dgm:constr type="w" for="ch" forName="left_32_3" refType="w" fact="0.37"/>
        <dgm:constr type="h" for="ch" forName="left_32_3" refType="h" fact="0.24"/>
        <dgm:constr type="b" for="ch" forName="left_32_3" refType="h" fact="0.315"/>
        <dgm:constr type="ctrX" for="ch" forName="left_32_3" refType="w" fact="0.204"/>
        <dgm:constr type="w" for="ch" forName="right_32_1" refType="w" fact="0.37"/>
        <dgm:constr type="h" for="ch" forName="right_32_1" refType="h" fact="0.24"/>
        <dgm:constr type="b" for="ch" forName="right_32_1" refType="h" fact="0.715"/>
        <dgm:constr type="ctrX" for="ch" forName="right_32_1" refType="w" fact="0.745"/>
        <dgm:constr type="w" for="ch" forName="right_32_2" refType="w" fact="0.37"/>
        <dgm:constr type="h" for="ch" forName="right_32_2" refType="h" fact="0.24"/>
        <dgm:constr type="b" for="ch" forName="right_32_2" refType="h" fact="0.49"/>
        <dgm:constr type="ctrX" for="ch" forName="right_32_2" refType="w" fact="0.732"/>
        <dgm:constr type="w" for="ch" forName="right_33_1" refType="w" fact="0.36"/>
        <dgm:constr type="h" for="ch" forName="right_33_1" refType="h" fact="0.21"/>
        <dgm:constr type="b" for="ch" forName="right_33_1" refType="h" fact="0.725"/>
        <dgm:constr type="ctrX" for="ch" forName="right_33_1" refType="w" fact="0.76"/>
        <dgm:constr type="w" for="ch" forName="right_33_2" refType="w" fact="0.36"/>
        <dgm:constr type="h" for="ch" forName="right_33_2" refType="h" fact="0.21"/>
        <dgm:constr type="b" for="ch" forName="right_33_2" refType="h" fact="0.5"/>
        <dgm:constr type="ctrX" for="ch" forName="right_33_2" refType="w" fact="0.76"/>
        <dgm:constr type="w" for="ch" forName="right_33_3" refType="w" fact="0.36"/>
        <dgm:constr type="h" for="ch" forName="right_33_3" refType="h" fact="0.21"/>
        <dgm:constr type="b" for="ch" forName="right_33_3" refType="h" fact="0.275"/>
        <dgm:constr type="ctrX" for="ch" forName="right_33_3" refType="w" fact="0.76"/>
        <dgm:constr type="w" for="ch" forName="left_33_1" refType="w" fact="0.36"/>
        <dgm:constr type="h" for="ch" forName="left_33_1" refType="h" fact="0.21"/>
        <dgm:constr type="b" for="ch" forName="left_33_1" refType="h" fact="0.725"/>
        <dgm:constr type="ctrX" for="ch" forName="left_33_1" refType="w" fact="0.24"/>
        <dgm:constr type="w" for="ch" forName="left_33_2" refType="w" fact="0.36"/>
        <dgm:constr type="h" for="ch" forName="left_33_2" refType="h" fact="0.21"/>
        <dgm:constr type="b" for="ch" forName="left_33_2" refType="h" fact="0.5"/>
        <dgm:constr type="ctrX" for="ch" forName="left_33_2" refType="w" fact="0.24"/>
        <dgm:constr type="w" for="ch" forName="left_33_3" refType="w" fact="0.36"/>
        <dgm:constr type="h" for="ch" forName="left_33_3" refType="h" fact="0.21"/>
        <dgm:constr type="b" for="ch" forName="left_33_3" refType="h" fact="0.275"/>
        <dgm:constr type="ctrX" for="ch" forName="left_33_3" refType="w" fact="0.24"/>
        <dgm:constr type="w" for="ch" forName="right_04_1" refType="w" fact="0.365"/>
        <dgm:constr type="h" for="ch" forName="right_04_1" refType="h" fact="0.185"/>
        <dgm:constr type="b" for="ch" forName="right_04_1" refType="h" fact="0.76"/>
        <dgm:constr type="ctrX" for="ch" forName="right_04_1" refType="w" fact="0.77"/>
        <dgm:constr type="w" for="ch" forName="right_04_2" refType="w" fact="0.365"/>
        <dgm:constr type="h" for="ch" forName="right_04_2" refType="h" fact="0.185"/>
        <dgm:constr type="b" for="ch" forName="right_04_2" refType="h" fact="0.595"/>
        <dgm:constr type="ctrX" for="ch" forName="right_04_2" refType="w" fact="0.78"/>
        <dgm:constr type="w" for="ch" forName="right_04_3" refType="w" fact="0.365"/>
        <dgm:constr type="h" for="ch" forName="right_04_3" refType="h" fact="0.185"/>
        <dgm:constr type="b" for="ch" forName="right_04_3" refType="h" fact="0.43"/>
        <dgm:constr type="ctrX" for="ch" forName="right_04_3" refType="w" fact="0.79"/>
        <dgm:constr type="w" for="ch" forName="right_04_4" refType="w" fact="0.365"/>
        <dgm:constr type="h" for="ch" forName="right_04_4" refType="h" fact="0.185"/>
        <dgm:constr type="b" for="ch" forName="right_04_4" refType="h" fact="0.265"/>
        <dgm:constr type="ctrX" for="ch" forName="right_04_4" refType="w" fact="0.8"/>
        <dgm:constr type="w" for="ch" forName="left_40_1" refType="w" fact="0.365"/>
        <dgm:constr type="h" for="ch" forName="left_40_1" refType="h" fact="0.185"/>
        <dgm:constr type="b" for="ch" forName="left_40_1" refType="h" fact="0.76"/>
        <dgm:constr type="ctrX" for="ch" forName="left_40_1" refType="w" fact="0.23"/>
        <dgm:constr type="w" for="ch" forName="left_40_2" refType="w" fact="0.365"/>
        <dgm:constr type="h" for="ch" forName="left_40_2" refType="h" fact="0.185"/>
        <dgm:constr type="b" for="ch" forName="left_40_2" refType="h" fact="0.595"/>
        <dgm:constr type="ctrX" for="ch" forName="left_40_2" refType="w" fact="0.22"/>
        <dgm:constr type="w" for="ch" forName="left_40_3" refType="w" fact="0.365"/>
        <dgm:constr type="h" for="ch" forName="left_40_3" refType="h" fact="0.185"/>
        <dgm:constr type="b" for="ch" forName="left_40_3" refType="h" fact="0.43"/>
        <dgm:constr type="ctrX" for="ch" forName="left_40_3" refType="w" fact="0.21"/>
        <dgm:constr type="w" for="ch" forName="left_40_4" refType="w" fact="0.365"/>
        <dgm:constr type="h" for="ch" forName="left_40_4" refType="h" fact="0.185"/>
        <dgm:constr type="b" for="ch" forName="left_40_4" refType="h" fact="0.265"/>
        <dgm:constr type="ctrX" for="ch" forName="left_40_4" refType="w" fact="0.2"/>
        <dgm:constr type="w" for="ch" forName="right_14_1" refType="w" fact="0.365"/>
        <dgm:constr type="h" for="ch" forName="right_14_1" refType="h" fact="0.185"/>
        <dgm:constr type="b" for="ch" forName="right_14_1" refType="h" fact="0.76"/>
        <dgm:constr type="ctrX" for="ch" forName="right_14_1" refType="w" fact="0.77"/>
        <dgm:constr type="w" for="ch" forName="right_14_2" refType="w" fact="0.365"/>
        <dgm:constr type="h" for="ch" forName="right_14_2" refType="h" fact="0.185"/>
        <dgm:constr type="b" for="ch" forName="right_14_2" refType="h" fact="0.595"/>
        <dgm:constr type="ctrX" for="ch" forName="right_14_2" refType="w" fact="0.78"/>
        <dgm:constr type="w" for="ch" forName="right_14_3" refType="w" fact="0.365"/>
        <dgm:constr type="h" for="ch" forName="right_14_3" refType="h" fact="0.185"/>
        <dgm:constr type="b" for="ch" forName="right_14_3" refType="h" fact="0.43"/>
        <dgm:constr type="ctrX" for="ch" forName="right_14_3" refType="w" fact="0.79"/>
        <dgm:constr type="w" for="ch" forName="right_14_4" refType="w" fact="0.365"/>
        <dgm:constr type="h" for="ch" forName="right_14_4" refType="h" fact="0.185"/>
        <dgm:constr type="b" for="ch" forName="right_14_4" refType="h" fact="0.265"/>
        <dgm:constr type="ctrX" for="ch" forName="right_14_4" refType="w" fact="0.8"/>
        <dgm:constr type="w" for="ch" forName="left_14_1" refType="w" fact="0.365"/>
        <dgm:constr type="h" for="ch" forName="left_14_1" refType="h" fact="0.185"/>
        <dgm:constr type="b" for="ch" forName="left_14_1" refType="h" fact="0.715"/>
        <dgm:constr type="ctrX" for="ch" forName="left_14_1" refType="w" fact="0.25"/>
        <dgm:constr type="w" for="ch" forName="left_41_1" refType="w" fact="0.365"/>
        <dgm:constr type="h" for="ch" forName="left_41_1" refType="h" fact="0.185"/>
        <dgm:constr type="b" for="ch" forName="left_41_1" refType="h" fact="0.76"/>
        <dgm:constr type="ctrX" for="ch" forName="left_41_1" refType="w" fact="0.23"/>
        <dgm:constr type="w" for="ch" forName="left_41_2" refType="w" fact="0.365"/>
        <dgm:constr type="h" for="ch" forName="left_41_2" refType="h" fact="0.185"/>
        <dgm:constr type="b" for="ch" forName="left_41_2" refType="h" fact="0.595"/>
        <dgm:constr type="ctrX" for="ch" forName="left_41_2" refType="w" fact="0.22"/>
        <dgm:constr type="w" for="ch" forName="left_41_3" refType="w" fact="0.365"/>
        <dgm:constr type="h" for="ch" forName="left_41_3" refType="h" fact="0.185"/>
        <dgm:constr type="b" for="ch" forName="left_41_3" refType="h" fact="0.43"/>
        <dgm:constr type="ctrX" for="ch" forName="left_41_3" refType="w" fact="0.21"/>
        <dgm:constr type="w" for="ch" forName="left_41_4" refType="w" fact="0.365"/>
        <dgm:constr type="h" for="ch" forName="left_41_4" refType="h" fact="0.185"/>
        <dgm:constr type="b" for="ch" forName="left_41_4" refType="h" fact="0.265"/>
        <dgm:constr type="ctrX" for="ch" forName="left_41_4" refType="w" fact="0.2"/>
        <dgm:constr type="w" for="ch" forName="right_41_1" refType="w" fact="0.365"/>
        <dgm:constr type="h" for="ch" forName="right_41_1" refType="h" fact="0.185"/>
        <dgm:constr type="b" for="ch" forName="right_41_1" refType="h" fact="0.715"/>
        <dgm:constr type="ctrX" for="ch" forName="right_41_1" refType="w" fact="0.75"/>
        <dgm:constr type="w" for="ch" forName="right_24_1" refType="w" fact="0.365"/>
        <dgm:constr type="h" for="ch" forName="right_24_1" refType="h" fact="0.185"/>
        <dgm:constr type="b" for="ch" forName="right_24_1" refType="h" fact="0.76"/>
        <dgm:constr type="ctrX" for="ch" forName="right_24_1" refType="w" fact="0.77"/>
        <dgm:constr type="w" for="ch" forName="right_24_2" refType="w" fact="0.365"/>
        <dgm:constr type="h" for="ch" forName="right_24_2" refType="h" fact="0.185"/>
        <dgm:constr type="b" for="ch" forName="right_24_2" refType="h" fact="0.595"/>
        <dgm:constr type="ctrX" for="ch" forName="right_24_2" refType="w" fact="0.78"/>
        <dgm:constr type="w" for="ch" forName="right_24_3" refType="w" fact="0.365"/>
        <dgm:constr type="h" for="ch" forName="right_24_3" refType="h" fact="0.185"/>
        <dgm:constr type="b" for="ch" forName="right_24_3" refType="h" fact="0.43"/>
        <dgm:constr type="ctrX" for="ch" forName="right_24_3" refType="w" fact="0.79"/>
        <dgm:constr type="w" for="ch" forName="right_24_4" refType="w" fact="0.365"/>
        <dgm:constr type="h" for="ch" forName="right_24_4" refType="h" fact="0.185"/>
        <dgm:constr type="b" for="ch" forName="right_24_4" refType="h" fact="0.265"/>
        <dgm:constr type="ctrX" for="ch" forName="right_24_4" refType="w" fact="0.8"/>
        <dgm:constr type="w" for="ch" forName="left_24_1" refType="w" fact="0.365"/>
        <dgm:constr type="h" for="ch" forName="left_24_1" refType="h" fact="0.185"/>
        <dgm:constr type="b" for="ch" forName="left_24_1" refType="h" fact="0.715"/>
        <dgm:constr type="ctrX" for="ch" forName="left_24_1" refType="w" fact="0.25"/>
        <dgm:constr type="w" for="ch" forName="left_24_2" refType="w" fact="0.365"/>
        <dgm:constr type="h" for="ch" forName="left_24_2" refType="h" fact="0.185"/>
        <dgm:constr type="b" for="ch" forName="left_24_2" refType="h" fact="0.55"/>
        <dgm:constr type="ctrX" for="ch" forName="left_24_2" refType="w" fact="0.26"/>
        <dgm:constr type="w" for="ch" forName="left_42_1" refType="w" fact="0.365"/>
        <dgm:constr type="h" for="ch" forName="left_42_1" refType="h" fact="0.185"/>
        <dgm:constr type="b" for="ch" forName="left_42_1" refType="h" fact="0.76"/>
        <dgm:constr type="ctrX" for="ch" forName="left_42_1" refType="w" fact="0.23"/>
        <dgm:constr type="w" for="ch" forName="left_42_2" refType="w" fact="0.365"/>
        <dgm:constr type="h" for="ch" forName="left_42_2" refType="h" fact="0.185"/>
        <dgm:constr type="b" for="ch" forName="left_42_2" refType="h" fact="0.595"/>
        <dgm:constr type="ctrX" for="ch" forName="left_42_2" refType="w" fact="0.22"/>
        <dgm:constr type="w" for="ch" forName="left_42_3" refType="w" fact="0.365"/>
        <dgm:constr type="h" for="ch" forName="left_42_3" refType="h" fact="0.185"/>
        <dgm:constr type="b" for="ch" forName="left_42_3" refType="h" fact="0.43"/>
        <dgm:constr type="ctrX" for="ch" forName="left_42_3" refType="w" fact="0.21"/>
        <dgm:constr type="w" for="ch" forName="left_42_4" refType="w" fact="0.365"/>
        <dgm:constr type="h" for="ch" forName="left_42_4" refType="h" fact="0.185"/>
        <dgm:constr type="b" for="ch" forName="left_42_4" refType="h" fact="0.265"/>
        <dgm:constr type="ctrX" for="ch" forName="left_42_4" refType="w" fact="0.2"/>
        <dgm:constr type="w" for="ch" forName="right_42_1" refType="w" fact="0.365"/>
        <dgm:constr type="h" for="ch" forName="right_42_1" refType="h" fact="0.185"/>
        <dgm:constr type="b" for="ch" forName="right_42_1" refType="h" fact="0.715"/>
        <dgm:constr type="ctrX" for="ch" forName="right_42_1" refType="w" fact="0.75"/>
        <dgm:constr type="w" for="ch" forName="right_42_2" refType="w" fact="0.365"/>
        <dgm:constr type="h" for="ch" forName="right_42_2" refType="h" fact="0.185"/>
        <dgm:constr type="b" for="ch" forName="right_42_2" refType="h" fact="0.55"/>
        <dgm:constr type="ctrX" for="ch" forName="right_42_2" refType="w" fact="0.74"/>
        <dgm:constr type="w" for="ch" forName="right_34_1" refType="w" fact="0.365"/>
        <dgm:constr type="h" for="ch" forName="right_34_1" refType="h" fact="0.185"/>
        <dgm:constr type="b" for="ch" forName="right_34_1" refType="h" fact="0.76"/>
        <dgm:constr type="ctrX" for="ch" forName="right_34_1" refType="w" fact="0.77"/>
        <dgm:constr type="w" for="ch" forName="right_34_2" refType="w" fact="0.365"/>
        <dgm:constr type="h" for="ch" forName="right_34_2" refType="h" fact="0.185"/>
        <dgm:constr type="b" for="ch" forName="right_34_2" refType="h" fact="0.595"/>
        <dgm:constr type="ctrX" for="ch" forName="right_34_2" refType="w" fact="0.78"/>
        <dgm:constr type="w" for="ch" forName="right_34_3" refType="w" fact="0.365"/>
        <dgm:constr type="h" for="ch" forName="right_34_3" refType="h" fact="0.185"/>
        <dgm:constr type="b" for="ch" forName="right_34_3" refType="h" fact="0.43"/>
        <dgm:constr type="ctrX" for="ch" forName="right_34_3" refType="w" fact="0.79"/>
        <dgm:constr type="w" for="ch" forName="right_34_4" refType="w" fact="0.365"/>
        <dgm:constr type="h" for="ch" forName="right_34_4" refType="h" fact="0.185"/>
        <dgm:constr type="b" for="ch" forName="right_34_4" refType="h" fact="0.265"/>
        <dgm:constr type="ctrX" for="ch" forName="right_34_4" refType="w" fact="0.8"/>
        <dgm:constr type="w" for="ch" forName="left_34_1" refType="w" fact="0.365"/>
        <dgm:constr type="h" for="ch" forName="left_34_1" refType="h" fact="0.185"/>
        <dgm:constr type="b" for="ch" forName="left_34_1" refType="h" fact="0.715"/>
        <dgm:constr type="ctrX" for="ch" forName="left_34_1" refType="w" fact="0.25"/>
        <dgm:constr type="w" for="ch" forName="left_34_2" refType="w" fact="0.365"/>
        <dgm:constr type="h" for="ch" forName="left_34_2" refType="h" fact="0.185"/>
        <dgm:constr type="b" for="ch" forName="left_34_2" refType="h" fact="0.55"/>
        <dgm:constr type="ctrX" for="ch" forName="left_34_2" refType="w" fact="0.26"/>
        <dgm:constr type="w" for="ch" forName="left_34_3" refType="w" fact="0.365"/>
        <dgm:constr type="h" for="ch" forName="left_34_3" refType="h" fact="0.185"/>
        <dgm:constr type="b" for="ch" forName="left_34_3" refType="h" fact="0.385"/>
        <dgm:constr type="ctrX" for="ch" forName="left_34_3" refType="w" fact="0.27"/>
        <dgm:constr type="w" for="ch" forName="left_43_1" refType="w" fact="0.365"/>
        <dgm:constr type="h" for="ch" forName="left_43_1" refType="h" fact="0.185"/>
        <dgm:constr type="b" for="ch" forName="left_43_1" refType="h" fact="0.76"/>
        <dgm:constr type="ctrX" for="ch" forName="left_43_1" refType="w" fact="0.23"/>
        <dgm:constr type="w" for="ch" forName="left_43_2" refType="w" fact="0.365"/>
        <dgm:constr type="h" for="ch" forName="left_43_2" refType="h" fact="0.185"/>
        <dgm:constr type="b" for="ch" forName="left_43_2" refType="h" fact="0.595"/>
        <dgm:constr type="ctrX" for="ch" forName="left_43_2" refType="w" fact="0.22"/>
        <dgm:constr type="w" for="ch" forName="left_43_3" refType="w" fact="0.365"/>
        <dgm:constr type="h" for="ch" forName="left_43_3" refType="h" fact="0.185"/>
        <dgm:constr type="b" for="ch" forName="left_43_3" refType="h" fact="0.43"/>
        <dgm:constr type="ctrX" for="ch" forName="left_43_3" refType="w" fact="0.21"/>
        <dgm:constr type="w" for="ch" forName="left_43_4" refType="w" fact="0.365"/>
        <dgm:constr type="h" for="ch" forName="left_43_4" refType="h" fact="0.185"/>
        <dgm:constr type="b" for="ch" forName="left_43_4" refType="h" fact="0.265"/>
        <dgm:constr type="ctrX" for="ch" forName="left_43_4" refType="w" fact="0.2"/>
        <dgm:constr type="w" for="ch" forName="right_43_1" refType="w" fact="0.365"/>
        <dgm:constr type="h" for="ch" forName="right_43_1" refType="h" fact="0.185"/>
        <dgm:constr type="b" for="ch" forName="right_43_1" refType="h" fact="0.715"/>
        <dgm:constr type="ctrX" for="ch" forName="right_43_1" refType="w" fact="0.75"/>
        <dgm:constr type="w" for="ch" forName="right_43_2" refType="w" fact="0.365"/>
        <dgm:constr type="h" for="ch" forName="right_43_2" refType="h" fact="0.185"/>
        <dgm:constr type="b" for="ch" forName="right_43_2" refType="h" fact="0.55"/>
        <dgm:constr type="ctrX" for="ch" forName="right_43_2" refType="w" fact="0.74"/>
        <dgm:constr type="w" for="ch" forName="right_43_3" refType="w" fact="0.365"/>
        <dgm:constr type="h" for="ch" forName="right_43_3" refType="h" fact="0.185"/>
        <dgm:constr type="b" for="ch" forName="right_43_3" refType="h" fact="0.385"/>
        <dgm:constr type="ctrX" for="ch" forName="right_43_3" refType="w" fact="0.73"/>
        <dgm:constr type="w" for="ch" forName="right_44_1" refType="w" fact="0.36"/>
        <dgm:constr type="h" for="ch" forName="right_44_1" refType="h" fact="0.154"/>
        <dgm:constr type="b" for="ch" forName="right_44_1" refType="h" fact="0.725"/>
        <dgm:constr type="ctrX" for="ch" forName="right_44_1" refType="w" fact="0.76"/>
        <dgm:constr type="w" for="ch" forName="right_44_2" refType="w" fact="0.36"/>
        <dgm:constr type="h" for="ch" forName="right_44_2" refType="h" fact="0.154"/>
        <dgm:constr type="b" for="ch" forName="right_44_2" refType="h" fact="0.559"/>
        <dgm:constr type="ctrX" for="ch" forName="right_44_2" refType="w" fact="0.76"/>
        <dgm:constr type="w" for="ch" forName="right_44_3" refType="w" fact="0.36"/>
        <dgm:constr type="h" for="ch" forName="right_44_3" refType="h" fact="0.154"/>
        <dgm:constr type="b" for="ch" forName="right_44_3" refType="h" fact="0.393"/>
        <dgm:constr type="ctrX" for="ch" forName="right_44_3" refType="w" fact="0.76"/>
        <dgm:constr type="w" for="ch" forName="right_44_4" refType="w" fact="0.36"/>
        <dgm:constr type="h" for="ch" forName="right_44_4" refType="h" fact="0.154"/>
        <dgm:constr type="b" for="ch" forName="right_44_4" refType="h" fact="0.224"/>
        <dgm:constr type="ctrX" for="ch" forName="right_44_4" refType="w" fact="0.76"/>
        <dgm:constr type="w" for="ch" forName="left_44_1" refType="w" fact="0.36"/>
        <dgm:constr type="h" for="ch" forName="left_44_1" refType="h" fact="0.154"/>
        <dgm:constr type="b" for="ch" forName="left_44_1" refType="h" fact="0.725"/>
        <dgm:constr type="ctrX" for="ch" forName="left_44_1" refType="w" fact="0.24"/>
        <dgm:constr type="w" for="ch" forName="left_44_2" refType="w" fact="0.36"/>
        <dgm:constr type="h" for="ch" forName="left_44_2" refType="h" fact="0.154"/>
        <dgm:constr type="b" for="ch" forName="left_44_2" refType="h" fact="0.559"/>
        <dgm:constr type="ctrX" for="ch" forName="left_44_2" refType="w" fact="0.24"/>
        <dgm:constr type="w" for="ch" forName="left_44_3" refType="w" fact="0.36"/>
        <dgm:constr type="h" for="ch" forName="left_44_3" refType="h" fact="0.154"/>
        <dgm:constr type="b" for="ch" forName="left_44_3" refType="h" fact="0.393"/>
        <dgm:constr type="ctrX" for="ch" forName="left_44_3" refType="w" fact="0.24"/>
        <dgm:constr type="w" for="ch" forName="left_44_4" refType="w" fact="0.36"/>
        <dgm:constr type="h" for="ch" forName="left_44_4" refType="h" fact="0.154"/>
        <dgm:constr type="b" for="ch" forName="left_44_4" refType="h" fact="0.224"/>
        <dgm:constr type="ctrX" for="ch" forName="left_44_4" refType="w" fact="0.24"/>
      </dgm:constrLst>
      <dgm:ruleLst/>
      <dgm:layoutNode name="dummyMaxCanvas_ChildArea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fulcrum" styleLbl="alignAccFollowNode1">
        <dgm:alg type="sp"/>
        <dgm:shape xmlns:r="http://schemas.openxmlformats.org/officeDocument/2006/relationships" type="triangle" r:blip="">
          <dgm:adjLst/>
        </dgm:shape>
        <dgm:presOf/>
        <dgm:constrLst/>
        <dgm:ruleLst/>
      </dgm:layoutNode>
      <dgm:choose name="Name0">
        <dgm:if name="Name1" axis="ch ch" ptType="node node" st="1 1" cnt="1 0" func="cnt" op="equ" val="0">
          <dgm:choose name="Name2">
            <dgm:if name="Name3" axis="ch ch" ptType="node node" st="2 1" cnt="1 0" func="cnt" op="equ" val="0">
              <dgm:layoutNode name="balance_00" styleLbl="alignAccFollowNode1">
                <dgm:varLst>
                  <dgm:bulletEnabled val="1"/>
                </dgm:varLst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  <dgm:ruleLst/>
              </dgm:layoutNode>
            </dgm:if>
            <dgm:else name="Name4">
              <dgm:choose name="Name5">
                <dgm:if name="Name6" axis="ch ch" ptType="node node" st="2 1" cnt="1 0" func="cnt" op="equ" val="1">
                  <dgm:layoutNode name="balance_01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4" type="rect" r:blip="">
                      <dgm:adjLst/>
                    </dgm:shape>
                    <dgm:presOf/>
                    <dgm:constrLst/>
                    <dgm:ruleLst/>
                  </dgm:layoutNode>
                  <dgm:layoutNode name="right_01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4" type="roundRect" r:blip="">
                      <dgm:adjLst/>
                    </dgm:shape>
                    <dgm:presOf axis="ch ch desOrSelf" ptType="node node node" st="2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7">
                  <dgm:choose name="Name8">
                    <dgm:if name="Name9" axis="ch ch" ptType="node node" st="2 1" cnt="1 0" func="cnt" op="equ" val="2">
                      <dgm:layoutNode name="balance_02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right_02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02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10">
                      <dgm:choose name="Name11">
                        <dgm:if name="Name12" axis="ch ch" ptType="node node" st="2 1" cnt="1 0" func="cnt" op="equ" val="3">
                          <dgm:layoutNode name="balance_03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03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13">
                          <dgm:choose name="Name14">
                            <dgm:if name="Name15" axis="ch ch" ptType="node node" st="2 1" cnt="1 0" func="cnt" op="gte" val="4">
                              <dgm:layoutNode name="balance_04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04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16"/>
                          </dgm:choose>
                        </dgm:else>
                      </dgm:choose>
                    </dgm:else>
                  </dgm:choose>
                </dgm:else>
              </dgm:choose>
            </dgm:else>
          </dgm:choose>
        </dgm:if>
        <dgm:else name="Name17">
          <dgm:choose name="Name18">
            <dgm:if name="Name19" axis="ch ch" ptType="node node" st="1 1" cnt="1 0" func="cnt" op="equ" val="1">
              <dgm:choose name="Name20">
                <dgm:if name="Name21" axis="ch ch" ptType="node node" st="2 1" cnt="1 0" func="cnt" op="equ" val="0">
                  <dgm:layoutNode name="balance_10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-4" type="rect" r:blip="">
                      <dgm:adjLst/>
                    </dgm:shape>
                    <dgm:presOf/>
                    <dgm:constrLst/>
                    <dgm:ruleLst/>
                  </dgm:layoutNode>
                  <dgm:layoutNode name="left_10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-4" type="roundRect" r:blip="">
                      <dgm:adjLst/>
                    </dgm:shape>
                    <dgm:presOf axis="ch ch desOrSelf" ptType="node node node" st="1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22">
                  <dgm:choose name="Name23">
                    <dgm:if name="Name24" axis="ch ch" ptType="node node" st="2 1" cnt="1 0" func="cnt" op="equ" val="1">
                      <dgm:layoutNode name="balance_11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25">
                      <dgm:choose name="Name26">
                        <dgm:if name="Name27" axis="ch ch" ptType="node node" st="2 1" cnt="1 0" func="cnt" op="equ" val="2">
                          <dgm:layoutNode name="balance_12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12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28">
                          <dgm:choose name="Name29">
                            <dgm:if name="Name30" axis="ch ch" ptType="node node" st="2 1" cnt="1 0" func="cnt" op="equ" val="3">
                              <dgm:layoutNode name="balance_13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31">
                              <dgm:choose name="Name32">
                                <dgm:if name="Name33" axis="ch ch" ptType="node node" st="2 1" cnt="1 0" func="cnt" op="gte" val="4">
                                  <dgm:layoutNode name="balance_14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34"/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else>
              </dgm:choose>
            </dgm:if>
            <dgm:else name="Name35">
              <dgm:choose name="Name36">
                <dgm:if name="Name37" axis="ch ch" ptType="node node" st="1 1" cnt="1 0" func="cnt" op="equ" val="2">
                  <dgm:choose name="Name38">
                    <dgm:if name="Name39" axis="ch ch" ptType="node node" st="2 1" cnt="1 0" func="cnt" op="equ" val="0">
                      <dgm:layoutNode name="balance_20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-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20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left_20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40">
                      <dgm:choose name="Name41">
                        <dgm:if name="Name42" axis="ch ch" ptType="node node" st="2 1" cnt="1 0" func="cnt" op="equ" val="1">
                          <dgm:layoutNode name="balance_21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21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43">
                          <dgm:choose name="Name44">
                            <dgm:if name="Name45" axis="ch ch" ptType="node node" st="2 1" cnt="1 0" func="cnt" op="equ" val="2">
                              <dgm:layoutNode name="balance_22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46">
                              <dgm:choose name="Name47">
                                <dgm:if name="Name48" axis="ch ch" ptType="node node" st="2 1" cnt="1 0" func="cnt" op="equ" val="3">
                                  <dgm:layoutNode name="balance_23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49">
                                  <dgm:choose name="Name50">
                                    <dgm:if name="Name51" axis="ch ch" ptType="node node" st="2 1" cnt="1 0" func="cnt" op="gte" val="4">
                                      <dgm:layoutNode name="balance_24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52"/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if>
                <dgm:else name="Name53">
                  <dgm:choose name="Name54">
                    <dgm:if name="Name55" axis="ch ch" ptType="node node" st="1 1" cnt="1 0" func="cnt" op="equ" val="3">
                      <dgm:choose name="Name56">
                        <dgm:if name="Name57" axis="ch ch" ptType="node node" st="2 1" cnt="1 0" func="cnt" op="equ" val="0">
                          <dgm:layoutNode name="balance_30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30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58">
                          <dgm:choose name="Name59">
                            <dgm:if name="Name60" axis="ch ch" ptType="node node" st="2 1" cnt="1 0" func="cnt" op="equ" val="1">
                              <dgm:layoutNode name="balance_31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61">
                              <dgm:choose name="Name62">
                                <dgm:if name="Name63" axis="ch ch" ptType="node node" st="2 1" cnt="1 0" func="cnt" op="equ" val="2">
                                  <dgm:layoutNode name="balance_32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64">
                                  <dgm:choose name="Name65">
                                    <dgm:if name="Name66" axis="ch ch" ptType="node node" st="2 1" cnt="1 0" func="cnt" op="equ" val="3">
                                      <dgm:layoutNode name="balance_33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67">
                                      <dgm:choose name="Name68">
                                        <dgm:if name="Name69" axis="ch ch" ptType="node node" st="2 1" cnt="1 0" func="cnt" op="gte" val="4">
                                          <dgm:layoutNode name="balance_34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righ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70"/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71">
                      <dgm:choose name="Name72">
                        <dgm:if name="Name73" axis="ch ch" ptType="node node" st="1 1" cnt="1 0" func="cnt" op="gte" val="4">
                          <dgm:choose name="Name74">
                            <dgm:if name="Name75" axis="ch ch" ptType="node node" st="2 1" cnt="1 0" func="cnt" op="equ" val="0">
                              <dgm:layoutNode name="balance_40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40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76">
                              <dgm:choose name="Name77">
                                <dgm:if name="Name78" axis="ch ch" ptType="node node" st="2 1" cnt="1 0" func="cnt" op="equ" val="1">
                                  <dgm:layoutNode name="balance_41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79">
                                  <dgm:choose name="Name80">
                                    <dgm:if name="Name81" axis="ch ch" ptType="node node" st="2 1" cnt="1 0" func="cnt" op="equ" val="2">
                                      <dgm:layoutNode name="balance_42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-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lef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82">
                                      <dgm:choose name="Name83">
                                        <dgm:if name="Name84" axis="ch ch" ptType="node node" st="2 1" cnt="1 0" func="cnt" op="equ" val="3">
                                          <dgm:layoutNode name="balance_43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-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lef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85">
                                          <dgm:choose name="Name86">
                                            <dgm:if name="Name87" axis="ch ch" ptType="node node" st="2 1" cnt="1 0" func="cnt" op="gte" val="4">
                                              <dgm:layoutNode name="balance_44" styleLbl="alignAccFollowNode1">
                                                <dgm:varLst>
                                                  <dgm:bulletEnabled val="1"/>
                                                </dgm:varLst>
                                                <dgm:alg type="sp"/>
                                                <dgm:shape xmlns:r="http://schemas.openxmlformats.org/officeDocument/2006/relationships" type="rect" r:blip="">
                                                  <dgm:adjLst/>
                                                </dgm:shape>
                                                <dgm:presOf/>
                                                <dgm:constrLst/>
                                                <dgm:ruleLst/>
                                              </dgm:layoutNode>
                                              <dgm:layoutNode name="righ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</dgm:if>
                                            <dgm:else name="Name88"/>
                                          </dgm:choose>
                                        </dgm:else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if>
                        <dgm:else name="Name89"/>
                      </dgm:choose>
                    </dgm:else>
                  </dgm:choose>
                </dgm:else>
              </dgm:choose>
            </dgm:else>
          </dgm:choose>
        </dgm:else>
      </dgm:choos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="" xmlns:a16="http://schemas.microsoft.com/office/drawing/2014/main" id="{F3083248-342F-4EFD-ABB5-297546C98CF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9155" name="Rectangle 3">
            <a:extLst>
              <a:ext uri="{FF2B5EF4-FFF2-40B4-BE49-F238E27FC236}">
                <a16:creationId xmlns="" xmlns:a16="http://schemas.microsoft.com/office/drawing/2014/main" id="{E39D5100-1E2B-4C96-AD4C-F8AB5069C48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156" name="Rectangle 4">
            <a:extLst>
              <a:ext uri="{FF2B5EF4-FFF2-40B4-BE49-F238E27FC236}">
                <a16:creationId xmlns="" xmlns:a16="http://schemas.microsoft.com/office/drawing/2014/main" id="{53B65EFA-DAE5-40D7-91C2-F61CE380C8F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157" name="Rectangle 5">
            <a:extLst>
              <a:ext uri="{FF2B5EF4-FFF2-40B4-BE49-F238E27FC236}">
                <a16:creationId xmlns="" xmlns:a16="http://schemas.microsoft.com/office/drawing/2014/main" id="{797549F8-7A55-4EC3-B363-C6E0519AC37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29072FA-C3BE-4F56-A51E-8A4552F825A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="" xmlns:a16="http://schemas.microsoft.com/office/drawing/2014/main" id="{BDD24867-711F-4AD8-B1C0-ACDED4E42F5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8131" name="Rectangle 3">
            <a:extLst>
              <a:ext uri="{FF2B5EF4-FFF2-40B4-BE49-F238E27FC236}">
                <a16:creationId xmlns="" xmlns:a16="http://schemas.microsoft.com/office/drawing/2014/main" id="{6798F4C8-B9AD-47ED-B2C3-11613442245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="" xmlns:a16="http://schemas.microsoft.com/office/drawing/2014/main" id="{41D7F5DD-431B-4B28-87BA-861FB55CB91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="" xmlns:a16="http://schemas.microsoft.com/office/drawing/2014/main" id="{B018128E-A1A1-40FF-A5BC-8F7DFD10BCE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="" xmlns:a16="http://schemas.microsoft.com/office/drawing/2014/main" id="{4DB7098E-5650-432A-B9E2-3535D0EC818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8135" name="Rectangle 7">
            <a:extLst>
              <a:ext uri="{FF2B5EF4-FFF2-40B4-BE49-F238E27FC236}">
                <a16:creationId xmlns="" xmlns:a16="http://schemas.microsoft.com/office/drawing/2014/main" id="{790AE3EF-F87B-444B-B2DF-DCFF748A0A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9889D2D-2305-449D-B559-B827B0A6305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96970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="" xmlns:a16="http://schemas.microsoft.com/office/drawing/2014/main" id="{1C35990B-2357-40C2-8B00-1B9C3271A0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099BEB6-BBC8-404C-B170-24690A49AFBE}" type="slidenum">
              <a:rPr lang="zh-CN" altLang="en-US" sz="1200" smtClean="0">
                <a:latin typeface="Arial" panose="020B0604020202020204" pitchFamily="34" charset="0"/>
              </a:rPr>
              <a:pPr/>
              <a:t>1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="" xmlns:a16="http://schemas.microsoft.com/office/drawing/2014/main" id="{0CBC8011-C69C-4C77-993E-E2262B1EC2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="" xmlns:a16="http://schemas.microsoft.com/office/drawing/2014/main" id="{D0B0FB53-4499-4E4E-A325-28F88DBB99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RISC</a:t>
            </a:r>
            <a:r>
              <a:rPr lang="zh-CN" altLang="en-US"/>
              <a:t>缩写</a:t>
            </a:r>
            <a:endParaRPr lang="en-GB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>
            <a:extLst>
              <a:ext uri="{FF2B5EF4-FFF2-40B4-BE49-F238E27FC236}">
                <a16:creationId xmlns="" xmlns:a16="http://schemas.microsoft.com/office/drawing/2014/main" id="{6B3987CF-7AA8-45BF-A491-00FB002998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备注占位符 2">
            <a:extLst>
              <a:ext uri="{FF2B5EF4-FFF2-40B4-BE49-F238E27FC236}">
                <a16:creationId xmlns="" xmlns:a16="http://schemas.microsoft.com/office/drawing/2014/main" id="{5D76494C-FBE7-4F21-854E-9FD5238D2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对高级语言程序的研究知道产生了</a:t>
            </a:r>
            <a:r>
              <a:rPr lang="en-US" altLang="zh-CN"/>
              <a:t>RISC</a:t>
            </a:r>
          </a:p>
          <a:p>
            <a:r>
              <a:rPr lang="en-US" altLang="zh-CN"/>
              <a:t>-</a:t>
            </a:r>
            <a:r>
              <a:rPr lang="zh-CN" altLang="en-US"/>
              <a:t>赋值语句；</a:t>
            </a:r>
            <a:endParaRPr lang="en-US" altLang="zh-CN"/>
          </a:p>
          <a:p>
            <a:r>
              <a:rPr lang="en-US" altLang="zh-CN"/>
              <a:t>-if</a:t>
            </a:r>
            <a:r>
              <a:rPr lang="zh-CN" altLang="en-US"/>
              <a:t>语句、</a:t>
            </a:r>
            <a:r>
              <a:rPr lang="en-US" altLang="zh-CN"/>
              <a:t>loop</a:t>
            </a:r>
            <a:r>
              <a:rPr lang="zh-CN" altLang="en-US"/>
              <a:t>循环：流水线的条件转移处理方式；</a:t>
            </a:r>
            <a:endParaRPr lang="en-US" altLang="zh-CN"/>
          </a:p>
          <a:p>
            <a:r>
              <a:rPr lang="en-US" altLang="zh-CN"/>
              <a:t>-</a:t>
            </a:r>
            <a:r>
              <a:rPr lang="zh-CN" altLang="en-US"/>
              <a:t>保留一定数量的操作数在寄存器中；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指令集有限，格式固定</a:t>
            </a:r>
            <a:r>
              <a:rPr lang="en-US" altLang="zh-CN"/>
              <a:t>——</a:t>
            </a:r>
            <a:r>
              <a:rPr lang="zh-CN" altLang="en-US"/>
              <a:t>精简</a:t>
            </a:r>
            <a:r>
              <a:rPr lang="en-US" altLang="zh-CN"/>
              <a:t>RI</a:t>
            </a:r>
            <a:r>
              <a:rPr lang="zh-CN" altLang="en-US"/>
              <a:t>；</a:t>
            </a:r>
            <a:endParaRPr lang="en-US" altLang="zh-CN"/>
          </a:p>
          <a:p>
            <a:r>
              <a:rPr lang="zh-CN" altLang="en-US"/>
              <a:t>大量寄存器</a:t>
            </a:r>
            <a:r>
              <a:rPr lang="en-US" altLang="zh-CN"/>
              <a:t>——</a:t>
            </a:r>
            <a:r>
              <a:rPr lang="zh-CN" altLang="en-US"/>
              <a:t>高效；</a:t>
            </a:r>
            <a:endParaRPr lang="en-US" altLang="zh-CN"/>
          </a:p>
          <a:p>
            <a:r>
              <a:rPr lang="zh-CN" altLang="en-US"/>
              <a:t>最重要的应用</a:t>
            </a:r>
            <a:r>
              <a:rPr lang="en-US" altLang="zh-CN"/>
              <a:t>——</a:t>
            </a:r>
            <a:r>
              <a:rPr lang="zh-CN" altLang="en-US"/>
              <a:t>流水线；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18436" name="灯片编号占位符 3">
            <a:extLst>
              <a:ext uri="{FF2B5EF4-FFF2-40B4-BE49-F238E27FC236}">
                <a16:creationId xmlns="" xmlns:a16="http://schemas.microsoft.com/office/drawing/2014/main" id="{11D81134-4DAC-4C92-BFD7-9C3B940CB0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9FAEAFA-79C6-4654-AEE9-C6534360E579}" type="slidenum">
              <a:rPr lang="zh-CN" altLang="en-US" sz="1200" smtClean="0">
                <a:latin typeface="Arial" panose="020B0604020202020204" pitchFamily="34" charset="0"/>
              </a:rPr>
              <a:pPr/>
              <a:t>2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="" xmlns:a16="http://schemas.microsoft.com/office/drawing/2014/main" id="{3FE29011-21A7-4D2E-93BD-127CF9EAD5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5BCA967-F054-4A48-AC6C-4450D42B6C4E}" type="slidenum">
              <a:rPr lang="zh-CN" altLang="en-US" sz="1200" smtClean="0">
                <a:latin typeface="Arial" panose="020B0604020202020204" pitchFamily="34" charset="0"/>
              </a:rPr>
              <a:pPr/>
              <a:t>3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="" xmlns:a16="http://schemas.microsoft.com/office/drawing/2014/main" id="{97DE4F04-CCDB-41BF-96EA-201E7BFD77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="" xmlns:a16="http://schemas.microsoft.com/office/drawing/2014/main" id="{9C72D440-8B00-4718-B5E5-5C522A8B5C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系列的概念：来自</a:t>
            </a:r>
            <a:r>
              <a:rPr lang="en-US" altLang="zh-CN"/>
              <a:t>system/360</a:t>
            </a:r>
          </a:p>
          <a:p>
            <a:r>
              <a:rPr lang="zh-CN" altLang="en-US"/>
              <a:t>机器结构和具体实现解耦；</a:t>
            </a:r>
            <a:endParaRPr lang="en-US" altLang="zh-CN"/>
          </a:p>
          <a:p>
            <a:r>
              <a:rPr lang="zh-CN" altLang="en-US"/>
              <a:t>不同价格和性能的一组</a:t>
            </a:r>
            <a:r>
              <a:rPr lang="en-US" altLang="zh-CN"/>
              <a:t>PC</a:t>
            </a:r>
            <a:r>
              <a:rPr lang="zh-CN" altLang="en-US"/>
              <a:t>，对用户来说结构相同。</a:t>
            </a:r>
            <a:endParaRPr lang="en-US" altLang="zh-CN"/>
          </a:p>
          <a:p>
            <a:r>
              <a:rPr lang="zh-CN" altLang="en-US"/>
              <a:t>乘法器的实现：成本、复杂度等。</a:t>
            </a:r>
            <a:endParaRPr lang="en-GB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="" xmlns:a16="http://schemas.microsoft.com/office/drawing/2014/main" id="{6FE48217-EA46-4D9E-B329-EB3F991109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5E5BCD6-7C33-4C05-8904-9494E376330A}" type="slidenum">
              <a:rPr lang="zh-CN" altLang="en-US" sz="1200" smtClean="0">
                <a:latin typeface="Arial" panose="020B0604020202020204" pitchFamily="34" charset="0"/>
              </a:rPr>
              <a:pPr/>
              <a:t>4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="" xmlns:a16="http://schemas.microsoft.com/office/drawing/2014/main" id="{26218B41-23E9-416C-B9DB-84A2636E45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="" xmlns:a16="http://schemas.microsoft.com/office/drawing/2014/main" id="{F02C6616-9DE8-4434-935E-76F4C30513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="" xmlns:a16="http://schemas.microsoft.com/office/drawing/2014/main" id="{70B9B69D-334D-4EFB-9798-4A72BCE79C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C10A63D-10FB-40E9-BB81-C45229BEEE22}" type="slidenum">
              <a:rPr lang="zh-CN" altLang="en-US" sz="1200" smtClean="0">
                <a:latin typeface="Arial" panose="020B0604020202020204" pitchFamily="34" charset="0"/>
              </a:rPr>
              <a:pPr/>
              <a:t>5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="" xmlns:a16="http://schemas.microsoft.com/office/drawing/2014/main" id="{71EE7A0F-CF59-40B3-8443-57E517E62A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="" xmlns:a16="http://schemas.microsoft.com/office/drawing/2014/main" id="{971D97EE-EC30-4EA9-8188-044DA805CA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="" xmlns:a16="http://schemas.microsoft.com/office/drawing/2014/main" id="{E6CCC48F-F8DA-43F7-94D0-8647680B36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6098890-637F-4C34-BA5F-5427992E8ED6}" type="slidenum">
              <a:rPr lang="zh-CN" altLang="en-US" sz="1200" smtClean="0">
                <a:latin typeface="Arial" panose="020B0604020202020204" pitchFamily="34" charset="0"/>
              </a:rPr>
              <a:pPr/>
              <a:t>6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="" xmlns:a16="http://schemas.microsoft.com/office/drawing/2014/main" id="{75116663-481A-416B-81C6-B9457B150E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="" xmlns:a16="http://schemas.microsoft.com/office/drawing/2014/main" id="{4A11A559-2BDD-44F9-825B-46E7FFDACD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="" xmlns:a16="http://schemas.microsoft.com/office/drawing/2014/main" id="{DB923F86-7168-4E16-85C2-CFE1CF63AA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D0CD5A1-5913-46FB-9B7A-25753E72782F}" type="slidenum">
              <a:rPr lang="zh-CN" altLang="en-US" sz="1200" smtClean="0">
                <a:latin typeface="Arial" panose="020B0604020202020204" pitchFamily="34" charset="0"/>
              </a:rPr>
              <a:pPr/>
              <a:t>8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="" xmlns:a16="http://schemas.microsoft.com/office/drawing/2014/main" id="{4869C6E6-3E2A-49C8-898D-789CA06955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="" xmlns:a16="http://schemas.microsoft.com/office/drawing/2014/main" id="{A53E170C-22EC-445D-8FE5-D7D1E8C2F7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/>
              <a:t>Gap</a:t>
            </a:r>
            <a:r>
              <a:rPr lang="zh-CN" altLang="en-US" dirty="0"/>
              <a:t>的症状包括：执行效率低下、机器程序过大和编译器复杂。</a:t>
            </a:r>
            <a:endParaRPr lang="en-US" altLang="zh-CN" dirty="0"/>
          </a:p>
          <a:p>
            <a:r>
              <a:rPr lang="zh-CN" altLang="en-US" dirty="0"/>
              <a:t>设计人员解决办法有：</a:t>
            </a:r>
            <a:r>
              <a:rPr lang="en-GB" altLang="zh-CN" dirty="0"/>
              <a:t>1.Large instruction sets</a:t>
            </a:r>
            <a:r>
              <a:rPr lang="zh-CN" altLang="en-US" dirty="0"/>
              <a:t>；</a:t>
            </a:r>
            <a:r>
              <a:rPr lang="en-GB" altLang="zh-CN" dirty="0"/>
              <a:t>2.More addressing modes  3.Hardware implementations of HLL statements </a:t>
            </a:r>
            <a:endParaRPr lang="zh-CN" altLang="en-US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="" xmlns:a16="http://schemas.microsoft.com/office/drawing/2014/main" id="{9C121AAE-B393-43A6-B8B2-7A4327521C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FC69107-E113-4A5A-A2CF-ED69989E5458}" type="slidenum">
              <a:rPr lang="zh-CN" altLang="en-US" sz="1200" smtClean="0">
                <a:latin typeface="Arial" panose="020B0604020202020204" pitchFamily="34" charset="0"/>
              </a:rPr>
              <a:pPr/>
              <a:t>9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="" xmlns:a16="http://schemas.microsoft.com/office/drawing/2014/main" id="{798821D0-DA04-423C-AAD2-F7A62316CD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="" xmlns:a16="http://schemas.microsoft.com/office/drawing/2014/main" id="{A440FC6C-1870-4B22-B170-EB2E93B6C1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altLang="zh-CN" sz="1600" b="1"/>
              <a:t>CISC</a:t>
            </a:r>
            <a:r>
              <a:rPr lang="zh-CN" altLang="en-US" sz="1600" b="1"/>
              <a:t>的本意</a:t>
            </a:r>
            <a:r>
              <a:rPr lang="en-US" altLang="zh-CN" sz="1600" b="1"/>
              <a:t>,</a:t>
            </a:r>
          </a:p>
          <a:p>
            <a:r>
              <a:rPr lang="zh-CN" altLang="en-US" sz="1600" b="1"/>
              <a:t>不忘初心，</a:t>
            </a:r>
            <a:r>
              <a:rPr lang="zh-CN" altLang="en-US"/>
              <a:t>方得始终</a:t>
            </a:r>
            <a:endParaRPr lang="en-GB" altLang="zh-CN" sz="1600" b="1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="" xmlns:a16="http://schemas.microsoft.com/office/drawing/2014/main" id="{76C8D229-FE0C-4219-BD55-EFC497A67E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796BE9D-6A81-4CDA-A8AE-8604369C113D}" type="slidenum">
              <a:rPr lang="zh-CN" altLang="en-US" sz="1200" smtClean="0">
                <a:latin typeface="Arial" panose="020B0604020202020204" pitchFamily="34" charset="0"/>
              </a:rPr>
              <a:pPr/>
              <a:t>11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="" xmlns:a16="http://schemas.microsoft.com/office/drawing/2014/main" id="{3691CF3C-DF1C-41CD-9838-AD0DEF841B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="" xmlns:a16="http://schemas.microsoft.com/office/drawing/2014/main" id="{0BE49962-C056-478F-92AF-EF1108D7F8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="" xmlns:a16="http://schemas.microsoft.com/office/drawing/2014/main" id="{911E4B30-B6C6-4C1E-AB5A-5D9EF5946F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6AEC011-AEA5-4AAD-8107-AA737F34816A}" type="slidenum">
              <a:rPr lang="zh-CN" altLang="en-US" sz="1200" smtClean="0">
                <a:latin typeface="Arial" panose="020B0604020202020204" pitchFamily="34" charset="0"/>
              </a:rPr>
              <a:pPr/>
              <a:t>12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="" xmlns:a16="http://schemas.microsoft.com/office/drawing/2014/main" id="{632FBEC1-8292-43DB-88EC-DF58F8612A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="" xmlns:a16="http://schemas.microsoft.com/office/drawing/2014/main" id="{2552A5CB-8F7A-4C03-962B-EA2E624A94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主要关注的操作类型；</a:t>
            </a:r>
            <a:endParaRPr lang="en-GB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="" xmlns:a16="http://schemas.microsoft.com/office/drawing/2014/main" id="{B6C6B38F-C540-4164-B0DA-90B1CD7F5E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备注占位符 2">
            <a:extLst>
              <a:ext uri="{FF2B5EF4-FFF2-40B4-BE49-F238E27FC236}">
                <a16:creationId xmlns="" xmlns:a16="http://schemas.microsoft.com/office/drawing/2014/main" id="{183E9D12-B286-4B83-9BFF-3AB2D7C4B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设计</a:t>
            </a:r>
            <a:r>
              <a:rPr lang="en-US" altLang="zh-CN"/>
              <a:t>RISC</a:t>
            </a:r>
            <a:r>
              <a:rPr lang="zh-CN" altLang="en-US"/>
              <a:t>的依据；</a:t>
            </a:r>
          </a:p>
        </p:txBody>
      </p:sp>
      <p:sp>
        <p:nvSpPr>
          <p:cNvPr id="38916" name="灯片编号占位符 3">
            <a:extLst>
              <a:ext uri="{FF2B5EF4-FFF2-40B4-BE49-F238E27FC236}">
                <a16:creationId xmlns="" xmlns:a16="http://schemas.microsoft.com/office/drawing/2014/main" id="{593E066C-30E7-4074-886E-5FC860CE0C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B6736DE-5E0A-47C2-A3E8-B629B9D4D3BE}" type="slidenum">
              <a:rPr lang="zh-CN" altLang="en-US" sz="1200" smtClean="0">
                <a:latin typeface="Arial" panose="020B0604020202020204" pitchFamily="34" charset="0"/>
              </a:rPr>
              <a:pPr/>
              <a:t>13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="" xmlns:a16="http://schemas.microsoft.com/office/drawing/2014/main" id="{3E32E984-0832-4EAE-87BD-9ABDD4AADC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4A623AE-B52A-4084-ACCE-54E7C25EA8D0}" type="slidenum">
              <a:rPr lang="zh-CN" altLang="en-US" sz="1200" smtClean="0">
                <a:latin typeface="Arial" panose="020B0604020202020204" pitchFamily="34" charset="0"/>
              </a:rPr>
              <a:pPr/>
              <a:t>14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="" xmlns:a16="http://schemas.microsoft.com/office/drawing/2014/main" id="{659E490D-8740-420A-88E7-86F0B775F4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="" xmlns:a16="http://schemas.microsoft.com/office/drawing/2014/main" id="{D7F9BF21-FBE7-4710-AB10-6787EACB8F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="" xmlns:a16="http://schemas.microsoft.com/office/drawing/2014/main" id="{3A8D200C-FCD0-4C51-8847-9107453145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AE45C7-41E7-4893-88D7-75F9F06C376E}" type="slidenum">
              <a:rPr lang="zh-CN" altLang="en-US" sz="1200" smtClean="0">
                <a:latin typeface="Arial" panose="020B0604020202020204" pitchFamily="34" charset="0"/>
              </a:rPr>
              <a:pPr/>
              <a:t>15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="" xmlns:a16="http://schemas.microsoft.com/office/drawing/2014/main" id="{16382921-DB3B-421B-9FB2-0DC648152F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="" xmlns:a16="http://schemas.microsoft.com/office/drawing/2014/main" id="{5B49BA81-C056-4A9A-B2D2-E28CAFE4A9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="" xmlns:a16="http://schemas.microsoft.com/office/drawing/2014/main" id="{608286C6-1326-4A8D-A8F2-57A4B2A753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682BADF-DA17-4C65-A33B-75962A1F7073}" type="slidenum">
              <a:rPr lang="zh-CN" altLang="en-US" sz="1200" smtClean="0">
                <a:latin typeface="Arial" panose="020B0604020202020204" pitchFamily="34" charset="0"/>
              </a:rPr>
              <a:pPr/>
              <a:t>16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="" xmlns:a16="http://schemas.microsoft.com/office/drawing/2014/main" id="{ECE0C0D3-BA48-453A-871C-183A837202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="" xmlns:a16="http://schemas.microsoft.com/office/drawing/2014/main" id="{9EA50E79-A5C7-4B08-9958-A457D3A38A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="" xmlns:a16="http://schemas.microsoft.com/office/drawing/2014/main" id="{B35A6751-C2C2-438A-A6E8-6C38A649B3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9347D81-70AE-4E1F-AE36-F03A12458986}" type="slidenum">
              <a:rPr lang="zh-CN" altLang="en-US" sz="1200" smtClean="0">
                <a:latin typeface="Arial" panose="020B0604020202020204" pitchFamily="34" charset="0"/>
              </a:rPr>
              <a:pPr/>
              <a:t>18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="" xmlns:a16="http://schemas.microsoft.com/office/drawing/2014/main" id="{7C4D4633-6711-4252-8695-6937874EEF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="" xmlns:a16="http://schemas.microsoft.com/office/drawing/2014/main" id="{C8B288D3-4516-4574-A8CD-2433137A69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两大方法，集中讲硬件方法</a:t>
            </a:r>
            <a:endParaRPr lang="en-GB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="" xmlns:a16="http://schemas.microsoft.com/office/drawing/2014/main" id="{AF6DD2B8-BB6B-4157-AD1C-A51DDB60AA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EC30EF7-1AA3-48B2-9561-742E476FC304}" type="slidenum">
              <a:rPr lang="zh-CN" altLang="en-US" sz="1200" smtClean="0">
                <a:latin typeface="Arial" panose="020B0604020202020204" pitchFamily="34" charset="0"/>
              </a:rPr>
              <a:pPr/>
              <a:t>19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="" xmlns:a16="http://schemas.microsoft.com/office/drawing/2014/main" id="{B16ADDA6-E98E-4519-A5DD-A9CBF42DC9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="" xmlns:a16="http://schemas.microsoft.com/office/drawing/2014/main" id="{3101DFA8-3DFE-43DD-88BF-047D397B3A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使用</a:t>
            </a:r>
            <a:r>
              <a:rPr lang="en-US" altLang="zh-CN"/>
              <a:t>large reg</a:t>
            </a:r>
            <a:r>
              <a:rPr lang="zh-CN" altLang="en-US"/>
              <a:t>的目的；</a:t>
            </a:r>
            <a:endParaRPr lang="en-US" altLang="zh-CN"/>
          </a:p>
          <a:p>
            <a:r>
              <a:rPr lang="zh-CN" altLang="en-US"/>
              <a:t>遇到的</a:t>
            </a:r>
            <a:r>
              <a:rPr lang="en-US" altLang="zh-CN"/>
              <a:t>locality</a:t>
            </a:r>
            <a:r>
              <a:rPr lang="zh-CN" altLang="en-US"/>
              <a:t>的问题；</a:t>
            </a:r>
            <a:endParaRPr lang="en-GB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="" xmlns:a16="http://schemas.microsoft.com/office/drawing/2014/main" id="{F0FA5714-E9D2-444E-86B5-27C8ADB1A9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BAD6A70-00FB-4B8A-86EE-CD448997CADE}" type="slidenum">
              <a:rPr lang="zh-CN" altLang="en-US" sz="1200" smtClean="0">
                <a:latin typeface="Arial" panose="020B0604020202020204" pitchFamily="34" charset="0"/>
              </a:rPr>
              <a:pPr/>
              <a:t>20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="" xmlns:a16="http://schemas.microsoft.com/office/drawing/2014/main" id="{1C132F5D-A9DD-42AF-A31F-837BEB5E84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="" xmlns:a16="http://schemas.microsoft.com/office/drawing/2014/main" id="{5B63F71F-C783-4087-A188-74C200BA7C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观察</a:t>
            </a:r>
            <a:r>
              <a:rPr lang="en-US" altLang="zh-CN"/>
              <a:t>call-return</a:t>
            </a:r>
            <a:r>
              <a:rPr lang="zh-CN" altLang="en-US"/>
              <a:t>过程，研究解决方案；</a:t>
            </a:r>
            <a:endParaRPr lang="en-GB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="" xmlns:a16="http://schemas.microsoft.com/office/drawing/2014/main" id="{9819415A-EF2C-4BFF-8715-4672D45D79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E336866-AAE3-471D-A35B-FE72EBE47EF2}" type="slidenum">
              <a:rPr lang="zh-CN" altLang="en-US" sz="1200" smtClean="0">
                <a:latin typeface="Arial" panose="020B0604020202020204" pitchFamily="34" charset="0"/>
              </a:rPr>
              <a:pPr/>
              <a:t>21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="" xmlns:a16="http://schemas.microsoft.com/office/drawing/2014/main" id="{57677B61-6405-4DF9-823C-5E2970AA5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="" xmlns:a16="http://schemas.microsoft.com/office/drawing/2014/main" id="{C98D8653-D192-4F9E-A770-96D2E5D9AD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指导了“寄存器窗口”的概念产生；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Overlap</a:t>
            </a:r>
            <a:r>
              <a:rPr lang="zh-CN" altLang="en-US"/>
              <a:t>物理同一；</a:t>
            </a:r>
            <a:endParaRPr lang="en-GB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xmlns="" id="{754E0378-E684-4AF1-8EE3-B7E8B92F10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247C930-2A0E-4DCD-B025-F3D2C27D9B34}" type="slidenum">
              <a:rPr lang="zh-CN" altLang="en-US" sz="1200" smtClean="0">
                <a:latin typeface="Arial" panose="020B0604020202020204" pitchFamily="34" charset="0"/>
              </a:rPr>
              <a:pPr/>
              <a:t>22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xmlns="" id="{2E034635-1F35-4E0B-A3EB-A3CFA5CF05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xmlns="" id="{311BE757-8DBC-49C6-B6CD-4262DBB772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altLang="zh-CN" dirty="0"/>
              <a:t>void main(){</a:t>
            </a:r>
          </a:p>
          <a:p>
            <a:r>
              <a:rPr lang="en-GB" altLang="zh-CN" dirty="0"/>
              <a:t>int a1,a2,a3;</a:t>
            </a:r>
          </a:p>
          <a:p>
            <a:r>
              <a:rPr lang="en-GB" altLang="zh-CN" dirty="0"/>
              <a:t>a3=A(a1,a2);</a:t>
            </a:r>
          </a:p>
          <a:p>
            <a:r>
              <a:rPr lang="en-GB" altLang="zh-CN" dirty="0"/>
              <a:t>}</a:t>
            </a:r>
          </a:p>
          <a:p>
            <a:r>
              <a:rPr lang="en-GB" altLang="zh-CN" dirty="0"/>
              <a:t>int A(int a1,int a2){</a:t>
            </a:r>
          </a:p>
          <a:p>
            <a:r>
              <a:rPr lang="en-GB" altLang="zh-CN" dirty="0"/>
              <a:t>int b1,b2,b3</a:t>
            </a:r>
            <a:r>
              <a:rPr lang="en-US" altLang="zh-CN" dirty="0"/>
              <a:t>,b4</a:t>
            </a:r>
            <a:r>
              <a:rPr lang="en-GB" altLang="zh-CN" dirty="0"/>
              <a:t>;</a:t>
            </a:r>
          </a:p>
          <a:p>
            <a:r>
              <a:rPr lang="en-GB" altLang="zh-CN" dirty="0"/>
              <a:t>b1=a1+a2;</a:t>
            </a:r>
          </a:p>
          <a:p>
            <a:r>
              <a:rPr lang="en-GB" altLang="zh-CN" dirty="0"/>
              <a:t>b2=a1-a2;</a:t>
            </a:r>
          </a:p>
          <a:p>
            <a:r>
              <a:rPr lang="en-GB" altLang="zh-CN" dirty="0"/>
              <a:t>b3=B(b1,b2);</a:t>
            </a:r>
          </a:p>
          <a:p>
            <a:r>
              <a:rPr lang="en-GB" altLang="zh-CN" dirty="0"/>
              <a:t>b4=b3+1;</a:t>
            </a:r>
          </a:p>
          <a:p>
            <a:r>
              <a:rPr lang="en-GB" altLang="zh-CN" dirty="0"/>
              <a:t>return b4;}</a:t>
            </a:r>
          </a:p>
          <a:p>
            <a:r>
              <a:rPr lang="en-GB" altLang="zh-CN" dirty="0"/>
              <a:t>int B(int b1,int b2){ return b1+b2;}</a:t>
            </a:r>
          </a:p>
          <a:p>
            <a:r>
              <a:rPr lang="en-GB" altLang="zh-CN" dirty="0"/>
              <a:t>A</a:t>
            </a:r>
            <a:r>
              <a:rPr lang="zh-CN" altLang="en-US" dirty="0"/>
              <a:t>函数调用</a:t>
            </a:r>
            <a:r>
              <a:rPr lang="en-US" altLang="zh-CN" dirty="0"/>
              <a:t>B</a:t>
            </a:r>
            <a:r>
              <a:rPr lang="zh-CN" altLang="en-US" dirty="0"/>
              <a:t>函数时，</a:t>
            </a:r>
            <a:r>
              <a:rPr lang="en-US" altLang="zh-CN" dirty="0"/>
              <a:t>b1</a:t>
            </a:r>
            <a:r>
              <a:rPr lang="zh-CN" altLang="en-US" dirty="0"/>
              <a:t>，</a:t>
            </a:r>
            <a:r>
              <a:rPr lang="en-US" altLang="zh-CN" dirty="0"/>
              <a:t>b2</a:t>
            </a:r>
            <a:r>
              <a:rPr lang="zh-CN" altLang="en-US" dirty="0"/>
              <a:t>和</a:t>
            </a:r>
            <a:r>
              <a:rPr lang="en-US" altLang="zh-CN" dirty="0"/>
              <a:t>b3</a:t>
            </a:r>
            <a:r>
              <a:rPr lang="zh-CN" altLang="en-US" dirty="0"/>
              <a:t>放在</a:t>
            </a:r>
            <a:r>
              <a:rPr lang="en-US" altLang="zh-CN" dirty="0"/>
              <a:t>A</a:t>
            </a:r>
            <a:r>
              <a:rPr lang="zh-CN" altLang="en-US" dirty="0"/>
              <a:t>的</a:t>
            </a:r>
            <a:r>
              <a:rPr lang="en-US" altLang="zh-CN" dirty="0"/>
              <a:t>temporary Reg</a:t>
            </a:r>
            <a:r>
              <a:rPr lang="zh-CN" altLang="en-US" dirty="0"/>
              <a:t>、也就是</a:t>
            </a:r>
            <a:r>
              <a:rPr lang="en-US" altLang="zh-CN" dirty="0"/>
              <a:t>B</a:t>
            </a:r>
            <a:r>
              <a:rPr lang="zh-CN" altLang="en-US" dirty="0"/>
              <a:t>的</a:t>
            </a:r>
            <a:r>
              <a:rPr lang="en-US" altLang="zh-CN" dirty="0"/>
              <a:t>Parameter Reg</a:t>
            </a:r>
            <a:r>
              <a:rPr lang="zh-CN" altLang="en-US" dirty="0"/>
              <a:t>中。</a:t>
            </a:r>
            <a:endParaRPr lang="en-GB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="" xmlns:a16="http://schemas.microsoft.com/office/drawing/2014/main" id="{754E0378-E684-4AF1-8EE3-B7E8B92F10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247C930-2A0E-4DCD-B025-F3D2C27D9B34}" type="slidenum">
              <a:rPr lang="zh-CN" altLang="en-US" sz="1200" smtClean="0">
                <a:latin typeface="Arial" panose="020B0604020202020204" pitchFamily="34" charset="0"/>
              </a:rPr>
              <a:pPr/>
              <a:t>23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="" xmlns:a16="http://schemas.microsoft.com/office/drawing/2014/main" id="{2E034635-1F35-4E0B-A3EB-A3CFA5CF05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="" xmlns:a16="http://schemas.microsoft.com/office/drawing/2014/main" id="{311BE757-8DBC-49C6-B6CD-4262DBB772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altLang="zh-CN" dirty="0"/>
              <a:t>void main(){</a:t>
            </a:r>
          </a:p>
          <a:p>
            <a:r>
              <a:rPr lang="en-GB" altLang="zh-CN" dirty="0"/>
              <a:t>int a1,a2,a3;</a:t>
            </a:r>
          </a:p>
          <a:p>
            <a:r>
              <a:rPr lang="en-GB" altLang="zh-CN" dirty="0"/>
              <a:t>a3=A(a1,a2);</a:t>
            </a:r>
          </a:p>
          <a:p>
            <a:r>
              <a:rPr lang="en-GB" altLang="zh-CN" dirty="0"/>
              <a:t>}</a:t>
            </a:r>
          </a:p>
          <a:p>
            <a:r>
              <a:rPr lang="en-GB" altLang="zh-CN" dirty="0"/>
              <a:t>int A(int a1,int a2){</a:t>
            </a:r>
          </a:p>
          <a:p>
            <a:r>
              <a:rPr lang="en-GB" altLang="zh-CN" dirty="0"/>
              <a:t>int b1,b2,b3</a:t>
            </a:r>
            <a:r>
              <a:rPr lang="en-US" altLang="zh-CN" dirty="0"/>
              <a:t>,b4</a:t>
            </a:r>
            <a:r>
              <a:rPr lang="en-GB" altLang="zh-CN" dirty="0"/>
              <a:t>;</a:t>
            </a:r>
          </a:p>
          <a:p>
            <a:r>
              <a:rPr lang="en-GB" altLang="zh-CN" dirty="0"/>
              <a:t>b1=a1+a2;</a:t>
            </a:r>
          </a:p>
          <a:p>
            <a:r>
              <a:rPr lang="en-GB" altLang="zh-CN" dirty="0"/>
              <a:t>b2=a1-a2;</a:t>
            </a:r>
          </a:p>
          <a:p>
            <a:r>
              <a:rPr lang="en-GB" altLang="zh-CN" dirty="0"/>
              <a:t>b3=B(b1,b2);</a:t>
            </a:r>
          </a:p>
          <a:p>
            <a:r>
              <a:rPr lang="en-GB" altLang="zh-CN" dirty="0"/>
              <a:t>b4=b3+1;</a:t>
            </a:r>
          </a:p>
          <a:p>
            <a:r>
              <a:rPr lang="en-GB" altLang="zh-CN" dirty="0"/>
              <a:t>return b4;}</a:t>
            </a:r>
          </a:p>
          <a:p>
            <a:r>
              <a:rPr lang="en-GB" altLang="zh-CN" dirty="0"/>
              <a:t>int B(int b1,int b2){ return b1+b2;}</a:t>
            </a:r>
          </a:p>
          <a:p>
            <a:r>
              <a:rPr lang="en-GB" altLang="zh-CN" dirty="0"/>
              <a:t>A</a:t>
            </a:r>
            <a:r>
              <a:rPr lang="zh-CN" altLang="en-US" dirty="0"/>
              <a:t>函数调用</a:t>
            </a:r>
            <a:r>
              <a:rPr lang="en-US" altLang="zh-CN" dirty="0"/>
              <a:t>B</a:t>
            </a:r>
            <a:r>
              <a:rPr lang="zh-CN" altLang="en-US" dirty="0"/>
              <a:t>函数时，</a:t>
            </a:r>
            <a:r>
              <a:rPr lang="en-US" altLang="zh-CN" dirty="0"/>
              <a:t>b1</a:t>
            </a:r>
            <a:r>
              <a:rPr lang="zh-CN" altLang="en-US" dirty="0"/>
              <a:t>，</a:t>
            </a:r>
            <a:r>
              <a:rPr lang="en-US" altLang="zh-CN" dirty="0"/>
              <a:t>b2</a:t>
            </a:r>
            <a:r>
              <a:rPr lang="zh-CN" altLang="en-US" dirty="0"/>
              <a:t>和</a:t>
            </a:r>
            <a:r>
              <a:rPr lang="en-US" altLang="zh-CN" dirty="0"/>
              <a:t>b3</a:t>
            </a:r>
            <a:r>
              <a:rPr lang="zh-CN" altLang="en-US" dirty="0"/>
              <a:t>放在</a:t>
            </a:r>
            <a:r>
              <a:rPr lang="en-US" altLang="zh-CN" dirty="0"/>
              <a:t>A</a:t>
            </a:r>
            <a:r>
              <a:rPr lang="zh-CN" altLang="en-US" dirty="0"/>
              <a:t>的</a:t>
            </a:r>
            <a:r>
              <a:rPr lang="en-US" altLang="zh-CN" dirty="0"/>
              <a:t>temporary Reg</a:t>
            </a:r>
            <a:r>
              <a:rPr lang="zh-CN" altLang="en-US" dirty="0"/>
              <a:t>、也就是</a:t>
            </a:r>
            <a:r>
              <a:rPr lang="en-US" altLang="zh-CN" dirty="0"/>
              <a:t>B</a:t>
            </a:r>
            <a:r>
              <a:rPr lang="zh-CN" altLang="en-US" dirty="0"/>
              <a:t>的</a:t>
            </a:r>
            <a:r>
              <a:rPr lang="en-US" altLang="zh-CN" dirty="0"/>
              <a:t>Parameter Reg</a:t>
            </a:r>
            <a:r>
              <a:rPr lang="zh-CN" altLang="en-US" dirty="0"/>
              <a:t>中。</a:t>
            </a:r>
            <a:endParaRPr lang="en-GB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="" xmlns:a16="http://schemas.microsoft.com/office/drawing/2014/main" id="{404AC386-BA71-4457-B688-2C8BFA3CB3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F8B6412-42B5-452E-996C-0EF41AF254B6}" type="slidenum">
              <a:rPr lang="zh-CN" altLang="en-US" sz="1200" smtClean="0">
                <a:latin typeface="Arial" panose="020B0604020202020204" pitchFamily="34" charset="0"/>
              </a:rPr>
              <a:pPr/>
              <a:t>24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="" xmlns:a16="http://schemas.microsoft.com/office/drawing/2014/main" id="{E4B728DB-06B4-4B67-9BF6-EEC250DC9A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="" xmlns:a16="http://schemas.microsoft.com/office/drawing/2014/main" id="{59C66203-9C9D-443C-B2B9-2175DFB5FF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/>
              <a:t>99%</a:t>
            </a:r>
            <a:r>
              <a:rPr lang="zh-CN" altLang="en-US" dirty="0"/>
              <a:t>的</a:t>
            </a:r>
            <a:r>
              <a:rPr lang="en-US" altLang="zh-CN" dirty="0"/>
              <a:t>call-return</a:t>
            </a:r>
            <a:r>
              <a:rPr lang="zh-CN" altLang="en-US" dirty="0"/>
              <a:t>过程限制在</a:t>
            </a:r>
            <a:r>
              <a:rPr lang="en-US" altLang="zh-CN" dirty="0"/>
              <a:t>8</a:t>
            </a:r>
            <a:r>
              <a:rPr lang="zh-CN" altLang="en-US" dirty="0"/>
              <a:t>窗口深度（有限深度的窗口）；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图示为</a:t>
            </a:r>
            <a:r>
              <a:rPr lang="en-US" altLang="zh-CN" dirty="0"/>
              <a:t>6</a:t>
            </a:r>
            <a:r>
              <a:rPr lang="zh-CN" altLang="en-US" dirty="0"/>
              <a:t>窗口的环形</a:t>
            </a:r>
            <a:r>
              <a:rPr lang="en-US" altLang="zh-CN" dirty="0"/>
              <a:t>0~5</a:t>
            </a:r>
            <a:endParaRPr lang="en-GB" alt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="" xmlns:a16="http://schemas.microsoft.com/office/drawing/2014/main" id="{DF30B7BB-C2A5-4A9F-B46E-4CD53FC5C5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ED0773F-DE6E-4922-ADCC-600294C1A8C8}" type="slidenum">
              <a:rPr lang="zh-CN" altLang="en-US" sz="1200" smtClean="0">
                <a:latin typeface="Arial" panose="020B0604020202020204" pitchFamily="34" charset="0"/>
              </a:rPr>
              <a:pPr/>
              <a:t>25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="" xmlns:a16="http://schemas.microsoft.com/office/drawing/2014/main" id="{94BE1BD3-03C1-4499-AF47-CFFAD901E6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="" xmlns:a16="http://schemas.microsoft.com/office/drawing/2014/main" id="{16BFD50B-A91B-4348-B855-B2C8D3C504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="" xmlns:a16="http://schemas.microsoft.com/office/drawing/2014/main" id="{56573DB9-703D-4B7C-ABCD-D4BB8FE406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161C05E-C08A-48BD-A9F9-7C552B0EA790}" type="slidenum">
              <a:rPr lang="zh-CN" altLang="en-US" sz="1200" smtClean="0">
                <a:latin typeface="Arial" panose="020B0604020202020204" pitchFamily="34" charset="0"/>
              </a:rPr>
              <a:pPr/>
              <a:t>28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="" xmlns:a16="http://schemas.microsoft.com/office/drawing/2014/main" id="{98B57282-8F5F-4589-96C1-26712F1FAD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="" xmlns:a16="http://schemas.microsoft.com/office/drawing/2014/main" id="{1BE2B99A-F98E-45A7-8ECA-987477A813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多个过程使用；</a:t>
            </a:r>
            <a:endParaRPr lang="en-US" altLang="zh-CN"/>
          </a:p>
          <a:p>
            <a:r>
              <a:rPr lang="zh-CN" altLang="en-US"/>
              <a:t>两种解决方法：</a:t>
            </a:r>
            <a:endParaRPr lang="en-GB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="" xmlns:a16="http://schemas.microsoft.com/office/drawing/2014/main" id="{A8A3FCEA-A20B-4EC4-9C91-61BC04FFF4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1E0F7C1-176D-4191-991F-B9CF0838A3AA}" type="slidenum">
              <a:rPr lang="zh-CN" altLang="en-US" sz="1200" smtClean="0">
                <a:latin typeface="Arial" panose="020B0604020202020204" pitchFamily="34" charset="0"/>
              </a:rPr>
              <a:pPr/>
              <a:t>31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="" xmlns:a16="http://schemas.microsoft.com/office/drawing/2014/main" id="{5CEA70E8-72B8-43E5-87D2-E0115ECCB5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="" xmlns:a16="http://schemas.microsoft.com/office/drawing/2014/main" id="{1A6A549E-F7A4-4BDE-8FD2-82BCD62209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虽然都是高速缓冲器，但是调用机制不同，决定了二者无法替代对方；</a:t>
            </a:r>
            <a:endParaRPr lang="en-GB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="" xmlns:a16="http://schemas.microsoft.com/office/drawing/2014/main" id="{2EC40C9F-57B7-4523-85FE-4C836A3164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8ED4E14-3514-4537-AD5C-B70F651DB7D8}" type="slidenum">
              <a:rPr lang="zh-CN" altLang="en-US" sz="1200" smtClean="0">
                <a:latin typeface="Arial" panose="020B0604020202020204" pitchFamily="34" charset="0"/>
              </a:rPr>
              <a:pPr/>
              <a:t>32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="" xmlns:a16="http://schemas.microsoft.com/office/drawing/2014/main" id="{09F86061-6464-4B64-9152-E3AA4DC74E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="" xmlns:a16="http://schemas.microsoft.com/office/drawing/2014/main" id="{1EBDC63D-25BF-44F9-A5F2-EF589ECAD0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="" xmlns:a16="http://schemas.microsoft.com/office/drawing/2014/main" id="{4309B0E8-B533-4705-8A04-90149716D9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C8C728F-0623-4ED2-80A4-E5638383A709}" type="slidenum">
              <a:rPr lang="zh-CN" altLang="en-US" sz="1200" smtClean="0">
                <a:latin typeface="Arial" panose="020B0604020202020204" pitchFamily="34" charset="0"/>
              </a:rPr>
              <a:pPr/>
              <a:t>33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="" xmlns:a16="http://schemas.microsoft.com/office/drawing/2014/main" id="{F84C13A3-EE54-4140-94F3-8847B9E4FC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="" xmlns:a16="http://schemas.microsoft.com/office/drawing/2014/main" id="{CFBC04A7-6C29-4D34-BA93-0E58A9129E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="" xmlns:a16="http://schemas.microsoft.com/office/drawing/2014/main" id="{7F27D147-C64A-4B22-A593-E509B593E6E3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0082C8B-B899-4024-881F-547F39427C9A}" type="slidenum">
              <a:rPr lang="zh-CN" altLang="en-US" sz="1200">
                <a:latin typeface="Arial" panose="020B0604020202020204" pitchFamily="34" charset="0"/>
              </a:rPr>
              <a:pPr/>
              <a:t>34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="" xmlns:a16="http://schemas.microsoft.com/office/drawing/2014/main" id="{50A7B83A-87B3-48CC-88FC-76820857DA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2532" name="Rectangle 3">
            <a:extLst>
              <a:ext uri="{FF2B5EF4-FFF2-40B4-BE49-F238E27FC236}">
                <a16:creationId xmlns="" xmlns:a16="http://schemas.microsoft.com/office/drawing/2014/main" id="{691936C7-26FC-48CD-8C44-BE7C2C9747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="" xmlns:a16="http://schemas.microsoft.com/office/drawing/2014/main" id="{60C55341-95B2-4565-854F-6FDBECCBC3DD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143F223-E501-43B1-9FF6-15966878D1C7}" type="slidenum">
              <a:rPr lang="zh-CN" altLang="en-US" sz="1200">
                <a:latin typeface="Arial" panose="020B0604020202020204" pitchFamily="34" charset="0"/>
              </a:rPr>
              <a:pPr/>
              <a:t>35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="" xmlns:a16="http://schemas.microsoft.com/office/drawing/2014/main" id="{2E5D69A8-2BC0-4E43-BDF6-9FB9389759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4580" name="Rectangle 3">
            <a:extLst>
              <a:ext uri="{FF2B5EF4-FFF2-40B4-BE49-F238E27FC236}">
                <a16:creationId xmlns="" xmlns:a16="http://schemas.microsoft.com/office/drawing/2014/main" id="{06C4FE9A-6FDE-4497-9CA6-26336F1763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/>
            <a:r>
              <a:rPr lang="en-GB" altLang="zh-CN"/>
              <a:t>Allocate based on </a:t>
            </a:r>
            <a:r>
              <a:rPr lang="en-GB" altLang="zh-CN" i="1">
                <a:solidFill>
                  <a:srgbClr val="FF0000"/>
                </a:solidFill>
              </a:rPr>
              <a:t>most used variables </a:t>
            </a:r>
            <a:r>
              <a:rPr lang="en-GB" altLang="zh-CN"/>
              <a:t>in a given time</a:t>
            </a:r>
          </a:p>
          <a:p>
            <a:pPr lvl="1"/>
            <a:r>
              <a:rPr lang="en-GB" altLang="zh-CN"/>
              <a:t>Requires </a:t>
            </a:r>
            <a:r>
              <a:rPr lang="en-GB" altLang="zh-CN" i="1">
                <a:solidFill>
                  <a:srgbClr val="FF0000"/>
                </a:solidFill>
              </a:rPr>
              <a:t>sophisticated program analysis</a:t>
            </a:r>
          </a:p>
          <a:p>
            <a:endParaRPr lang="en-GB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="" xmlns:a16="http://schemas.microsoft.com/office/drawing/2014/main" id="{7229FF36-D11F-4A64-9D7B-977F3BD0AC67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0F55519-8F82-4FE2-B1B9-90792FB47D8C}" type="slidenum">
              <a:rPr lang="zh-CN" altLang="en-US" sz="1200">
                <a:latin typeface="Arial" panose="020B0604020202020204" pitchFamily="34" charset="0"/>
              </a:rPr>
              <a:pPr/>
              <a:t>36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="" xmlns:a16="http://schemas.microsoft.com/office/drawing/2014/main" id="{B81A437F-E211-44C3-87AE-F33DD09254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6628" name="Rectangle 3">
            <a:extLst>
              <a:ext uri="{FF2B5EF4-FFF2-40B4-BE49-F238E27FC236}">
                <a16:creationId xmlns="" xmlns:a16="http://schemas.microsoft.com/office/drawing/2014/main" id="{2B365CD0-73F6-407B-A2FA-90CABFB14E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>
            <a:extLst>
              <a:ext uri="{FF2B5EF4-FFF2-40B4-BE49-F238E27FC236}">
                <a16:creationId xmlns="" xmlns:a16="http://schemas.microsoft.com/office/drawing/2014/main" id="{8FAE1C88-74E2-4337-8F2A-9DF803F3B4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8675" name="备注占位符 2">
            <a:extLst>
              <a:ext uri="{FF2B5EF4-FFF2-40B4-BE49-F238E27FC236}">
                <a16:creationId xmlns="" xmlns:a16="http://schemas.microsoft.com/office/drawing/2014/main" id="{B3B06C09-9003-4F66-98DA-5AE7B72A8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1852</a:t>
            </a:r>
            <a:r>
              <a:rPr lang="zh-CN" altLang="en-US"/>
              <a:t>年，弗朗西斯试着给英国地图着色，问它读大学的弟弟</a:t>
            </a:r>
            <a:r>
              <a:rPr lang="en-US" altLang="zh-CN"/>
              <a:t>,</a:t>
            </a:r>
            <a:r>
              <a:rPr lang="zh-CN" altLang="en-US"/>
              <a:t> 问他的老师</a:t>
            </a:r>
            <a:r>
              <a:rPr lang="en-US" altLang="zh-CN"/>
              <a:t>De Morgan</a:t>
            </a:r>
            <a:r>
              <a:rPr lang="zh-CN" altLang="en-US"/>
              <a:t>，老师问他的好友汉密尔顿（数学家），</a:t>
            </a:r>
            <a:r>
              <a:rPr lang="en-US" altLang="zh-CN"/>
              <a:t>1865</a:t>
            </a:r>
            <a:r>
              <a:rPr lang="zh-CN" altLang="en-US"/>
              <a:t>年去世了也没有解决这个问题。</a:t>
            </a:r>
            <a:endParaRPr lang="en-US" altLang="zh-CN"/>
          </a:p>
          <a:p>
            <a:r>
              <a:rPr lang="zh-CN" altLang="en-US"/>
              <a:t>后来，到了</a:t>
            </a:r>
            <a:r>
              <a:rPr lang="en-US" altLang="zh-CN"/>
              <a:t>1878</a:t>
            </a:r>
            <a:r>
              <a:rPr lang="zh-CN" altLang="en-US"/>
              <a:t>年，当时英国著名的数学家凯莱向伦敦数学学会提出了这个问题。</a:t>
            </a:r>
            <a:endParaRPr lang="en-US" altLang="zh-CN"/>
          </a:p>
        </p:txBody>
      </p:sp>
      <p:sp>
        <p:nvSpPr>
          <p:cNvPr id="28676" name="灯片编号占位符 3">
            <a:extLst>
              <a:ext uri="{FF2B5EF4-FFF2-40B4-BE49-F238E27FC236}">
                <a16:creationId xmlns="" xmlns:a16="http://schemas.microsoft.com/office/drawing/2014/main" id="{588E2399-5273-48A1-BE09-74994E0BBE3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3E4ED64-01F1-4D12-B9BF-2ECE8AE4EDED}" type="slidenum">
              <a:rPr lang="zh-CN" altLang="en-US" sz="1200">
                <a:latin typeface="Arial" panose="020B0604020202020204" pitchFamily="34" charset="0"/>
              </a:rPr>
              <a:pPr/>
              <a:t>37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="" xmlns:a16="http://schemas.microsoft.com/office/drawing/2014/main" id="{78DE6028-EA4A-459A-BED9-CF4B8FD7024D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16AF556-7F8D-4936-88D4-908D0768F64B}" type="slidenum">
              <a:rPr lang="zh-CN" altLang="en-US" sz="1200">
                <a:latin typeface="Arial" panose="020B0604020202020204" pitchFamily="34" charset="0"/>
              </a:rPr>
              <a:pPr/>
              <a:t>38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="" xmlns:a16="http://schemas.microsoft.com/office/drawing/2014/main" id="{4DB5675C-B1FB-400D-A5E7-B2CA065E39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0724" name="Rectangle 3">
            <a:extLst>
              <a:ext uri="{FF2B5EF4-FFF2-40B4-BE49-F238E27FC236}">
                <a16:creationId xmlns="" xmlns:a16="http://schemas.microsoft.com/office/drawing/2014/main" id="{4CBEE058-BE19-4E49-9838-0E80DA21F3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图例说明 图着色法</a:t>
            </a:r>
            <a:endParaRPr lang="en-US" altLang="zh-CN"/>
          </a:p>
          <a:p>
            <a:r>
              <a:rPr lang="en-GB" altLang="zh-CN"/>
              <a:t>Nodes are symbolic </a:t>
            </a:r>
            <a:r>
              <a:rPr lang="en-GB" altLang="zh-CN" i="1">
                <a:solidFill>
                  <a:srgbClr val="FF0000"/>
                </a:solidFill>
              </a:rPr>
              <a:t>registers</a:t>
            </a:r>
          </a:p>
          <a:p>
            <a:r>
              <a:rPr lang="en-GB" altLang="zh-CN"/>
              <a:t>Two registers that are </a:t>
            </a:r>
            <a:r>
              <a:rPr lang="en-GB" altLang="zh-CN" i="1">
                <a:solidFill>
                  <a:srgbClr val="0000FF"/>
                </a:solidFill>
              </a:rPr>
              <a:t>live in the same program fragment </a:t>
            </a:r>
            <a:r>
              <a:rPr lang="en-GB" altLang="zh-CN"/>
              <a:t>are joined by an </a:t>
            </a:r>
            <a:r>
              <a:rPr lang="en-GB" altLang="zh-CN">
                <a:solidFill>
                  <a:srgbClr val="000000"/>
                </a:solidFill>
              </a:rPr>
              <a:t>edge</a:t>
            </a:r>
          </a:p>
          <a:p>
            <a:endParaRPr lang="en-GB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="" xmlns:a16="http://schemas.microsoft.com/office/drawing/2014/main" id="{1E612DC2-3440-42BC-AC71-3752D289BE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8B60160-1A88-4285-B148-E227006ECAC5}" type="slidenum">
              <a:rPr lang="zh-CN" altLang="en-US" sz="1200" smtClean="0">
                <a:latin typeface="Arial" panose="020B0604020202020204" pitchFamily="34" charset="0"/>
              </a:rPr>
              <a:pPr/>
              <a:t>39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="" xmlns:a16="http://schemas.microsoft.com/office/drawing/2014/main" id="{B946E456-847D-42BE-A2A1-A8B465C755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="" xmlns:a16="http://schemas.microsoft.com/office/drawing/2014/main" id="{1E4F863B-AE66-4D6D-AA07-AEDB912121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altLang="zh-CN"/>
              <a:t>Draw diagram yourself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="" xmlns:a16="http://schemas.microsoft.com/office/drawing/2014/main" id="{1222C837-A3DD-4A8C-97F8-5D7CA83D43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DA8DDEC-43C5-492A-9CB5-63B8E1AB0093}" type="slidenum">
              <a:rPr lang="zh-CN" altLang="en-US" sz="1200" smtClean="0">
                <a:latin typeface="Arial" panose="020B0604020202020204" pitchFamily="34" charset="0"/>
              </a:rPr>
              <a:pPr/>
              <a:t>40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="" xmlns:a16="http://schemas.microsoft.com/office/drawing/2014/main" id="{9541A116-CB0B-478C-BF37-A705371842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="" xmlns:a16="http://schemas.microsoft.com/office/drawing/2014/main" id="{7E1C7479-6E9F-4519-8E7F-D8910232C1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altLang="zh-CN" dirty="0"/>
              <a:t>Draw diagram yourself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幻灯片图像占位符 1">
            <a:extLst>
              <a:ext uri="{FF2B5EF4-FFF2-40B4-BE49-F238E27FC236}">
                <a16:creationId xmlns="" xmlns:a16="http://schemas.microsoft.com/office/drawing/2014/main" id="{518A3490-9484-48A3-86F9-E37E3586D3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备注占位符 2">
            <a:extLst>
              <a:ext uri="{FF2B5EF4-FFF2-40B4-BE49-F238E27FC236}">
                <a16:creationId xmlns="" xmlns:a16="http://schemas.microsoft.com/office/drawing/2014/main" id="{3705C3AD-1420-4207-A6B3-8BDA05C1D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总结回顾</a:t>
            </a:r>
            <a:r>
              <a:rPr lang="en-US" altLang="zh-CN"/>
              <a:t>RISC</a:t>
            </a:r>
            <a:r>
              <a:rPr lang="zh-CN" altLang="en-US"/>
              <a:t>的结构特点</a:t>
            </a:r>
          </a:p>
        </p:txBody>
      </p:sp>
      <p:sp>
        <p:nvSpPr>
          <p:cNvPr id="82948" name="灯片编号占位符 3">
            <a:extLst>
              <a:ext uri="{FF2B5EF4-FFF2-40B4-BE49-F238E27FC236}">
                <a16:creationId xmlns="" xmlns:a16="http://schemas.microsoft.com/office/drawing/2014/main" id="{9283BC6D-FB2C-40DF-A953-0AC208CB3F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EF738BB-5440-4827-A2C5-93E48C16A67F}" type="slidenum">
              <a:rPr lang="zh-CN" altLang="en-US" sz="1200" smtClean="0">
                <a:latin typeface="Arial" panose="020B0604020202020204" pitchFamily="34" charset="0"/>
              </a:rPr>
              <a:pPr/>
              <a:t>41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="" xmlns:a16="http://schemas.microsoft.com/office/drawing/2014/main" id="{1931A4ED-A292-4F57-9771-60CE84B89E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6403D39-97CC-479B-B568-15FF429C6F87}" type="slidenum">
              <a:rPr lang="zh-CN" altLang="en-US" sz="1200" smtClean="0">
                <a:latin typeface="Arial" panose="020B0604020202020204" pitchFamily="34" charset="0"/>
              </a:rPr>
              <a:pPr/>
              <a:t>42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="" xmlns:a16="http://schemas.microsoft.com/office/drawing/2014/main" id="{84CF12A8-5B46-434B-9CBF-C1E06F588A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="" xmlns:a16="http://schemas.microsoft.com/office/drawing/2014/main" id="{445717C6-36AB-4068-B015-901BDD5F8E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三个支持</a:t>
            </a:r>
            <a:r>
              <a:rPr lang="en-US" altLang="zh-CN"/>
              <a:t>CISC</a:t>
            </a:r>
            <a:r>
              <a:rPr lang="zh-CN" altLang="en-US"/>
              <a:t>的基本理由：</a:t>
            </a:r>
            <a:endParaRPr lang="en-US" altLang="zh-CN"/>
          </a:p>
          <a:p>
            <a:r>
              <a:rPr lang="zh-CN" altLang="en-US"/>
              <a:t>简化编译器；</a:t>
            </a:r>
            <a:endParaRPr lang="en-US" altLang="zh-CN"/>
          </a:p>
          <a:p>
            <a:r>
              <a:rPr lang="zh-CN" altLang="en-US"/>
              <a:t>更小的程序；</a:t>
            </a:r>
            <a:endParaRPr lang="en-US" altLang="zh-CN"/>
          </a:p>
          <a:p>
            <a:r>
              <a:rPr lang="zh-CN" altLang="en-US"/>
              <a:t>更快的程序；</a:t>
            </a:r>
            <a:endParaRPr lang="en-GB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="" xmlns:a16="http://schemas.microsoft.com/office/drawing/2014/main" id="{1931A4ED-A292-4F57-9771-60CE84B89E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6403D39-97CC-479B-B568-15FF429C6F87}" type="slidenum">
              <a:rPr lang="zh-CN" altLang="en-US" sz="1200" smtClean="0">
                <a:latin typeface="Arial" panose="020B0604020202020204" pitchFamily="34" charset="0"/>
              </a:rPr>
              <a:pPr/>
              <a:t>43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="" xmlns:a16="http://schemas.microsoft.com/office/drawing/2014/main" id="{84CF12A8-5B46-434B-9CBF-C1E06F588A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="" xmlns:a16="http://schemas.microsoft.com/office/drawing/2014/main" id="{445717C6-36AB-4068-B015-901BDD5F8E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三个支持</a:t>
            </a:r>
            <a:r>
              <a:rPr lang="en-US" altLang="zh-CN"/>
              <a:t>CISC</a:t>
            </a:r>
            <a:r>
              <a:rPr lang="zh-CN" altLang="en-US"/>
              <a:t>的基本理由：</a:t>
            </a:r>
            <a:endParaRPr lang="en-US" altLang="zh-CN"/>
          </a:p>
          <a:p>
            <a:r>
              <a:rPr lang="zh-CN" altLang="en-US"/>
              <a:t>简化编译器；</a:t>
            </a:r>
            <a:endParaRPr lang="en-US" altLang="zh-CN"/>
          </a:p>
          <a:p>
            <a:r>
              <a:rPr lang="zh-CN" altLang="en-US"/>
              <a:t>更小的程序；</a:t>
            </a:r>
            <a:endParaRPr lang="en-US" altLang="zh-CN"/>
          </a:p>
          <a:p>
            <a:r>
              <a:rPr lang="zh-CN" altLang="en-US"/>
              <a:t>更快的程序；</a:t>
            </a:r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60992797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="" xmlns:a16="http://schemas.microsoft.com/office/drawing/2014/main" id="{19D8C983-766C-470B-8A43-BEE3C74155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EEF11D7-F1F3-4592-8469-D514BEB000E4}" type="slidenum">
              <a:rPr lang="zh-CN" altLang="en-US" sz="1200" smtClean="0">
                <a:latin typeface="Arial" panose="020B0604020202020204" pitchFamily="34" charset="0"/>
              </a:rPr>
              <a:pPr/>
              <a:t>44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="" xmlns:a16="http://schemas.microsoft.com/office/drawing/2014/main" id="{2389D066-A839-43DD-9FF7-B303E96ED9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="" xmlns:a16="http://schemas.microsoft.com/office/drawing/2014/main" id="{BD7FC5D5-97ED-4E19-BA83-701895EF47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altLang="zh-CN"/>
              <a:t>Machine cycle:</a:t>
            </a:r>
            <a:r>
              <a:rPr lang="zh-CN" altLang="en-US"/>
              <a:t>由寄存器取两个操作数，完成一个</a:t>
            </a:r>
            <a:r>
              <a:rPr lang="en-US" altLang="zh-CN"/>
              <a:t>alu</a:t>
            </a:r>
            <a:r>
              <a:rPr lang="zh-CN" altLang="en-US"/>
              <a:t>操作，再将结果写入寄存器的时间；</a:t>
            </a:r>
            <a:endParaRPr lang="en-US" altLang="zh-CN"/>
          </a:p>
          <a:p>
            <a:endParaRPr lang="en-GB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="" xmlns:a16="http://schemas.microsoft.com/office/drawing/2014/main" id="{5888B549-2820-4D25-826B-32C1FF87BB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26A44C8-2CFF-4EC8-999E-16097C80B736}" type="slidenum">
              <a:rPr lang="zh-CN" altLang="en-US" sz="1200" smtClean="0">
                <a:latin typeface="Arial" panose="020B0604020202020204" pitchFamily="34" charset="0"/>
              </a:rPr>
              <a:pPr/>
              <a:t>45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="" xmlns:a16="http://schemas.microsoft.com/office/drawing/2014/main" id="{8FE2F6BF-B318-47DC-8880-8C29005CE8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="" xmlns:a16="http://schemas.microsoft.com/office/drawing/2014/main" id="{02C8299E-B326-4C4C-9086-99C1FCCD3A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各有优点，各有好处；</a:t>
            </a:r>
            <a:endParaRPr lang="en-US" altLang="zh-CN" dirty="0"/>
          </a:p>
          <a:p>
            <a:r>
              <a:rPr lang="zh-CN" altLang="en-US" dirty="0"/>
              <a:t>互相取长补短；</a:t>
            </a:r>
            <a:endParaRPr lang="en-GB" altLang="zh-CN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="" xmlns:a16="http://schemas.microsoft.com/office/drawing/2014/main" id="{E9280504-FA62-4697-BE0D-52D0BD73D8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BC24804-4F38-459A-8F1E-6166FBF080E9}" type="slidenum">
              <a:rPr lang="zh-CN" altLang="en-US" sz="1200" smtClean="0">
                <a:latin typeface="Arial" panose="020B0604020202020204" pitchFamily="34" charset="0"/>
              </a:rPr>
              <a:pPr/>
              <a:t>46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="" xmlns:a16="http://schemas.microsoft.com/office/drawing/2014/main" id="{2D53DA31-12D0-4D97-BA84-77B5D6E88C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="" xmlns:a16="http://schemas.microsoft.com/office/drawing/2014/main" id="{5A4E361A-164C-432D-B6D5-048F2D42AE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zh-CN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="" xmlns:a16="http://schemas.microsoft.com/office/drawing/2014/main" id="{130F29D7-8B38-47AD-A804-C03A9F2FB2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4E7F20B-FF5C-46C2-B2B5-C8164DE267BF}" type="slidenum">
              <a:rPr lang="zh-CN" altLang="en-US" sz="1200" smtClean="0">
                <a:latin typeface="Arial" panose="020B0604020202020204" pitchFamily="34" charset="0"/>
              </a:rPr>
              <a:pPr/>
              <a:t>47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="" xmlns:a16="http://schemas.microsoft.com/office/drawing/2014/main" id="{2CEED666-1BD9-4E25-A920-9CA166D245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="" xmlns:a16="http://schemas.microsoft.com/office/drawing/2014/main" id="{27744497-CFA2-4EBD-8D40-9BA0E904D6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2</a:t>
            </a:r>
            <a:r>
              <a:rPr lang="zh-CN" altLang="en-US" dirty="0"/>
              <a:t>段流水图中（同一时间只能访问一个存储器），</a:t>
            </a:r>
            <a:r>
              <a:rPr lang="en-US" altLang="zh-CN" dirty="0"/>
              <a:t>I</a:t>
            </a:r>
            <a:r>
              <a:rPr lang="zh-CN" altLang="en-US" dirty="0"/>
              <a:t>可以与</a:t>
            </a:r>
            <a:r>
              <a:rPr lang="en-US" altLang="zh-CN" dirty="0"/>
              <a:t>E</a:t>
            </a:r>
            <a:r>
              <a:rPr lang="zh-CN" altLang="en-US" dirty="0"/>
              <a:t>组合，带式</a:t>
            </a:r>
            <a:r>
              <a:rPr lang="en-US" altLang="zh-CN" dirty="0"/>
              <a:t>I</a:t>
            </a:r>
            <a:r>
              <a:rPr lang="zh-CN" altLang="en-US" dirty="0"/>
              <a:t>与</a:t>
            </a:r>
            <a:r>
              <a:rPr lang="en-US" altLang="zh-CN" dirty="0"/>
              <a:t>D</a:t>
            </a:r>
            <a:r>
              <a:rPr lang="zh-CN" altLang="en-US" dirty="0"/>
              <a:t>不能在同一时间出现，延迟</a:t>
            </a:r>
            <a:r>
              <a:rPr lang="en-US" altLang="zh-CN" dirty="0"/>
              <a:t>I</a:t>
            </a:r>
            <a:r>
              <a:rPr lang="zh-CN" altLang="en-US" dirty="0"/>
              <a:t>与</a:t>
            </a:r>
            <a:r>
              <a:rPr lang="en-US" altLang="zh-CN" dirty="0"/>
              <a:t>E</a:t>
            </a:r>
            <a:r>
              <a:rPr lang="zh-CN" altLang="en-US" dirty="0"/>
              <a:t>到下一时钟周期；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注意</a:t>
            </a:r>
            <a:r>
              <a:rPr lang="en-US" altLang="zh-CN" dirty="0" err="1"/>
              <a:t>noop</a:t>
            </a:r>
            <a:r>
              <a:rPr lang="zh-CN" altLang="en-US" dirty="0"/>
              <a:t>的作用：解除数据相关性、解除转移相关性；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插入</a:t>
            </a:r>
            <a:r>
              <a:rPr lang="en-US" altLang="zh-CN" dirty="0" err="1"/>
              <a:t>noop</a:t>
            </a:r>
            <a:r>
              <a:rPr lang="zh-CN" altLang="en-US" dirty="0"/>
              <a:t>，就不需要清除流水线的专用电路了；</a:t>
            </a:r>
            <a:endParaRPr lang="en-US" altLang="zh-CN" dirty="0"/>
          </a:p>
          <a:p>
            <a:endParaRPr lang="en-GB" altLang="zh-CN" dirty="0"/>
          </a:p>
          <a:p>
            <a:r>
              <a:rPr lang="zh-CN" altLang="en-US" dirty="0"/>
              <a:t>图</a:t>
            </a:r>
            <a:r>
              <a:rPr lang="en-US" altLang="zh-CN" dirty="0"/>
              <a:t>d</a:t>
            </a:r>
            <a:r>
              <a:rPr lang="zh-CN" altLang="en-US" dirty="0"/>
              <a:t>中 </a:t>
            </a:r>
            <a:r>
              <a:rPr lang="en-US" altLang="zh-CN" dirty="0"/>
              <a:t>Add </a:t>
            </a:r>
            <a:r>
              <a:rPr lang="en-US" altLang="zh-CN" dirty="0" err="1"/>
              <a:t>rC</a:t>
            </a:r>
            <a:r>
              <a:rPr lang="en-US" altLang="zh-CN" dirty="0"/>
              <a:t>&lt;- </a:t>
            </a:r>
            <a:r>
              <a:rPr lang="en-US" altLang="zh-CN" dirty="0" err="1"/>
              <a:t>rA+rB</a:t>
            </a:r>
            <a:r>
              <a:rPr lang="zh-CN" altLang="en-US" dirty="0"/>
              <a:t>与</a:t>
            </a:r>
            <a:r>
              <a:rPr lang="en-US" altLang="zh-CN" dirty="0"/>
              <a:t>Store M&lt;-</a:t>
            </a:r>
            <a:r>
              <a:rPr lang="en-US" altLang="zh-CN" dirty="0" err="1"/>
              <a:t>rC</a:t>
            </a:r>
            <a:r>
              <a:rPr lang="en-US" altLang="zh-CN" dirty="0"/>
              <a:t> </a:t>
            </a:r>
            <a:r>
              <a:rPr lang="zh-CN" altLang="en-US" dirty="0"/>
              <a:t>之间还要插入一个</a:t>
            </a:r>
            <a:r>
              <a:rPr lang="en-US" altLang="zh-CN" dirty="0" err="1"/>
              <a:t>noop</a:t>
            </a:r>
            <a:r>
              <a:rPr lang="zh-CN" altLang="en-US"/>
              <a:t>？</a:t>
            </a:r>
            <a:endParaRPr lang="en-GB" altLang="zh-CN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="" xmlns:a16="http://schemas.microsoft.com/office/drawing/2014/main" id="{C63F40B6-FC54-4429-825B-0A4A6A72C3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94DD40C-E664-4DFD-856E-812D0E9A9278}" type="slidenum">
              <a:rPr lang="zh-CN" altLang="en-US" sz="1200" smtClean="0">
                <a:latin typeface="Arial" panose="020B0604020202020204" pitchFamily="34" charset="0"/>
              </a:rPr>
              <a:pPr/>
              <a:t>48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="" xmlns:a16="http://schemas.microsoft.com/office/drawing/2014/main" id="{9E3BDCE8-AB75-497B-ADFF-C30A0092EF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="" xmlns:a16="http://schemas.microsoft.com/office/drawing/2014/main" id="{35C046D4-542C-45D9-8505-6B08D0F3A2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="" xmlns:a16="http://schemas.microsoft.com/office/drawing/2014/main" id="{53C0D856-4F1B-40DD-A6BD-CD650D53C0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E1F1584-559B-4F42-92C6-C8BFA1876517}" type="slidenum">
              <a:rPr lang="zh-CN" altLang="en-US" sz="1200" smtClean="0">
                <a:latin typeface="Arial" panose="020B0604020202020204" pitchFamily="34" charset="0"/>
              </a:rPr>
              <a:pPr/>
              <a:t>49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="" xmlns:a16="http://schemas.microsoft.com/office/drawing/2014/main" id="{C2FC2B93-F98B-4CCF-BAA9-09B8C2938C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="" xmlns:a16="http://schemas.microsoft.com/office/drawing/2014/main" id="{39A3A2BF-C517-4E00-8F52-4DE8C9B612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="" xmlns:a16="http://schemas.microsoft.com/office/drawing/2014/main" id="{482DC14E-7147-4C1D-8515-CFC13FED01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6496591-D353-47B2-AF7E-A1EDBF5C2504}" type="slidenum">
              <a:rPr lang="zh-CN" altLang="en-US" sz="1200" smtClean="0">
                <a:latin typeface="Arial" panose="020B0604020202020204" pitchFamily="34" charset="0"/>
              </a:rPr>
              <a:pPr/>
              <a:t>50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="" xmlns:a16="http://schemas.microsoft.com/office/drawing/2014/main" id="{0F38D273-7E6D-49EC-BAD0-8302BB2914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="" xmlns:a16="http://schemas.microsoft.com/office/drawing/2014/main" id="{6A3916F1-41F3-4FC8-8138-3F4BD889F4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既保持了原语义，又使总的时钟周期减少了一个；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需要提醒的是：</a:t>
            </a:r>
            <a:r>
              <a:rPr lang="en-US" altLang="zh-CN"/>
              <a:t>reversed branch</a:t>
            </a:r>
            <a:r>
              <a:rPr lang="zh-CN" altLang="en-US"/>
              <a:t>这种形式可以用于</a:t>
            </a:r>
            <a:r>
              <a:rPr lang="en-US" altLang="zh-CN"/>
              <a:t>un-conditional\call-return</a:t>
            </a:r>
            <a:r>
              <a:rPr lang="zh-CN" altLang="en-US"/>
              <a:t>；对于</a:t>
            </a:r>
            <a:r>
              <a:rPr lang="en-US" altLang="zh-CN"/>
              <a:t>conditional</a:t>
            </a:r>
            <a:r>
              <a:rPr lang="zh-CN" altLang="en-US"/>
              <a:t>来讲，插入</a:t>
            </a:r>
            <a:r>
              <a:rPr lang="en-US" altLang="zh-CN"/>
              <a:t>NOOP</a:t>
            </a:r>
            <a:r>
              <a:rPr lang="zh-CN" altLang="en-US"/>
              <a:t>更安全，不会对判定条件产生影响；</a:t>
            </a:r>
            <a:endParaRPr lang="en-GB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幻灯片图像占位符 1">
            <a:extLst>
              <a:ext uri="{FF2B5EF4-FFF2-40B4-BE49-F238E27FC236}">
                <a16:creationId xmlns="" xmlns:a16="http://schemas.microsoft.com/office/drawing/2014/main" id="{A0562126-6E6C-4763-8ABA-061C26C2B0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备注占位符 2">
            <a:extLst>
              <a:ext uri="{FF2B5EF4-FFF2-40B4-BE49-F238E27FC236}">
                <a16:creationId xmlns="" xmlns:a16="http://schemas.microsoft.com/office/drawing/2014/main" id="{581624C1-18BC-4FC7-AD18-0C4265240B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无条件</a:t>
            </a:r>
            <a:r>
              <a:rPr lang="en-US" altLang="zh-CN"/>
              <a:t>branch</a:t>
            </a:r>
            <a:r>
              <a:rPr lang="zh-CN" altLang="en-US"/>
              <a:t>，</a:t>
            </a:r>
            <a:r>
              <a:rPr lang="en-US" altLang="zh-CN"/>
              <a:t>call/return </a:t>
            </a:r>
            <a:r>
              <a:rPr lang="zh-CN" altLang="en-US"/>
              <a:t>都可以用这种交换；</a:t>
            </a:r>
            <a:endParaRPr lang="en-US" altLang="zh-CN"/>
          </a:p>
          <a:p>
            <a:r>
              <a:rPr lang="zh-CN" altLang="en-US"/>
              <a:t>条件转移，要看情况，多数可以。</a:t>
            </a:r>
          </a:p>
        </p:txBody>
      </p:sp>
      <p:sp>
        <p:nvSpPr>
          <p:cNvPr id="101380" name="灯片编号占位符 3">
            <a:extLst>
              <a:ext uri="{FF2B5EF4-FFF2-40B4-BE49-F238E27FC236}">
                <a16:creationId xmlns="" xmlns:a16="http://schemas.microsoft.com/office/drawing/2014/main" id="{C2149BE7-A419-48AF-80B8-6FC3EEA0BF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68D6F2E-AE0B-48C8-9303-AEE62F5CB8CD}" type="slidenum">
              <a:rPr lang="zh-CN" altLang="en-US" sz="1200" smtClean="0">
                <a:latin typeface="Arial" panose="020B0604020202020204" pitchFamily="34" charset="0"/>
              </a:rPr>
              <a:pPr/>
              <a:t>51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="" xmlns:a16="http://schemas.microsoft.com/office/drawing/2014/main" id="{41B4F834-44A5-4B4C-828E-B582825E2C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39DC46C-E028-4F82-BF16-30E4E96539F1}" type="slidenum">
              <a:rPr lang="zh-CN" altLang="en-US" sz="1200" smtClean="0">
                <a:latin typeface="Arial" panose="020B0604020202020204" pitchFamily="34" charset="0"/>
              </a:rPr>
              <a:pPr/>
              <a:t>52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="" xmlns:a16="http://schemas.microsoft.com/office/drawing/2014/main" id="{B8CB3797-CF77-4713-A14A-9FECBE8816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="" xmlns:a16="http://schemas.microsoft.com/office/drawing/2014/main" id="{A514A13F-10AB-4180-B856-8CBB796816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试图从两个方面进行比较：定性和定量；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产生的问题：</a:t>
            </a:r>
            <a:endParaRPr lang="en-US" altLang="zh-CN"/>
          </a:p>
          <a:p>
            <a:endParaRPr lang="en-GB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幻灯片图像占位符 1">
            <a:extLst>
              <a:ext uri="{FF2B5EF4-FFF2-40B4-BE49-F238E27FC236}">
                <a16:creationId xmlns="" xmlns:a16="http://schemas.microsoft.com/office/drawing/2014/main" id="{78533F22-8A16-4829-A743-74B60468AD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备注占位符 2">
            <a:extLst>
              <a:ext uri="{FF2B5EF4-FFF2-40B4-BE49-F238E27FC236}">
                <a16:creationId xmlns="" xmlns:a16="http://schemas.microsoft.com/office/drawing/2014/main" id="{6F4DB713-75E8-406C-B0DC-D3328A817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对高级语言程序的研究知道产生了</a:t>
            </a:r>
            <a:r>
              <a:rPr lang="en-US" altLang="zh-CN"/>
              <a:t>RISC</a:t>
            </a:r>
          </a:p>
          <a:p>
            <a:r>
              <a:rPr lang="en-US" altLang="zh-CN"/>
              <a:t>-</a:t>
            </a:r>
            <a:r>
              <a:rPr lang="zh-CN" altLang="en-US"/>
              <a:t>赋值语句；</a:t>
            </a:r>
            <a:endParaRPr lang="en-US" altLang="zh-CN"/>
          </a:p>
          <a:p>
            <a:r>
              <a:rPr lang="en-US" altLang="zh-CN"/>
              <a:t>-if</a:t>
            </a:r>
            <a:r>
              <a:rPr lang="zh-CN" altLang="en-US"/>
              <a:t>语句、</a:t>
            </a:r>
            <a:r>
              <a:rPr lang="en-US" altLang="zh-CN"/>
              <a:t>loop</a:t>
            </a:r>
            <a:r>
              <a:rPr lang="zh-CN" altLang="en-US"/>
              <a:t>循环：流水线的条件转移处理方式；</a:t>
            </a:r>
            <a:endParaRPr lang="en-US" altLang="zh-CN"/>
          </a:p>
          <a:p>
            <a:r>
              <a:rPr lang="en-US" altLang="zh-CN"/>
              <a:t>-</a:t>
            </a:r>
            <a:r>
              <a:rPr lang="zh-CN" altLang="en-US"/>
              <a:t>保留一定数量的操作数在寄存器中；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指令集有限，格式固定</a:t>
            </a:r>
            <a:r>
              <a:rPr lang="en-US" altLang="zh-CN"/>
              <a:t>——</a:t>
            </a:r>
            <a:r>
              <a:rPr lang="zh-CN" altLang="en-US"/>
              <a:t>精简</a:t>
            </a:r>
            <a:r>
              <a:rPr lang="en-US" altLang="zh-CN"/>
              <a:t>RI</a:t>
            </a:r>
            <a:r>
              <a:rPr lang="zh-CN" altLang="en-US"/>
              <a:t>；</a:t>
            </a:r>
            <a:endParaRPr lang="en-US" altLang="zh-CN"/>
          </a:p>
          <a:p>
            <a:r>
              <a:rPr lang="zh-CN" altLang="en-US"/>
              <a:t>大量寄存器</a:t>
            </a:r>
            <a:r>
              <a:rPr lang="en-US" altLang="zh-CN"/>
              <a:t>——</a:t>
            </a:r>
            <a:r>
              <a:rPr lang="zh-CN" altLang="en-US"/>
              <a:t>高效；</a:t>
            </a:r>
            <a:endParaRPr lang="en-US" altLang="zh-CN"/>
          </a:p>
          <a:p>
            <a:r>
              <a:rPr lang="zh-CN" altLang="en-US"/>
              <a:t>最重要的应用</a:t>
            </a:r>
            <a:r>
              <a:rPr lang="en-US" altLang="zh-CN"/>
              <a:t>——</a:t>
            </a:r>
            <a:r>
              <a:rPr lang="zh-CN" altLang="en-US"/>
              <a:t>流水线；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105476" name="灯片编号占位符 3">
            <a:extLst>
              <a:ext uri="{FF2B5EF4-FFF2-40B4-BE49-F238E27FC236}">
                <a16:creationId xmlns="" xmlns:a16="http://schemas.microsoft.com/office/drawing/2014/main" id="{4EE4A206-7476-4C78-8974-22081CC6A5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EEC250C-D70A-4BA7-98F6-3BB22D898F42}" type="slidenum">
              <a:rPr lang="zh-CN" altLang="en-US" sz="1200" smtClean="0">
                <a:latin typeface="Arial" panose="020B0604020202020204" pitchFamily="34" charset="0"/>
              </a:rPr>
              <a:pPr/>
              <a:t>53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="" xmlns:a16="http://schemas.microsoft.com/office/drawing/2014/main" id="{4B1D71EB-C6A3-4186-9E0D-8E1399F3D7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82A18CE-549A-440E-BBB6-95E976458FD6}" type="slidenum">
              <a:rPr lang="zh-CN" altLang="en-US" sz="1200" smtClean="0">
                <a:latin typeface="Arial" panose="020B0604020202020204" pitchFamily="34" charset="0"/>
              </a:rPr>
              <a:pPr/>
              <a:t>54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="" xmlns:a16="http://schemas.microsoft.com/office/drawing/2014/main" id="{929A79E0-2D85-4058-824B-8EF50578D3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="" xmlns:a16="http://schemas.microsoft.com/office/drawing/2014/main" id="{A84FD7DE-A0D3-44E5-A7C2-9977100666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7">
            <a:extLst>
              <a:ext uri="{FF2B5EF4-FFF2-40B4-BE49-F238E27FC236}">
                <a16:creationId xmlns="" xmlns:a16="http://schemas.microsoft.com/office/drawing/2014/main" id="{A0F6A61D-0EFF-4F71-955B-6CDDFE826D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514600"/>
            <a:ext cx="815340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931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533400"/>
            <a:ext cx="7721600" cy="1905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028950"/>
            <a:ext cx="6400800" cy="1771650"/>
          </a:xfrm>
        </p:spPr>
        <p:txBody>
          <a:bodyPr/>
          <a:lstStyle>
            <a:lvl1pPr marL="0" indent="0">
              <a:buFontTx/>
              <a:buNone/>
              <a:defRPr>
                <a:latin typeface="Arial Black" pitchFamily="34" charset="0"/>
              </a:defRPr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FAFAA58B-9831-400C-90E5-BC114220F9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711200" y="6229350"/>
            <a:ext cx="1930400" cy="5143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solidFill>
                  <a:srgbClr val="5E574E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89F3DC2C-F40B-48EA-8E63-75604C00E8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49600" y="6229350"/>
            <a:ext cx="2844800" cy="5143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solidFill>
                  <a:srgbClr val="5E574E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28E9D481-BE9C-45FA-A4A2-9A53B16321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604000" y="6229350"/>
            <a:ext cx="1828800" cy="5143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5E574E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4FD8F60-919A-4438-A730-722E3C3A03B5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4148938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33840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21350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066800"/>
            <a:ext cx="4013200" cy="5638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066800"/>
            <a:ext cx="4013200" cy="5638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1264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42366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41028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0171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22421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16962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82728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8600" y="152400"/>
            <a:ext cx="2057400" cy="6553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06400" y="152400"/>
            <a:ext cx="6019800" cy="6553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49610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="" xmlns:a16="http://schemas.microsoft.com/office/drawing/2014/main" id="{2692EFE2-77E3-4A92-B595-79FE8BE4D9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152400"/>
            <a:ext cx="8204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="" xmlns:a16="http://schemas.microsoft.com/office/drawing/2014/main" id="{1025719F-E532-4A9A-8F21-7E21BA51EB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66800"/>
            <a:ext cx="81788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</a:p>
        </p:txBody>
      </p:sp>
      <p:sp>
        <p:nvSpPr>
          <p:cNvPr id="1028" name="Line 4">
            <a:extLst>
              <a:ext uri="{FF2B5EF4-FFF2-40B4-BE49-F238E27FC236}">
                <a16:creationId xmlns="" xmlns:a16="http://schemas.microsoft.com/office/drawing/2014/main" id="{E778CDA0-90A2-4F62-9171-71C721EFFF1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990600"/>
            <a:ext cx="815340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68" r:id="rId2"/>
    <p:sldLayoutId id="2147483969" r:id="rId3"/>
    <p:sldLayoutId id="2147483970" r:id="rId4"/>
    <p:sldLayoutId id="2147483971" r:id="rId5"/>
    <p:sldLayoutId id="2147483972" r:id="rId6"/>
    <p:sldLayoutId id="2147483973" r:id="rId7"/>
    <p:sldLayoutId id="2147483974" r:id="rId8"/>
    <p:sldLayoutId id="2147483975" r:id="rId9"/>
    <p:sldLayoutId id="2147483976" r:id="rId10"/>
    <p:sldLayoutId id="214748397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 Blac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 Blac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 Blac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 Black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 Black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 Black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 Black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 Black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—"/>
        <a:defRPr kumimoji="1"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–"/>
        <a:defRPr kumimoji="1"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+"/>
        <a:defRPr kumimoji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o"/>
        <a:defRPr kumimoji="1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o"/>
        <a:defRPr kumimoji="1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o"/>
        <a:defRPr kumimoji="1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o"/>
        <a:defRPr kumimoji="1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o"/>
        <a:defRPr kumimoji="1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image" Target="../media/image1.png"/><Relationship Id="rId7" Type="http://schemas.openxmlformats.org/officeDocument/2006/relationships/hyperlink" Target="http://en.wikipedia.org/wiki/Image:Eniac.jpg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hyperlink" Target="http://upload.wikimedia.org/wikipedia/commons/b/b5/RomanAbacusRecon.jpg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8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13" Type="http://schemas.openxmlformats.org/officeDocument/2006/relationships/image" Target="../media/image27.emf"/><Relationship Id="rId3" Type="http://schemas.openxmlformats.org/officeDocument/2006/relationships/image" Target="../media/image17.emf"/><Relationship Id="rId7" Type="http://schemas.openxmlformats.org/officeDocument/2006/relationships/image" Target="../media/image21.emf"/><Relationship Id="rId12" Type="http://schemas.openxmlformats.org/officeDocument/2006/relationships/image" Target="../media/image26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emf"/><Relationship Id="rId11" Type="http://schemas.openxmlformats.org/officeDocument/2006/relationships/image" Target="../media/image25.emf"/><Relationship Id="rId5" Type="http://schemas.openxmlformats.org/officeDocument/2006/relationships/image" Target="../media/image19.emf"/><Relationship Id="rId15" Type="http://schemas.openxmlformats.org/officeDocument/2006/relationships/image" Target="../media/image29.emf"/><Relationship Id="rId10" Type="http://schemas.openxmlformats.org/officeDocument/2006/relationships/image" Target="../media/image24.emf"/><Relationship Id="rId4" Type="http://schemas.openxmlformats.org/officeDocument/2006/relationships/image" Target="../media/image18.emf"/><Relationship Id="rId9" Type="http://schemas.openxmlformats.org/officeDocument/2006/relationships/image" Target="../media/image23.emf"/><Relationship Id="rId14" Type="http://schemas.openxmlformats.org/officeDocument/2006/relationships/image" Target="../media/image28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13" Type="http://schemas.openxmlformats.org/officeDocument/2006/relationships/image" Target="../media/image46.emf"/><Relationship Id="rId3" Type="http://schemas.openxmlformats.org/officeDocument/2006/relationships/audio" Target="../media/audio1.wav"/><Relationship Id="rId7" Type="http://schemas.openxmlformats.org/officeDocument/2006/relationships/image" Target="../media/image40.emf"/><Relationship Id="rId12" Type="http://schemas.openxmlformats.org/officeDocument/2006/relationships/image" Target="../media/image45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emf"/><Relationship Id="rId5" Type="http://schemas.openxmlformats.org/officeDocument/2006/relationships/audio" Target="../media/audio3.wav"/><Relationship Id="rId10" Type="http://schemas.openxmlformats.org/officeDocument/2006/relationships/image" Target="../media/image43.emf"/><Relationship Id="rId4" Type="http://schemas.openxmlformats.org/officeDocument/2006/relationships/audio" Target="../media/audio2.wav"/><Relationship Id="rId9" Type="http://schemas.openxmlformats.org/officeDocument/2006/relationships/image" Target="../media/image42.e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13" Type="http://schemas.openxmlformats.org/officeDocument/2006/relationships/image" Target="../media/image44.emf"/><Relationship Id="rId3" Type="http://schemas.openxmlformats.org/officeDocument/2006/relationships/audio" Target="../media/audio1.wav"/><Relationship Id="rId7" Type="http://schemas.openxmlformats.org/officeDocument/2006/relationships/image" Target="../media/image48.emf"/><Relationship Id="rId12" Type="http://schemas.openxmlformats.org/officeDocument/2006/relationships/image" Target="../media/image43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emf"/><Relationship Id="rId11" Type="http://schemas.openxmlformats.org/officeDocument/2006/relationships/image" Target="../media/image42.emf"/><Relationship Id="rId5" Type="http://schemas.openxmlformats.org/officeDocument/2006/relationships/image" Target="../media/image45.emf"/><Relationship Id="rId10" Type="http://schemas.openxmlformats.org/officeDocument/2006/relationships/image" Target="../media/image41.emf"/><Relationship Id="rId4" Type="http://schemas.openxmlformats.org/officeDocument/2006/relationships/image" Target="../media/image39.png"/><Relationship Id="rId9" Type="http://schemas.openxmlformats.org/officeDocument/2006/relationships/image" Target="../media/image40.emf"/><Relationship Id="rId14" Type="http://schemas.openxmlformats.org/officeDocument/2006/relationships/image" Target="../media/image46.e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="" xmlns:a16="http://schemas.microsoft.com/office/drawing/2014/main" id="{EA5F69D0-0456-4C6C-A3D9-71ADEA9689B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GB" altLang="zh-CN" dirty="0">
                <a:ea typeface="宋体" panose="02010600030101010101" pitchFamily="2" charset="-122"/>
              </a:rPr>
              <a:t>William Stallings </a:t>
            </a:r>
            <a:br>
              <a:rPr lang="en-GB" altLang="zh-CN" dirty="0">
                <a:ea typeface="宋体" panose="02010600030101010101" pitchFamily="2" charset="-122"/>
              </a:rPr>
            </a:br>
            <a:r>
              <a:rPr lang="en-GB" altLang="zh-CN" dirty="0">
                <a:ea typeface="宋体" panose="02010600030101010101" pitchFamily="2" charset="-122"/>
              </a:rPr>
              <a:t>Computer Organization </a:t>
            </a:r>
            <a:br>
              <a:rPr lang="en-GB" altLang="zh-CN" dirty="0">
                <a:ea typeface="宋体" panose="02010600030101010101" pitchFamily="2" charset="-122"/>
              </a:rPr>
            </a:br>
            <a:r>
              <a:rPr lang="en-GB" altLang="zh-CN" dirty="0">
                <a:ea typeface="宋体" panose="02010600030101010101" pitchFamily="2" charset="-122"/>
              </a:rPr>
              <a:t>and Architecture</a:t>
            </a:r>
            <a:br>
              <a:rPr lang="en-GB" altLang="zh-CN" dirty="0">
                <a:ea typeface="宋体" panose="02010600030101010101" pitchFamily="2" charset="-122"/>
              </a:rPr>
            </a:br>
            <a:r>
              <a:rPr lang="en-GB" altLang="zh-CN" dirty="0">
                <a:ea typeface="宋体" panose="02010600030101010101" pitchFamily="2" charset="-122"/>
              </a:rPr>
              <a:t>10</a:t>
            </a:r>
            <a:r>
              <a:rPr lang="en-GB" altLang="zh-CN" baseline="30000" dirty="0">
                <a:ea typeface="宋体" panose="02010600030101010101" pitchFamily="2" charset="-122"/>
              </a:rPr>
              <a:t>th</a:t>
            </a:r>
            <a:r>
              <a:rPr lang="en-GB" altLang="zh-CN" dirty="0">
                <a:ea typeface="宋体" panose="02010600030101010101" pitchFamily="2" charset="-122"/>
              </a:rPr>
              <a:t> Edition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="" xmlns:a16="http://schemas.microsoft.com/office/drawing/2014/main" id="{744C3943-BF9C-4117-BC7E-858F239A49C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914400" y="3028950"/>
            <a:ext cx="7467600" cy="1771650"/>
          </a:xfrm>
        </p:spPr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Chapter 15</a:t>
            </a:r>
            <a:endParaRPr lang="en-GB" altLang="zh-CN" dirty="0">
              <a:ea typeface="宋体" panose="02010600030101010101" pitchFamily="2" charset="-122"/>
            </a:endParaRPr>
          </a:p>
          <a:p>
            <a:r>
              <a:rPr lang="en-GB" altLang="zh-CN" dirty="0">
                <a:ea typeface="宋体" panose="02010600030101010101" pitchFamily="2" charset="-122"/>
              </a:rPr>
              <a:t>Reduced Instruction Set Computers</a:t>
            </a:r>
          </a:p>
          <a:p>
            <a:endParaRPr lang="en-GB" altLang="zh-CN" dirty="0">
              <a:ea typeface="宋体" panose="02010600030101010101" pitchFamily="2" charset="-122"/>
            </a:endParaRPr>
          </a:p>
          <a:p>
            <a:endParaRPr lang="en-GB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="" xmlns:a16="http://schemas.microsoft.com/office/drawing/2014/main" id="{EE333DB4-41DC-4D05-A9A8-7F000E70C5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Key points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="" xmlns:a16="http://schemas.microsoft.com/office/drawing/2014/main" id="{4E25BF56-4D77-417F-8B7E-907B1CF9F8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zh-CN" sz="2400" dirty="0">
                <a:ea typeface="宋体" pitchFamily="2" charset="-122"/>
              </a:rPr>
              <a:t>Studies of the execution behavior of </a:t>
            </a:r>
            <a:r>
              <a:rPr lang="en-US" altLang="zh-CN" sz="2400" b="1" i="1" dirty="0">
                <a:ea typeface="宋体" pitchFamily="2" charset="-122"/>
              </a:rPr>
              <a:t>high-level language programs</a:t>
            </a:r>
            <a:r>
              <a:rPr lang="en-US" altLang="zh-CN" sz="2400" dirty="0">
                <a:ea typeface="宋体" pitchFamily="2" charset="-122"/>
              </a:rPr>
              <a:t> provide guidance in designing RISC: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zh-CN" sz="2000" dirty="0">
                <a:ea typeface="宋体" pitchFamily="2" charset="-122"/>
              </a:rPr>
              <a:t>Assignment predominate-&gt;simple </a:t>
            </a:r>
            <a:r>
              <a:rPr lang="en-US" altLang="zh-CN" sz="2000" b="1" i="1" dirty="0">
                <a:ea typeface="宋体" pitchFamily="2" charset="-122"/>
              </a:rPr>
              <a:t>movement of data </a:t>
            </a:r>
            <a:r>
              <a:rPr lang="en-US" altLang="zh-CN" sz="2000" dirty="0">
                <a:ea typeface="宋体" pitchFamily="2" charset="-122"/>
              </a:rPr>
              <a:t>should be optimized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zh-CN" sz="2000" dirty="0">
                <a:ea typeface="宋体" pitchFamily="2" charset="-122"/>
              </a:rPr>
              <a:t>Many IF and LOOP instructions-&gt;</a:t>
            </a:r>
            <a:r>
              <a:rPr lang="en-US" altLang="zh-CN" sz="2000" b="1" i="1" dirty="0">
                <a:ea typeface="宋体" pitchFamily="2" charset="-122"/>
              </a:rPr>
              <a:t>sequence control </a:t>
            </a:r>
            <a:r>
              <a:rPr lang="en-US" altLang="zh-CN" sz="2000" dirty="0">
                <a:ea typeface="宋体" pitchFamily="2" charset="-122"/>
              </a:rPr>
              <a:t>mechanism needs to be optimized for pipelining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zh-CN" sz="2000" dirty="0">
                <a:ea typeface="宋体" pitchFamily="2" charset="-122"/>
              </a:rPr>
              <a:t>Operand reference patterns-&gt;keeping a moderate number of operands in </a:t>
            </a:r>
            <a:r>
              <a:rPr lang="en-US" altLang="zh-CN" sz="2000" b="1" i="1" dirty="0">
                <a:ea typeface="宋体" pitchFamily="2" charset="-122"/>
              </a:rPr>
              <a:t>registers</a:t>
            </a:r>
          </a:p>
          <a:p>
            <a:pPr>
              <a:lnSpc>
                <a:spcPct val="90000"/>
              </a:lnSpc>
              <a:defRPr/>
            </a:pPr>
            <a:r>
              <a:rPr lang="en-US" altLang="zh-CN" sz="2400" dirty="0">
                <a:ea typeface="宋体" pitchFamily="2" charset="-122"/>
              </a:rPr>
              <a:t>Key characteristics of RISC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zh-CN" sz="2000" dirty="0">
                <a:ea typeface="宋体" pitchFamily="2" charset="-122"/>
              </a:rPr>
              <a:t> a </a:t>
            </a:r>
            <a:r>
              <a:rPr lang="en-US" altLang="zh-CN" sz="2000" b="1" i="1" dirty="0">
                <a:ea typeface="宋体" pitchFamily="2" charset="-122"/>
              </a:rPr>
              <a:t>limited instruction set </a:t>
            </a:r>
            <a:r>
              <a:rPr lang="en-US" altLang="zh-CN" sz="2000" dirty="0">
                <a:ea typeface="宋体" pitchFamily="2" charset="-122"/>
              </a:rPr>
              <a:t>with a </a:t>
            </a:r>
            <a:r>
              <a:rPr lang="en-US" altLang="zh-CN" sz="2000" b="1" i="1" dirty="0">
                <a:ea typeface="宋体" pitchFamily="2" charset="-122"/>
              </a:rPr>
              <a:t>fixed</a:t>
            </a:r>
            <a:r>
              <a:rPr lang="en-US" altLang="zh-CN" sz="2000" dirty="0">
                <a:ea typeface="宋体" pitchFamily="2" charset="-122"/>
              </a:rPr>
              <a:t> format (</a:t>
            </a:r>
            <a:r>
              <a:rPr lang="en-US" altLang="zh-CN" sz="2000" i="1" dirty="0">
                <a:solidFill>
                  <a:srgbClr val="FF0000"/>
                </a:solidFill>
                <a:ea typeface="宋体" pitchFamily="2" charset="-122"/>
              </a:rPr>
              <a:t>RI</a:t>
            </a:r>
            <a:r>
              <a:rPr lang="en-US" altLang="zh-CN" sz="2000" dirty="0">
                <a:ea typeface="宋体" pitchFamily="2" charset="-122"/>
              </a:rPr>
              <a:t>)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zh-CN" sz="2000" dirty="0">
                <a:ea typeface="宋体" pitchFamily="2" charset="-122"/>
              </a:rPr>
              <a:t>A </a:t>
            </a:r>
            <a:r>
              <a:rPr lang="en-US" altLang="zh-CN" sz="2000" b="1" i="1" dirty="0">
                <a:ea typeface="宋体" pitchFamily="2" charset="-122"/>
              </a:rPr>
              <a:t>large number of registers</a:t>
            </a:r>
            <a:r>
              <a:rPr lang="en-US" altLang="zh-CN" sz="2000" dirty="0">
                <a:ea typeface="宋体" pitchFamily="2" charset="-122"/>
              </a:rPr>
              <a:t>, optimization of register usage (</a:t>
            </a:r>
            <a:r>
              <a:rPr lang="en-US" altLang="zh-CN" sz="2000" i="1" dirty="0">
                <a:solidFill>
                  <a:srgbClr val="FF0000"/>
                </a:solidFill>
                <a:ea typeface="宋体" pitchFamily="2" charset="-122"/>
              </a:rPr>
              <a:t>Fast</a:t>
            </a:r>
            <a:r>
              <a:rPr lang="en-US" altLang="zh-CN" sz="2000" dirty="0">
                <a:ea typeface="宋体" pitchFamily="2" charset="-122"/>
              </a:rPr>
              <a:t>)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zh-CN" sz="2000" dirty="0">
                <a:ea typeface="宋体" pitchFamily="2" charset="-122"/>
              </a:rPr>
              <a:t>Optimized </a:t>
            </a:r>
            <a:r>
              <a:rPr lang="en-US" altLang="zh-CN" sz="2000" b="1" i="1" dirty="0">
                <a:ea typeface="宋体" pitchFamily="2" charset="-122"/>
              </a:rPr>
              <a:t>pipeline </a:t>
            </a:r>
            <a:r>
              <a:rPr lang="en-US" altLang="zh-CN" sz="2000" dirty="0">
                <a:ea typeface="宋体" pitchFamily="2" charset="-122"/>
              </a:rPr>
              <a:t>(</a:t>
            </a:r>
            <a:r>
              <a:rPr lang="en-US" altLang="zh-CN" sz="2000" i="1" dirty="0">
                <a:solidFill>
                  <a:srgbClr val="FF0000"/>
                </a:solidFill>
                <a:ea typeface="宋体" pitchFamily="2" charset="-122"/>
              </a:rPr>
              <a:t>Efficient</a:t>
            </a:r>
            <a:r>
              <a:rPr lang="en-US" altLang="zh-CN" sz="2000" dirty="0">
                <a:ea typeface="宋体" pitchFamily="2" charset="-122"/>
              </a:rPr>
              <a:t>)</a:t>
            </a:r>
            <a:endParaRPr lang="en-US" altLang="zh-CN" sz="2000" b="1" i="1" dirty="0">
              <a:ea typeface="宋体" pitchFamily="2" charset="-122"/>
            </a:endParaRPr>
          </a:p>
          <a:p>
            <a:pPr marL="342900" lvl="1" indent="-342900">
              <a:lnSpc>
                <a:spcPct val="90000"/>
              </a:lnSpc>
              <a:buFontTx/>
              <a:buChar char="•"/>
              <a:defRPr/>
            </a:pPr>
            <a:r>
              <a:rPr lang="en-US" altLang="zh-CN" dirty="0">
                <a:ea typeface="宋体" pitchFamily="2" charset="-122"/>
              </a:rPr>
              <a:t>RISC is efficient for pipeline </a:t>
            </a:r>
            <a:r>
              <a:rPr lang="en-US" altLang="zh-CN" sz="2000" dirty="0">
                <a:ea typeface="宋体" pitchFamily="2" charset="-122"/>
              </a:rPr>
              <a:t>(</a:t>
            </a:r>
            <a:r>
              <a:rPr lang="en-US" altLang="zh-CN" sz="2000" i="1" dirty="0">
                <a:solidFill>
                  <a:srgbClr val="FF0000"/>
                </a:solidFill>
                <a:ea typeface="宋体" pitchFamily="2" charset="-122"/>
              </a:rPr>
              <a:t>Why?</a:t>
            </a:r>
            <a:r>
              <a:rPr lang="en-US" altLang="zh-CN" dirty="0">
                <a:ea typeface="宋体" pitchFamily="2" charset="-122"/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ea typeface="宋体" pitchFamily="2" charset="-122"/>
              </a:rPr>
              <a:t>delay branch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technique is fit for RISC</a:t>
            </a:r>
            <a:r>
              <a:rPr lang="en-US" altLang="zh-CN" dirty="0">
                <a:ea typeface="宋体" pitchFamily="2" charset="-122"/>
              </a:rP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="" xmlns:a16="http://schemas.microsoft.com/office/drawing/2014/main" id="{3AC54BB2-5951-44FB-BC12-A57E4941D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Major Advances in Computers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="" xmlns:a16="http://schemas.microsoft.com/office/drawing/2014/main" id="{2D12A9F8-00B5-4B6C-AF84-AE3136A2E6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The </a:t>
            </a:r>
            <a:r>
              <a:rPr lang="en-GB" altLang="zh-CN" b="1" i="1">
                <a:ea typeface="宋体" panose="02010600030101010101" pitchFamily="2" charset="-122"/>
              </a:rPr>
              <a:t>family</a:t>
            </a:r>
            <a:r>
              <a:rPr lang="en-GB" altLang="zh-CN">
                <a:ea typeface="宋体" panose="02010600030101010101" pitchFamily="2" charset="-122"/>
              </a:rPr>
              <a:t> concept</a:t>
            </a:r>
          </a:p>
          <a:p>
            <a:pPr lvl="1"/>
            <a:r>
              <a:rPr lang="en-GB" altLang="zh-CN">
                <a:ea typeface="宋体" panose="02010600030101010101" pitchFamily="2" charset="-122"/>
              </a:rPr>
              <a:t>IBM System/360  1964</a:t>
            </a:r>
          </a:p>
          <a:p>
            <a:pPr lvl="1"/>
            <a:r>
              <a:rPr lang="en-GB" altLang="zh-CN">
                <a:ea typeface="宋体" panose="02010600030101010101" pitchFamily="2" charset="-122"/>
              </a:rPr>
              <a:t>DEC PDP-8</a:t>
            </a:r>
          </a:p>
          <a:p>
            <a:pPr lvl="1"/>
            <a:r>
              <a:rPr lang="en-GB" altLang="zh-CN">
                <a:ea typeface="宋体" panose="02010600030101010101" pitchFamily="2" charset="-122"/>
              </a:rPr>
              <a:t>Separates </a:t>
            </a:r>
            <a:r>
              <a:rPr lang="en-GB" altLang="zh-CN" i="1">
                <a:solidFill>
                  <a:srgbClr val="FF0000"/>
                </a:solidFill>
                <a:ea typeface="宋体" panose="02010600030101010101" pitchFamily="2" charset="-122"/>
              </a:rPr>
              <a:t>architecture</a:t>
            </a:r>
            <a:r>
              <a:rPr lang="en-GB" altLang="zh-CN">
                <a:ea typeface="宋体" panose="02010600030101010101" pitchFamily="2" charset="-122"/>
              </a:rPr>
              <a:t> from </a:t>
            </a:r>
            <a:r>
              <a:rPr lang="en-GB" altLang="zh-CN" i="1">
                <a:solidFill>
                  <a:srgbClr val="0070C0"/>
                </a:solidFill>
                <a:ea typeface="宋体" panose="02010600030101010101" pitchFamily="2" charset="-122"/>
              </a:rPr>
              <a:t>implementation</a:t>
            </a:r>
          </a:p>
        </p:txBody>
      </p:sp>
      <p:pic>
        <p:nvPicPr>
          <p:cNvPr id="19460" name="Picture 4">
            <a:extLst>
              <a:ext uri="{FF2B5EF4-FFF2-40B4-BE49-F238E27FC236}">
                <a16:creationId xmlns="" xmlns:a16="http://schemas.microsoft.com/office/drawing/2014/main" id="{3DF3E35D-CE58-49A2-807F-3CADA8F0A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3767138"/>
            <a:ext cx="2159000" cy="169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461" name="TextBox 1">
            <a:extLst>
              <a:ext uri="{FF2B5EF4-FFF2-40B4-BE49-F238E27FC236}">
                <a16:creationId xmlns="" xmlns:a16="http://schemas.microsoft.com/office/drawing/2014/main" id="{1FBB998C-2ECD-47EA-90BE-E40E0B0A8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3182938"/>
            <a:ext cx="1150938" cy="46196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X*Y=? </a:t>
            </a:r>
            <a:endParaRPr kumimoji="0" lang="zh-CN" altLang="en-US" sz="240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19462" name="Picture 5">
            <a:extLst>
              <a:ext uri="{FF2B5EF4-FFF2-40B4-BE49-F238E27FC236}">
                <a16:creationId xmlns="" xmlns:a16="http://schemas.microsoft.com/office/drawing/2014/main" id="{E385977A-DF59-4EA8-B92C-085CA5D4E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0288" y="5373688"/>
            <a:ext cx="2871787" cy="1425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63" name="Picture 5" descr="Image:RomanAbacusRecon.jpg">
            <a:hlinkClick r:id="rId5"/>
            <a:extLst>
              <a:ext uri="{FF2B5EF4-FFF2-40B4-BE49-F238E27FC236}">
                <a16:creationId xmlns="" xmlns:a16="http://schemas.microsoft.com/office/drawing/2014/main" id="{6C98D6E8-613C-4C71-BEA9-95D903AB9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4321175"/>
            <a:ext cx="2312988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4" name="Text Box 8">
            <a:extLst>
              <a:ext uri="{FF2B5EF4-FFF2-40B4-BE49-F238E27FC236}">
                <a16:creationId xmlns="" xmlns:a16="http://schemas.microsoft.com/office/drawing/2014/main" id="{86781F98-A96E-437F-9EC3-34752B80F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75" y="6308725"/>
            <a:ext cx="34004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The Roman Abacus, 500 B.C.</a:t>
            </a:r>
          </a:p>
        </p:txBody>
      </p:sp>
      <p:pic>
        <p:nvPicPr>
          <p:cNvPr id="19465" name="Picture 5" descr="Glen Beck (background) and Betty Snyder (foreground) program the ENIAC in BRL building 328. (U.S. Army photo)">
            <a:hlinkClick r:id="rId7" tooltip="Glen Beck (background) and Betty Snyder (foreground) program the ENIAC in BRL building 328. (U.S. Army photo)"/>
            <a:extLst>
              <a:ext uri="{FF2B5EF4-FFF2-40B4-BE49-F238E27FC236}">
                <a16:creationId xmlns="" xmlns:a16="http://schemas.microsoft.com/office/drawing/2014/main" id="{7C7DF359-268E-4FEF-8060-98EDC8337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5" y="4221163"/>
            <a:ext cx="2592388" cy="197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6" name="Text Box 8">
            <a:extLst>
              <a:ext uri="{FF2B5EF4-FFF2-40B4-BE49-F238E27FC236}">
                <a16:creationId xmlns="" xmlns:a16="http://schemas.microsoft.com/office/drawing/2014/main" id="{3500E229-8CE6-4BE6-B9DE-50CCABC68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3763" y="6308725"/>
            <a:ext cx="21463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The ENIAC, 1946</a:t>
            </a:r>
          </a:p>
        </p:txBody>
      </p:sp>
      <p:sp>
        <p:nvSpPr>
          <p:cNvPr id="19467" name="矩形 3">
            <a:extLst>
              <a:ext uri="{FF2B5EF4-FFF2-40B4-BE49-F238E27FC236}">
                <a16:creationId xmlns="" xmlns:a16="http://schemas.microsoft.com/office/drawing/2014/main" id="{0C578D98-B838-4F5B-8F0A-286CE2D46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" y="3767138"/>
            <a:ext cx="8978900" cy="3032125"/>
          </a:xfrm>
          <a:prstGeom prst="rect">
            <a:avLst/>
          </a:prstGeom>
          <a:noFill/>
          <a:ln w="9525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68" name="下箭头 4">
            <a:extLst>
              <a:ext uri="{FF2B5EF4-FFF2-40B4-BE49-F238E27FC236}">
                <a16:creationId xmlns="" xmlns:a16="http://schemas.microsoft.com/office/drawing/2014/main" id="{4D1E5C27-2DA0-4EA7-BD7C-2E489A095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2852738"/>
            <a:ext cx="214313" cy="258762"/>
          </a:xfrm>
          <a:prstGeom prst="downArrow">
            <a:avLst>
              <a:gd name="adj1" fmla="val 50000"/>
              <a:gd name="adj2" fmla="val 5037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69" name="下箭头 13">
            <a:extLst>
              <a:ext uri="{FF2B5EF4-FFF2-40B4-BE49-F238E27FC236}">
                <a16:creationId xmlns="" xmlns:a16="http://schemas.microsoft.com/office/drawing/2014/main" id="{E340B026-DDE0-4B03-B5B5-16643D78A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2982913"/>
            <a:ext cx="215900" cy="661987"/>
          </a:xfrm>
          <a:prstGeom prst="downArrow">
            <a:avLst>
              <a:gd name="adj1" fmla="val 50000"/>
              <a:gd name="adj2" fmla="val 49868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="" xmlns:a16="http://schemas.microsoft.com/office/drawing/2014/main" id="{84DB438F-448A-4E64-BD91-0AF303B2F5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Major Advances in Computers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="" xmlns:a16="http://schemas.microsoft.com/office/drawing/2014/main" id="{459D5CA9-D897-45C5-970C-1F4D52B8EE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54138"/>
            <a:ext cx="8178800" cy="4595812"/>
          </a:xfrm>
        </p:spPr>
        <p:txBody>
          <a:bodyPr/>
          <a:lstStyle/>
          <a:p>
            <a:r>
              <a:rPr lang="en-GB" altLang="zh-CN" b="1" i="1" dirty="0">
                <a:ea typeface="宋体" panose="02010600030101010101" pitchFamily="2" charset="-122"/>
              </a:rPr>
              <a:t>Microprogrammed</a:t>
            </a:r>
            <a:r>
              <a:rPr lang="en-GB" altLang="zh-CN" dirty="0">
                <a:ea typeface="宋体" panose="02010600030101010101" pitchFamily="2" charset="-122"/>
              </a:rPr>
              <a:t> control unit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Idea by Wilkes 1951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Produced by IBM S/360 1964</a:t>
            </a:r>
          </a:p>
          <a:p>
            <a:r>
              <a:rPr lang="en-GB" altLang="zh-CN" b="1" i="1" dirty="0">
                <a:ea typeface="宋体" panose="02010600030101010101" pitchFamily="2" charset="-122"/>
              </a:rPr>
              <a:t>Cache</a:t>
            </a:r>
            <a:r>
              <a:rPr lang="en-GB" altLang="zh-CN" dirty="0">
                <a:ea typeface="宋体" panose="02010600030101010101" pitchFamily="2" charset="-122"/>
              </a:rPr>
              <a:t> memory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IBM S/360 Model 85 in 1968</a:t>
            </a:r>
          </a:p>
          <a:p>
            <a:r>
              <a:rPr lang="en-GB" altLang="zh-CN" b="1" i="1" dirty="0">
                <a:ea typeface="宋体" panose="02010600030101010101" pitchFamily="2" charset="-122"/>
              </a:rPr>
              <a:t>Pipelining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Introduces </a:t>
            </a:r>
            <a:r>
              <a:rPr lang="en-GB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parallelism</a:t>
            </a:r>
            <a:r>
              <a:rPr lang="en-GB" altLang="zh-CN" dirty="0">
                <a:ea typeface="宋体" panose="02010600030101010101" pitchFamily="2" charset="-122"/>
              </a:rPr>
              <a:t> into fetch execute cycle</a:t>
            </a:r>
          </a:p>
          <a:p>
            <a:r>
              <a:rPr lang="en-GB" altLang="zh-CN" b="1" i="1" dirty="0">
                <a:ea typeface="宋体" panose="02010600030101010101" pitchFamily="2" charset="-122"/>
              </a:rPr>
              <a:t>Multiple processors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="" xmlns:a16="http://schemas.microsoft.com/office/drawing/2014/main" id="{617C1423-9A29-4519-85CB-5636083C19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The Next Step - RISC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="" xmlns:a16="http://schemas.microsoft.com/office/drawing/2014/main" id="{F127CDD5-9754-4854-9887-589C13E75F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54138"/>
            <a:ext cx="8178800" cy="4522787"/>
          </a:xfrm>
        </p:spPr>
        <p:txBody>
          <a:bodyPr/>
          <a:lstStyle/>
          <a:p>
            <a:r>
              <a:rPr lang="en-GB" altLang="zh-CN" b="1" dirty="0">
                <a:ea typeface="宋体" panose="02010600030101010101" pitchFamily="2" charset="-122"/>
              </a:rPr>
              <a:t>R</a:t>
            </a:r>
            <a:r>
              <a:rPr lang="en-GB" altLang="zh-CN" dirty="0">
                <a:ea typeface="宋体" panose="02010600030101010101" pitchFamily="2" charset="-122"/>
              </a:rPr>
              <a:t>educed </a:t>
            </a:r>
            <a:r>
              <a:rPr lang="en-GB" altLang="zh-CN" b="1" dirty="0">
                <a:ea typeface="宋体" panose="02010600030101010101" pitchFamily="2" charset="-122"/>
              </a:rPr>
              <a:t>I</a:t>
            </a:r>
            <a:r>
              <a:rPr lang="en-GB" altLang="zh-CN" dirty="0">
                <a:ea typeface="宋体" panose="02010600030101010101" pitchFamily="2" charset="-122"/>
              </a:rPr>
              <a:t>nstruction </a:t>
            </a:r>
            <a:r>
              <a:rPr lang="en-GB" altLang="zh-CN" b="1" dirty="0">
                <a:ea typeface="宋体" panose="02010600030101010101" pitchFamily="2" charset="-122"/>
              </a:rPr>
              <a:t>S</a:t>
            </a:r>
            <a:r>
              <a:rPr lang="en-GB" altLang="zh-CN" dirty="0">
                <a:ea typeface="宋体" panose="02010600030101010101" pitchFamily="2" charset="-122"/>
              </a:rPr>
              <a:t>et </a:t>
            </a:r>
            <a:r>
              <a:rPr lang="en-GB" altLang="zh-CN" b="1" dirty="0">
                <a:ea typeface="宋体" panose="02010600030101010101" pitchFamily="2" charset="-122"/>
              </a:rPr>
              <a:t>C</a:t>
            </a:r>
            <a:r>
              <a:rPr lang="en-GB" altLang="zh-CN" dirty="0">
                <a:ea typeface="宋体" panose="02010600030101010101" pitchFamily="2" charset="-122"/>
              </a:rPr>
              <a:t>omputer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Key features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Large number of general purpose </a:t>
            </a:r>
            <a:r>
              <a:rPr lang="en-GB" altLang="zh-CN" b="1" i="1" dirty="0">
                <a:ea typeface="宋体" panose="02010600030101010101" pitchFamily="2" charset="-122"/>
              </a:rPr>
              <a:t>registers</a:t>
            </a:r>
          </a:p>
          <a:p>
            <a:pPr lvl="1"/>
            <a:r>
              <a:rPr lang="en-GB" altLang="zh-CN" dirty="0">
                <a:solidFill>
                  <a:srgbClr val="FF0000"/>
                </a:solidFill>
                <a:ea typeface="宋体" panose="02010600030101010101" pitchFamily="2" charset="-122"/>
              </a:rPr>
              <a:t>or</a:t>
            </a:r>
            <a:r>
              <a:rPr lang="en-GB" altLang="zh-CN" dirty="0">
                <a:ea typeface="宋体" panose="02010600030101010101" pitchFamily="2" charset="-122"/>
              </a:rPr>
              <a:t> use of compiler technology to optimize register use</a:t>
            </a:r>
          </a:p>
          <a:p>
            <a:pPr lvl="1"/>
            <a:r>
              <a:rPr lang="en-GB" altLang="zh-CN" b="1" i="1" dirty="0">
                <a:ea typeface="宋体" panose="02010600030101010101" pitchFamily="2" charset="-122"/>
              </a:rPr>
              <a:t>Limited and simple </a:t>
            </a:r>
            <a:r>
              <a:rPr lang="en-GB" altLang="zh-CN" dirty="0">
                <a:ea typeface="宋体" panose="02010600030101010101" pitchFamily="2" charset="-122"/>
              </a:rPr>
              <a:t>instruction set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Emphasis on optimising the instruction </a:t>
            </a:r>
            <a:r>
              <a:rPr lang="en-GB" altLang="zh-CN" b="1" i="1" dirty="0">
                <a:ea typeface="宋体" panose="02010600030101010101" pitchFamily="2" charset="-122"/>
              </a:rPr>
              <a:t>pipeline</a:t>
            </a:r>
          </a:p>
          <a:p>
            <a:endParaRPr lang="en-GB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>
            <a:extLst>
              <a:ext uri="{FF2B5EF4-FFF2-40B4-BE49-F238E27FC236}">
                <a16:creationId xmlns="" xmlns:a16="http://schemas.microsoft.com/office/drawing/2014/main" id="{596F4293-BAAC-420D-9FAD-AFAB9C2CEE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>
                <a:ea typeface="宋体" panose="02010600030101010101" pitchFamily="2" charset="-122"/>
              </a:rPr>
              <a:t>Comparison of processors</a:t>
            </a:r>
          </a:p>
        </p:txBody>
      </p:sp>
      <p:pic>
        <p:nvPicPr>
          <p:cNvPr id="25603" name="Picture 6">
            <a:extLst>
              <a:ext uri="{FF2B5EF4-FFF2-40B4-BE49-F238E27FC236}">
                <a16:creationId xmlns="" xmlns:a16="http://schemas.microsoft.com/office/drawing/2014/main" id="{CFA08BB2-203B-4F05-AF92-1D7AA76325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7" t="24692" r="5495" b="23286"/>
          <a:stretch/>
        </p:blipFill>
        <p:spPr bwMode="auto">
          <a:xfrm>
            <a:off x="0" y="1337163"/>
            <a:ext cx="9144000" cy="427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="" xmlns:a16="http://schemas.microsoft.com/office/drawing/2014/main" id="{F5BA9872-1635-46C5-B322-71E0AE4B0B02}"/>
              </a:ext>
            </a:extLst>
          </p:cNvPr>
          <p:cNvSpPr/>
          <p:nvPr/>
        </p:nvSpPr>
        <p:spPr bwMode="auto">
          <a:xfrm>
            <a:off x="2051720" y="2852936"/>
            <a:ext cx="2376264" cy="115212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D7D28ECE-4F98-4B04-A7DE-F6CAA921B8B6}"/>
              </a:ext>
            </a:extLst>
          </p:cNvPr>
          <p:cNvSpPr/>
          <p:nvPr/>
        </p:nvSpPr>
        <p:spPr bwMode="auto">
          <a:xfrm>
            <a:off x="4716016" y="2852936"/>
            <a:ext cx="1584176" cy="115212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2CF24F54-8E9F-43C0-86F6-4794847459DC}"/>
              </a:ext>
            </a:extLst>
          </p:cNvPr>
          <p:cNvSpPr/>
          <p:nvPr/>
        </p:nvSpPr>
        <p:spPr bwMode="auto">
          <a:xfrm>
            <a:off x="4716016" y="4077072"/>
            <a:ext cx="1584176" cy="36004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01DD6C24-73D2-4FA4-819B-4DBB09263688}"/>
              </a:ext>
            </a:extLst>
          </p:cNvPr>
          <p:cNvSpPr/>
          <p:nvPr/>
        </p:nvSpPr>
        <p:spPr bwMode="auto">
          <a:xfrm>
            <a:off x="2051720" y="4077072"/>
            <a:ext cx="2376264" cy="36004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="" xmlns:a16="http://schemas.microsoft.com/office/drawing/2014/main" id="{2B8210FF-FFB6-4FA5-8726-AE5C797392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>
                <a:ea typeface="宋体" panose="02010600030101010101" pitchFamily="2" charset="-122"/>
              </a:rPr>
              <a:t>15.1 Instruction execution characteristics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="" xmlns:a16="http://schemas.microsoft.com/office/drawing/2014/main" id="{C810C9C0-0459-4AA7-A072-C148E2D8B9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dirty="0">
                <a:ea typeface="宋体" panose="02010600030101010101" pitchFamily="2" charset="-122"/>
              </a:rPr>
              <a:t>Operations performed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Operands used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Execution sequencing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="" xmlns:a16="http://schemas.microsoft.com/office/drawing/2014/main" id="{FFB803C6-AB24-41FE-8CD3-40E7DD1C09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>
                <a:ea typeface="宋体" panose="02010600030101010101" pitchFamily="2" charset="-122"/>
              </a:rPr>
              <a:t>Driving force for CISC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="" xmlns:a16="http://schemas.microsoft.com/office/drawing/2014/main" id="{E1B2EF50-E8E4-4DE6-A7D9-DCC981373A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066800"/>
            <a:ext cx="8424863" cy="2879725"/>
          </a:xfrm>
        </p:spPr>
        <p:txBody>
          <a:bodyPr/>
          <a:lstStyle/>
          <a:p>
            <a:r>
              <a:rPr lang="en-GB" altLang="zh-CN" dirty="0">
                <a:ea typeface="宋体" panose="02010600030101010101" pitchFamily="2" charset="-122"/>
              </a:rPr>
              <a:t>Software costs far exceed hardware costs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Increasingly complex </a:t>
            </a:r>
            <a:r>
              <a:rPr lang="en-GB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high level languages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Semantic gap</a:t>
            </a:r>
            <a:r>
              <a:rPr lang="zh-CN" altLang="en-US" dirty="0">
                <a:ea typeface="宋体" panose="02010600030101010101" pitchFamily="2" charset="-122"/>
              </a:rPr>
              <a:t>：</a:t>
            </a:r>
            <a:r>
              <a:rPr lang="en-US" altLang="zh-CN" dirty="0">
                <a:ea typeface="宋体" panose="02010600030101010101" pitchFamily="2" charset="-122"/>
              </a:rPr>
              <a:t> the </a:t>
            </a:r>
            <a:r>
              <a:rPr lang="en-US" altLang="zh-CN" u="sng" dirty="0">
                <a:ea typeface="宋体" panose="02010600030101010101" pitchFamily="2" charset="-122"/>
              </a:rPr>
              <a:t>difference</a:t>
            </a:r>
            <a:r>
              <a:rPr lang="en-US" altLang="zh-CN" dirty="0">
                <a:ea typeface="宋体" panose="02010600030101010101" pitchFamily="2" charset="-122"/>
              </a:rPr>
              <a:t> between the </a:t>
            </a:r>
            <a:r>
              <a:rPr lang="en-US" altLang="zh-CN" dirty="0">
                <a:highlight>
                  <a:srgbClr val="FFFF00"/>
                </a:highlight>
                <a:ea typeface="宋体" panose="02010600030101010101" pitchFamily="2" charset="-122"/>
              </a:rPr>
              <a:t>operations</a:t>
            </a:r>
            <a:r>
              <a:rPr lang="en-US" altLang="zh-CN" dirty="0">
                <a:ea typeface="宋体" panose="02010600030101010101" pitchFamily="2" charset="-122"/>
              </a:rPr>
              <a:t> provided in HLLs and those provided in computer </a:t>
            </a:r>
            <a:r>
              <a:rPr lang="en-US" altLang="zh-CN" dirty="0">
                <a:highlight>
                  <a:srgbClr val="FFFF00"/>
                </a:highlight>
                <a:ea typeface="宋体" panose="02010600030101010101" pitchFamily="2" charset="-122"/>
              </a:rPr>
              <a:t>architecture</a:t>
            </a:r>
            <a:endParaRPr lang="en-GB" altLang="zh-CN" i="1" dirty="0">
              <a:highlight>
                <a:srgbClr val="FFFF00"/>
              </a:highlight>
              <a:ea typeface="宋体" panose="02010600030101010101" pitchFamily="2" charset="-122"/>
            </a:endParaRPr>
          </a:p>
        </p:txBody>
      </p:sp>
      <p:graphicFrame>
        <p:nvGraphicFramePr>
          <p:cNvPr id="2" name="图示 1">
            <a:extLst>
              <a:ext uri="{FF2B5EF4-FFF2-40B4-BE49-F238E27FC236}">
                <a16:creationId xmlns="" xmlns:a16="http://schemas.microsoft.com/office/drawing/2014/main" id="{F2FBCE81-C763-4A53-93C7-88F7F57F9B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4272648"/>
              </p:ext>
            </p:extLst>
          </p:nvPr>
        </p:nvGraphicFramePr>
        <p:xfrm>
          <a:off x="0" y="4265612"/>
          <a:ext cx="9144000" cy="27637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8677" name="对话气泡: 椭圆形 3">
            <a:extLst>
              <a:ext uri="{FF2B5EF4-FFF2-40B4-BE49-F238E27FC236}">
                <a16:creationId xmlns="" xmlns:a16="http://schemas.microsoft.com/office/drawing/2014/main" id="{AC87215D-9615-4C2F-B9D3-A23C6BDD2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406775"/>
            <a:ext cx="2317750" cy="995363"/>
          </a:xfrm>
          <a:prstGeom prst="wedgeEllipseCallout">
            <a:avLst>
              <a:gd name="adj1" fmla="val 64218"/>
              <a:gd name="adj2" fmla="val 17755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GB" altLang="zh-CN" sz="2400" 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Semantic gap</a:t>
            </a:r>
          </a:p>
        </p:txBody>
      </p:sp>
      <p:sp>
        <p:nvSpPr>
          <p:cNvPr id="28678" name="矩形 2">
            <a:extLst>
              <a:ext uri="{FF2B5EF4-FFF2-40B4-BE49-F238E27FC236}">
                <a16:creationId xmlns="" xmlns:a16="http://schemas.microsoft.com/office/drawing/2014/main" id="{43311027-8852-4278-B176-2106B8554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250" y="3386138"/>
            <a:ext cx="30448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kumimoji="0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xecution inefficiency</a:t>
            </a:r>
            <a:endParaRPr kumimoji="0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9" name="矩形 4">
            <a:extLst>
              <a:ext uri="{FF2B5EF4-FFF2-40B4-BE49-F238E27FC236}">
                <a16:creationId xmlns="" xmlns:a16="http://schemas.microsoft.com/office/drawing/2014/main" id="{53B085D4-7595-40FA-80CC-BAC19E185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13" y="3995738"/>
            <a:ext cx="2803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kumimoji="0"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ompiler complexity</a:t>
            </a:r>
          </a:p>
        </p:txBody>
      </p:sp>
      <p:sp>
        <p:nvSpPr>
          <p:cNvPr id="28680" name="矩形 5">
            <a:extLst>
              <a:ext uri="{FF2B5EF4-FFF2-40B4-BE49-F238E27FC236}">
                <a16:creationId xmlns="" xmlns:a16="http://schemas.microsoft.com/office/drawing/2014/main" id="{74E3F8B4-3BA8-48B5-A1AB-7CBDB322D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3429000"/>
            <a:ext cx="4002088" cy="9636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81" name="矩形 6">
            <a:extLst>
              <a:ext uri="{FF2B5EF4-FFF2-40B4-BE49-F238E27FC236}">
                <a16:creationId xmlns="" xmlns:a16="http://schemas.microsoft.com/office/drawing/2014/main" id="{EC7D0C5C-34C1-4EDD-9837-AC7AB9854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5225" y="3687763"/>
            <a:ext cx="42052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kumimoji="0"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xcessive </a:t>
            </a:r>
            <a:r>
              <a: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machine</a:t>
            </a:r>
            <a:r>
              <a:rPr kumimoji="0"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program size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="" xmlns:a16="http://schemas.microsoft.com/office/drawing/2014/main" id="{403FC8E2-8A82-4EA7-8A1B-9DAF80EBE76C}"/>
              </a:ext>
            </a:extLst>
          </p:cNvPr>
          <p:cNvCxnSpPr/>
          <p:nvPr/>
        </p:nvCxnSpPr>
        <p:spPr bwMode="auto">
          <a:xfrm flipV="1">
            <a:off x="4283968" y="4392613"/>
            <a:ext cx="756345" cy="260523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="" xmlns:a16="http://schemas.microsoft.com/office/drawing/2014/main" id="{953C039B-1621-450A-800F-E02F78E342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sz="3200" dirty="0">
                <a:ea typeface="宋体" panose="02010600030101010101" pitchFamily="2" charset="-122"/>
              </a:rPr>
              <a:t>Intention of CISC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="" xmlns:a16="http://schemas.microsoft.com/office/drawing/2014/main" id="{877C9CD0-5B40-480A-84F6-0AD9083A93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sz="3200" dirty="0">
                <a:ea typeface="宋体" panose="02010600030101010101" pitchFamily="2" charset="-122"/>
              </a:rPr>
              <a:t>Such complex instruction sets are  intended to:</a:t>
            </a:r>
            <a:endParaRPr lang="en-GB" altLang="zh-CN" sz="3200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altLang="zh-CN" sz="3200" dirty="0">
                <a:ea typeface="宋体" panose="02010600030101010101" pitchFamily="2" charset="-122"/>
              </a:rPr>
              <a:t>Ease compiler writing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altLang="zh-CN" sz="3200" dirty="0">
                <a:ea typeface="宋体" panose="02010600030101010101" pitchFamily="2" charset="-122"/>
              </a:rPr>
              <a:t>Improve execution efficiency</a:t>
            </a:r>
          </a:p>
          <a:p>
            <a:pPr lvl="1"/>
            <a:r>
              <a:rPr lang="en-GB" altLang="zh-CN" sz="2800" dirty="0">
                <a:ea typeface="宋体" panose="02010600030101010101" pitchFamily="2" charset="-122"/>
              </a:rPr>
              <a:t>Complex operations in microcode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altLang="zh-CN" sz="3200" dirty="0">
                <a:ea typeface="宋体" panose="02010600030101010101" pitchFamily="2" charset="-122"/>
              </a:rPr>
              <a:t>Support more complex HLLs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216127CE-883E-4699-9C5B-D39B3102DE90}"/>
              </a:ext>
            </a:extLst>
          </p:cNvPr>
          <p:cNvSpPr/>
          <p:nvPr/>
        </p:nvSpPr>
        <p:spPr>
          <a:xfrm>
            <a:off x="160194" y="5799667"/>
            <a:ext cx="869661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4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PingFang SC"/>
              </a:rPr>
              <a:t>Never forget why CISC started.</a:t>
            </a:r>
            <a:endParaRPr lang="zh-CN" altLang="en-US" sz="44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="" xmlns:a16="http://schemas.microsoft.com/office/drawing/2014/main" id="{A741B71E-AF79-4B56-9759-0FB0A512B0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 different approach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="" xmlns:a16="http://schemas.microsoft.com/office/drawing/2014/main" id="{57E82DE7-B206-4784-B60B-7ECB77E113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Make the architecture that support the HLL </a:t>
            </a:r>
            <a:r>
              <a:rPr lang="en-US" altLang="zh-CN" dirty="0">
                <a:highlight>
                  <a:srgbClr val="FFFF00"/>
                </a:highlight>
                <a:ea typeface="宋体" panose="02010600030101010101" pitchFamily="2" charset="-122"/>
              </a:rPr>
              <a:t>simpler</a:t>
            </a:r>
            <a:r>
              <a:rPr lang="en-US" altLang="zh-CN" dirty="0">
                <a:ea typeface="宋体" panose="02010600030101010101" pitchFamily="2" charset="-122"/>
              </a:rPr>
              <a:t>, rather than more complex </a:t>
            </a:r>
          </a:p>
        </p:txBody>
      </p:sp>
      <p:graphicFrame>
        <p:nvGraphicFramePr>
          <p:cNvPr id="2" name="图示 1">
            <a:extLst>
              <a:ext uri="{FF2B5EF4-FFF2-40B4-BE49-F238E27FC236}">
                <a16:creationId xmlns="" xmlns:a16="http://schemas.microsoft.com/office/drawing/2014/main" id="{5CC9773A-2693-4232-AF86-8BF9F9B8C10C}"/>
              </a:ext>
            </a:extLst>
          </p:cNvPr>
          <p:cNvGraphicFramePr/>
          <p:nvPr/>
        </p:nvGraphicFramePr>
        <p:xfrm>
          <a:off x="1187624" y="3789040"/>
          <a:ext cx="6048672" cy="26958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2773" name="矩形 2">
            <a:extLst>
              <a:ext uri="{FF2B5EF4-FFF2-40B4-BE49-F238E27FC236}">
                <a16:creationId xmlns="" xmlns:a16="http://schemas.microsoft.com/office/drawing/2014/main" id="{E291525B-7586-413C-A665-636A47B6C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5826125"/>
            <a:ext cx="1376363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4400" b="1">
                <a:latin typeface="Times New Roman" panose="02020603050405020304" pitchFamily="18" charset="0"/>
                <a:ea typeface="宋体" panose="02010600030101010101" pitchFamily="2" charset="-122"/>
              </a:rPr>
              <a:t>HLL</a:t>
            </a:r>
            <a:endParaRPr kumimoji="0" lang="zh-CN" altLang="en-US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4" name="矩形: 棱台 3">
            <a:extLst>
              <a:ext uri="{FF2B5EF4-FFF2-40B4-BE49-F238E27FC236}">
                <a16:creationId xmlns="" xmlns:a16="http://schemas.microsoft.com/office/drawing/2014/main" id="{6041108B-A6AD-4842-B07D-81DA042DA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2420938"/>
            <a:ext cx="3168650" cy="1368425"/>
          </a:xfrm>
          <a:prstGeom prst="bevel">
            <a:avLst>
              <a:gd name="adj" fmla="val 12500"/>
            </a:avLst>
          </a:prstGeom>
          <a:noFill/>
          <a:ln w="28575" algn="ctr">
            <a:solidFill>
              <a:srgbClr val="0099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0" lang="en-US" altLang="zh-CN" b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Need A New 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0" lang="en-US" altLang="zh-CN" b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Architecture</a:t>
            </a:r>
            <a:endParaRPr kumimoji="0" lang="zh-CN" altLang="en-US" b="1">
              <a:solidFill>
                <a:srgbClr val="0099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2775" name="图片 4">
            <a:extLst>
              <a:ext uri="{FF2B5EF4-FFF2-40B4-BE49-F238E27FC236}">
                <a16:creationId xmlns="" xmlns:a16="http://schemas.microsoft.com/office/drawing/2014/main" id="{377E2303-B226-456E-973F-2FA5ABCDA5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7575" y="2205038"/>
            <a:ext cx="1760538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="" xmlns:a16="http://schemas.microsoft.com/office/drawing/2014/main" id="{66FFB5E7-313C-456D-91EB-09C5749CF2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Execution Characteristics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="" xmlns:a16="http://schemas.microsoft.com/office/drawing/2014/main" id="{05853F00-A330-4A85-ABED-583044536A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b="1" i="1">
                <a:ea typeface="宋体" panose="02010600030101010101" pitchFamily="2" charset="-122"/>
              </a:rPr>
              <a:t>Operations performed</a:t>
            </a:r>
          </a:p>
          <a:p>
            <a:r>
              <a:rPr lang="en-GB" altLang="zh-CN" b="1" i="1">
                <a:ea typeface="宋体" panose="02010600030101010101" pitchFamily="2" charset="-122"/>
              </a:rPr>
              <a:t>Operands used</a:t>
            </a:r>
          </a:p>
          <a:p>
            <a:r>
              <a:rPr lang="en-GB" altLang="zh-CN" b="1" i="1">
                <a:ea typeface="宋体" panose="02010600030101010101" pitchFamily="2" charset="-122"/>
              </a:rPr>
              <a:t>Execution sequencing</a:t>
            </a:r>
          </a:p>
          <a:p>
            <a:r>
              <a:rPr lang="en-GB" altLang="zh-CN">
                <a:ea typeface="宋体" panose="02010600030101010101" pitchFamily="2" charset="-122"/>
              </a:rPr>
              <a:t>Studies have been done based on programs written in HLLs</a:t>
            </a:r>
          </a:p>
          <a:p>
            <a:r>
              <a:rPr lang="en-GB" altLang="zh-CN" i="1">
                <a:solidFill>
                  <a:srgbClr val="FF0000"/>
                </a:solidFill>
                <a:ea typeface="宋体" panose="02010600030101010101" pitchFamily="2" charset="-122"/>
              </a:rPr>
              <a:t>Dynamic studies </a:t>
            </a:r>
            <a:r>
              <a:rPr lang="en-GB" altLang="zh-CN">
                <a:ea typeface="宋体" panose="02010600030101010101" pitchFamily="2" charset="-122"/>
              </a:rPr>
              <a:t>are measured during the execution of the program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="" xmlns:a16="http://schemas.microsoft.com/office/drawing/2014/main" id="{96373DB7-1F26-4785-AE77-2ED00FBC4C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Operations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="" xmlns:a16="http://schemas.microsoft.com/office/drawing/2014/main" id="{5C24348D-6E2C-4F68-9BF9-410546E720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dirty="0">
                <a:ea typeface="宋体" panose="02010600030101010101" pitchFamily="2" charset="-122"/>
              </a:rPr>
              <a:t>Assignments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Movement of data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Conditional statements (IF, LOOP)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Sequence control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Procedure </a:t>
            </a:r>
            <a:r>
              <a:rPr lang="en-GB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call-return</a:t>
            </a:r>
            <a:r>
              <a:rPr lang="en-GB" altLang="zh-CN" dirty="0">
                <a:ea typeface="宋体" panose="02010600030101010101" pitchFamily="2" charset="-122"/>
              </a:rPr>
              <a:t> is very time consuming 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Some HLL instruction lead to </a:t>
            </a:r>
            <a:r>
              <a:rPr lang="en-GB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many machine code operations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next diagram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  <a:endParaRPr lang="en-GB" altLang="zh-CN" dirty="0">
              <a:ea typeface="宋体" panose="02010600030101010101" pitchFamily="2" charset="-122"/>
            </a:endParaRPr>
          </a:p>
          <a:p>
            <a:endParaRPr lang="en-GB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="" xmlns:a16="http://schemas.microsoft.com/office/drawing/2014/main" id="{D0550B98-3AED-4351-BCD6-F78268F7D9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Weighted Relative Dynamic Frequency of HLL Operations [PATT82a]</a:t>
            </a:r>
            <a:r>
              <a:rPr lang="en-GB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37891" name="Group 263">
            <a:extLst>
              <a:ext uri="{FF2B5EF4-FFF2-40B4-BE49-F238E27FC236}">
                <a16:creationId xmlns="" xmlns:a16="http://schemas.microsoft.com/office/drawing/2014/main" id="{DE0E83EB-BC6B-4927-B20B-804C7257EA17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1404938"/>
            <a:ext cx="8143875" cy="5300662"/>
            <a:chOff x="0" y="0"/>
            <a:chExt cx="4431" cy="3339"/>
          </a:xfrm>
        </p:grpSpPr>
        <p:sp>
          <p:nvSpPr>
            <p:cNvPr id="37892" name="Rectangle 4">
              <a:extLst>
                <a:ext uri="{FF2B5EF4-FFF2-40B4-BE49-F238E27FC236}">
                  <a16:creationId xmlns="" xmlns:a16="http://schemas.microsoft.com/office/drawing/2014/main" id="{63B47310-21E8-4608-884F-17842CA61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" y="0"/>
              <a:ext cx="547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Char char="—"/>
                <a:defRPr kumimoji="1"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Char char="–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0000"/>
                </a:buClr>
                <a:buChar char="+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1600">
                  <a:latin typeface="Times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 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7893" name="Group 60">
              <a:extLst>
                <a:ext uri="{FF2B5EF4-FFF2-40B4-BE49-F238E27FC236}">
                  <a16:creationId xmlns="" xmlns:a16="http://schemas.microsoft.com/office/drawing/2014/main" id="{3BC5188E-6323-472B-8572-D886441C9C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7" y="0"/>
              <a:ext cx="1278" cy="518"/>
              <a:chOff x="637" y="0"/>
              <a:chExt cx="1278" cy="518"/>
            </a:xfrm>
          </p:grpSpPr>
          <p:sp>
            <p:nvSpPr>
              <p:cNvPr id="38139" name="Rectangle 59">
                <a:extLst>
                  <a:ext uri="{FF2B5EF4-FFF2-40B4-BE49-F238E27FC236}">
                    <a16:creationId xmlns="" xmlns:a16="http://schemas.microsoft.com/office/drawing/2014/main" id="{9BD41BF3-BC02-44B1-9C6A-F1CF3A8BCA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9" y="0"/>
                <a:ext cx="1266" cy="518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140" name="Group 58">
                <a:extLst>
                  <a:ext uri="{FF2B5EF4-FFF2-40B4-BE49-F238E27FC236}">
                    <a16:creationId xmlns="" xmlns:a16="http://schemas.microsoft.com/office/drawing/2014/main" id="{CD6EE616-6FF4-4455-98A0-9CD7B4E7E6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7" y="0"/>
                <a:ext cx="1266" cy="518"/>
                <a:chOff x="637" y="0"/>
                <a:chExt cx="1266" cy="518"/>
              </a:xfrm>
            </p:grpSpPr>
            <p:sp>
              <p:nvSpPr>
                <p:cNvPr id="38141" name="Rectangle 5">
                  <a:extLst>
                    <a:ext uri="{FF2B5EF4-FFF2-40B4-BE49-F238E27FC236}">
                      <a16:creationId xmlns="" xmlns:a16="http://schemas.microsoft.com/office/drawing/2014/main" id="{4B908085-597C-4A66-BCCD-E0F0504214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9" y="0"/>
                  <a:ext cx="1180" cy="518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b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 b="1" dirty="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Dynamic Occurrence</a:t>
                  </a:r>
                  <a:endParaRPr kumimoji="0" lang="en-US" altLang="zh-CN" sz="1600" dirty="0">
                    <a:latin typeface="Times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142" name="Rectangle 57">
                  <a:extLst>
                    <a:ext uri="{FF2B5EF4-FFF2-40B4-BE49-F238E27FC236}">
                      <a16:creationId xmlns="" xmlns:a16="http://schemas.microsoft.com/office/drawing/2014/main" id="{867C87B8-0733-4E8D-9A2C-5CBCA1F0D8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7" y="0"/>
                  <a:ext cx="1266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37894" name="Rectangle 6">
              <a:extLst>
                <a:ext uri="{FF2B5EF4-FFF2-40B4-BE49-F238E27FC236}">
                  <a16:creationId xmlns="" xmlns:a16="http://schemas.microsoft.com/office/drawing/2014/main" id="{151C61DA-0714-4AFB-944D-AB185B330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3" y="5"/>
              <a:ext cx="1262" cy="51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Char char="—"/>
                <a:defRPr kumimoji="1"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Char char="–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0000"/>
                </a:buClr>
                <a:buChar char="+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 b="1">
                  <a:solidFill>
                    <a:srgbClr val="0000FF"/>
                  </a:solidFill>
                  <a:latin typeface="Times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Machine-Instruction Weighted</a:t>
              </a:r>
              <a:endParaRPr kumimoji="0" lang="en-US" altLang="zh-CN" sz="1600">
                <a:solidFill>
                  <a:srgbClr val="0000FF"/>
                </a:solidFill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895" name="Rectangle 7">
              <a:extLst>
                <a:ext uri="{FF2B5EF4-FFF2-40B4-BE49-F238E27FC236}">
                  <a16:creationId xmlns="" xmlns:a16="http://schemas.microsoft.com/office/drawing/2014/main" id="{220302D4-F9E9-4D1E-AD64-4736955F5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1" y="0"/>
              <a:ext cx="1270" cy="518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Char char="—"/>
                <a:defRPr kumimoji="1"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Char char="–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0000"/>
                </a:buClr>
                <a:buChar char="+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 b="1" dirty="0">
                  <a:solidFill>
                    <a:srgbClr val="FF0000"/>
                  </a:solidFill>
                  <a:latin typeface="Times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Memory-Reference Weighted</a:t>
              </a:r>
              <a:endParaRPr kumimoji="0" lang="en-US" altLang="zh-CN" sz="1600" dirty="0">
                <a:solidFill>
                  <a:srgbClr val="FF0000"/>
                </a:solidFill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7896" name="Group 70">
              <a:extLst>
                <a:ext uri="{FF2B5EF4-FFF2-40B4-BE49-F238E27FC236}">
                  <a16:creationId xmlns="" xmlns:a16="http://schemas.microsoft.com/office/drawing/2014/main" id="{F786A934-73ED-4489-9F02-543F26E657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518"/>
              <a:ext cx="633" cy="403"/>
              <a:chOff x="0" y="518"/>
              <a:chExt cx="633" cy="403"/>
            </a:xfrm>
          </p:grpSpPr>
          <p:sp>
            <p:nvSpPr>
              <p:cNvPr id="38137" name="Rectangle 8">
                <a:extLst>
                  <a:ext uri="{FF2B5EF4-FFF2-40B4-BE49-F238E27FC236}">
                    <a16:creationId xmlns="" xmlns:a16="http://schemas.microsoft.com/office/drawing/2014/main" id="{EBC1DB98-8B3B-4F24-9D2E-660D2525C2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518"/>
                <a:ext cx="547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zh-CN" altLang="en-US" sz="1600">
                    <a:latin typeface="Times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 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16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138" name="Rectangle 69">
                <a:extLst>
                  <a:ext uri="{FF2B5EF4-FFF2-40B4-BE49-F238E27FC236}">
                    <a16:creationId xmlns="" xmlns:a16="http://schemas.microsoft.com/office/drawing/2014/main" id="{D2EA9DF2-44F3-47F8-B20F-769DC1F5D5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518"/>
                <a:ext cx="633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7897" name="Group 74">
              <a:extLst>
                <a:ext uri="{FF2B5EF4-FFF2-40B4-BE49-F238E27FC236}">
                  <a16:creationId xmlns="" xmlns:a16="http://schemas.microsoft.com/office/drawing/2014/main" id="{02A5AC65-FA42-48C9-8C44-E1DE6F86D9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3" y="518"/>
              <a:ext cx="633" cy="403"/>
              <a:chOff x="633" y="518"/>
              <a:chExt cx="633" cy="403"/>
            </a:xfrm>
          </p:grpSpPr>
          <p:sp>
            <p:nvSpPr>
              <p:cNvPr id="38133" name="Rectangle 73">
                <a:extLst>
                  <a:ext uri="{FF2B5EF4-FFF2-40B4-BE49-F238E27FC236}">
                    <a16:creationId xmlns="" xmlns:a16="http://schemas.microsoft.com/office/drawing/2014/main" id="{A4CF6362-F018-4BC9-AFE2-68C03B9C3E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518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134" name="Group 72">
                <a:extLst>
                  <a:ext uri="{FF2B5EF4-FFF2-40B4-BE49-F238E27FC236}">
                    <a16:creationId xmlns="" xmlns:a16="http://schemas.microsoft.com/office/drawing/2014/main" id="{317CAE0E-DCB8-4C96-A982-F6D196B5AD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3" y="518"/>
                <a:ext cx="633" cy="403"/>
                <a:chOff x="633" y="518"/>
                <a:chExt cx="633" cy="403"/>
              </a:xfrm>
            </p:grpSpPr>
            <p:sp>
              <p:nvSpPr>
                <p:cNvPr id="38135" name="Rectangle 9">
                  <a:extLst>
                    <a:ext uri="{FF2B5EF4-FFF2-40B4-BE49-F238E27FC236}">
                      <a16:creationId xmlns="" xmlns:a16="http://schemas.microsoft.com/office/drawing/2014/main" id="{66E8C8E9-59BA-4B67-AE5F-5937061155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6" y="518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Pascal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136" name="Rectangle 71">
                  <a:extLst>
                    <a:ext uri="{FF2B5EF4-FFF2-40B4-BE49-F238E27FC236}">
                      <a16:creationId xmlns="" xmlns:a16="http://schemas.microsoft.com/office/drawing/2014/main" id="{2472C9F3-77DA-436B-9881-46F3EB840B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3" y="518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898" name="Group 78">
              <a:extLst>
                <a:ext uri="{FF2B5EF4-FFF2-40B4-BE49-F238E27FC236}">
                  <a16:creationId xmlns="" xmlns:a16="http://schemas.microsoft.com/office/drawing/2014/main" id="{43F71C56-5862-4CA5-881F-430EE15148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66" y="518"/>
              <a:ext cx="633" cy="403"/>
              <a:chOff x="1266" y="518"/>
              <a:chExt cx="633" cy="403"/>
            </a:xfrm>
          </p:grpSpPr>
          <p:sp>
            <p:nvSpPr>
              <p:cNvPr id="38129" name="Rectangle 77">
                <a:extLst>
                  <a:ext uri="{FF2B5EF4-FFF2-40B4-BE49-F238E27FC236}">
                    <a16:creationId xmlns="" xmlns:a16="http://schemas.microsoft.com/office/drawing/2014/main" id="{CC0F3E34-20B2-440E-B924-BC43824C84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6" y="518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130" name="Group 76">
                <a:extLst>
                  <a:ext uri="{FF2B5EF4-FFF2-40B4-BE49-F238E27FC236}">
                    <a16:creationId xmlns="" xmlns:a16="http://schemas.microsoft.com/office/drawing/2014/main" id="{79DC340E-B806-46A7-BAD4-D5FF95846C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66" y="518"/>
                <a:ext cx="633" cy="403"/>
                <a:chOff x="1266" y="518"/>
                <a:chExt cx="633" cy="403"/>
              </a:xfrm>
            </p:grpSpPr>
            <p:sp>
              <p:nvSpPr>
                <p:cNvPr id="38131" name="Rectangle 10">
                  <a:extLst>
                    <a:ext uri="{FF2B5EF4-FFF2-40B4-BE49-F238E27FC236}">
                      <a16:creationId xmlns="" xmlns:a16="http://schemas.microsoft.com/office/drawing/2014/main" id="{357DBAA5-C248-432A-AD9D-35A7B0E5C0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9" y="518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C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132" name="Rectangle 75">
                  <a:extLst>
                    <a:ext uri="{FF2B5EF4-FFF2-40B4-BE49-F238E27FC236}">
                      <a16:creationId xmlns="" xmlns:a16="http://schemas.microsoft.com/office/drawing/2014/main" id="{ED34B8E4-F74F-4DA6-915C-46CF79885F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66" y="518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899" name="Group 82">
              <a:extLst>
                <a:ext uri="{FF2B5EF4-FFF2-40B4-BE49-F238E27FC236}">
                  <a16:creationId xmlns="" xmlns:a16="http://schemas.microsoft.com/office/drawing/2014/main" id="{C97CBD93-D9DD-4BB0-83C7-5ABEA788CC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99" y="518"/>
              <a:ext cx="633" cy="403"/>
              <a:chOff x="1899" y="518"/>
              <a:chExt cx="633" cy="403"/>
            </a:xfrm>
          </p:grpSpPr>
          <p:sp>
            <p:nvSpPr>
              <p:cNvPr id="38125" name="Rectangle 81">
                <a:extLst>
                  <a:ext uri="{FF2B5EF4-FFF2-40B4-BE49-F238E27FC236}">
                    <a16:creationId xmlns="" xmlns:a16="http://schemas.microsoft.com/office/drawing/2014/main" id="{C3EB0417-8F60-4505-A36A-3DEB99CCDC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9" y="518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126" name="Group 80">
                <a:extLst>
                  <a:ext uri="{FF2B5EF4-FFF2-40B4-BE49-F238E27FC236}">
                    <a16:creationId xmlns="" xmlns:a16="http://schemas.microsoft.com/office/drawing/2014/main" id="{AB308DE0-8071-474F-B0B1-9E362F98C3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99" y="518"/>
                <a:ext cx="633" cy="403"/>
                <a:chOff x="1899" y="518"/>
                <a:chExt cx="633" cy="403"/>
              </a:xfrm>
            </p:grpSpPr>
            <p:sp>
              <p:nvSpPr>
                <p:cNvPr id="38127" name="Rectangle 11">
                  <a:extLst>
                    <a:ext uri="{FF2B5EF4-FFF2-40B4-BE49-F238E27FC236}">
                      <a16:creationId xmlns="" xmlns:a16="http://schemas.microsoft.com/office/drawing/2014/main" id="{D7AA499F-6124-4553-8B86-6809AF4408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42" y="518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Pascal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128" name="Rectangle 79">
                  <a:extLst>
                    <a:ext uri="{FF2B5EF4-FFF2-40B4-BE49-F238E27FC236}">
                      <a16:creationId xmlns="" xmlns:a16="http://schemas.microsoft.com/office/drawing/2014/main" id="{E5B1703E-5377-4A01-A5EB-090324C932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99" y="518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00" name="Group 86">
              <a:extLst>
                <a:ext uri="{FF2B5EF4-FFF2-40B4-BE49-F238E27FC236}">
                  <a16:creationId xmlns="" xmlns:a16="http://schemas.microsoft.com/office/drawing/2014/main" id="{721490CF-88CD-467B-9354-BF24029959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32" y="518"/>
              <a:ext cx="633" cy="403"/>
              <a:chOff x="2532" y="518"/>
              <a:chExt cx="633" cy="403"/>
            </a:xfrm>
          </p:grpSpPr>
          <p:sp>
            <p:nvSpPr>
              <p:cNvPr id="38121" name="Rectangle 85">
                <a:extLst>
                  <a:ext uri="{FF2B5EF4-FFF2-40B4-BE49-F238E27FC236}">
                    <a16:creationId xmlns="" xmlns:a16="http://schemas.microsoft.com/office/drawing/2014/main" id="{4D343C5B-FE41-4906-A078-A4E1CECC3B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32" y="518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122" name="Group 84">
                <a:extLst>
                  <a:ext uri="{FF2B5EF4-FFF2-40B4-BE49-F238E27FC236}">
                    <a16:creationId xmlns="" xmlns:a16="http://schemas.microsoft.com/office/drawing/2014/main" id="{B3B7F28B-51BB-4C57-8A9C-F45A641CAA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32" y="518"/>
                <a:ext cx="633" cy="403"/>
                <a:chOff x="2532" y="518"/>
                <a:chExt cx="633" cy="403"/>
              </a:xfrm>
            </p:grpSpPr>
            <p:sp>
              <p:nvSpPr>
                <p:cNvPr id="38123" name="Rectangle 12">
                  <a:extLst>
                    <a:ext uri="{FF2B5EF4-FFF2-40B4-BE49-F238E27FC236}">
                      <a16:creationId xmlns="" xmlns:a16="http://schemas.microsoft.com/office/drawing/2014/main" id="{2C1EC518-9EF6-4D73-9BBF-2C8C30FD42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75" y="518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C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124" name="Rectangle 83">
                  <a:extLst>
                    <a:ext uri="{FF2B5EF4-FFF2-40B4-BE49-F238E27FC236}">
                      <a16:creationId xmlns="" xmlns:a16="http://schemas.microsoft.com/office/drawing/2014/main" id="{16076029-6A2C-40BF-9BDF-F6A70237DF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32" y="518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01" name="Group 90">
              <a:extLst>
                <a:ext uri="{FF2B5EF4-FFF2-40B4-BE49-F238E27FC236}">
                  <a16:creationId xmlns="" xmlns:a16="http://schemas.microsoft.com/office/drawing/2014/main" id="{077F2CE2-3694-49C7-96B7-4C877E292A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5" y="518"/>
              <a:ext cx="633" cy="403"/>
              <a:chOff x="3165" y="518"/>
              <a:chExt cx="633" cy="403"/>
            </a:xfrm>
          </p:grpSpPr>
          <p:sp>
            <p:nvSpPr>
              <p:cNvPr id="38117" name="Rectangle 89">
                <a:extLst>
                  <a:ext uri="{FF2B5EF4-FFF2-40B4-BE49-F238E27FC236}">
                    <a16:creationId xmlns="" xmlns:a16="http://schemas.microsoft.com/office/drawing/2014/main" id="{20AFE9B2-E121-48F1-B339-F69C83530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5" y="518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118" name="Group 88">
                <a:extLst>
                  <a:ext uri="{FF2B5EF4-FFF2-40B4-BE49-F238E27FC236}">
                    <a16:creationId xmlns="" xmlns:a16="http://schemas.microsoft.com/office/drawing/2014/main" id="{6C4F67A7-2EA5-4440-823D-0CDDD7C566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5" y="518"/>
                <a:ext cx="633" cy="403"/>
                <a:chOff x="3165" y="518"/>
                <a:chExt cx="633" cy="403"/>
              </a:xfrm>
            </p:grpSpPr>
            <p:sp>
              <p:nvSpPr>
                <p:cNvPr id="38119" name="Rectangle 13">
                  <a:extLst>
                    <a:ext uri="{FF2B5EF4-FFF2-40B4-BE49-F238E27FC236}">
                      <a16:creationId xmlns="" xmlns:a16="http://schemas.microsoft.com/office/drawing/2014/main" id="{99044BC1-5243-40B7-A1E7-FF57A9ACF9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08" y="518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Pascal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120" name="Rectangle 87">
                  <a:extLst>
                    <a:ext uri="{FF2B5EF4-FFF2-40B4-BE49-F238E27FC236}">
                      <a16:creationId xmlns="" xmlns:a16="http://schemas.microsoft.com/office/drawing/2014/main" id="{DF23977F-066F-464D-91D0-4BAECD96B2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5" y="518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02" name="Group 94">
              <a:extLst>
                <a:ext uri="{FF2B5EF4-FFF2-40B4-BE49-F238E27FC236}">
                  <a16:creationId xmlns="" xmlns:a16="http://schemas.microsoft.com/office/drawing/2014/main" id="{021987C9-EE82-4D25-8752-3622FD7C67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8" y="518"/>
              <a:ext cx="633" cy="403"/>
              <a:chOff x="3798" y="518"/>
              <a:chExt cx="633" cy="403"/>
            </a:xfrm>
          </p:grpSpPr>
          <p:sp>
            <p:nvSpPr>
              <p:cNvPr id="38113" name="Rectangle 93">
                <a:extLst>
                  <a:ext uri="{FF2B5EF4-FFF2-40B4-BE49-F238E27FC236}">
                    <a16:creationId xmlns="" xmlns:a16="http://schemas.microsoft.com/office/drawing/2014/main" id="{B05BB882-4E9D-4260-BE36-396C3DC339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518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114" name="Group 92">
                <a:extLst>
                  <a:ext uri="{FF2B5EF4-FFF2-40B4-BE49-F238E27FC236}">
                    <a16:creationId xmlns="" xmlns:a16="http://schemas.microsoft.com/office/drawing/2014/main" id="{6894FB5F-F663-4601-9BF0-CBF6B57D87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98" y="518"/>
                <a:ext cx="633" cy="403"/>
                <a:chOff x="3798" y="518"/>
                <a:chExt cx="633" cy="403"/>
              </a:xfrm>
            </p:grpSpPr>
            <p:sp>
              <p:nvSpPr>
                <p:cNvPr id="38115" name="Rectangle 14">
                  <a:extLst>
                    <a:ext uri="{FF2B5EF4-FFF2-40B4-BE49-F238E27FC236}">
                      <a16:creationId xmlns="" xmlns:a16="http://schemas.microsoft.com/office/drawing/2014/main" id="{F33D4D8C-CB10-4805-8486-9491F61312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41" y="518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C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116" name="Rectangle 91">
                  <a:extLst>
                    <a:ext uri="{FF2B5EF4-FFF2-40B4-BE49-F238E27FC236}">
                      <a16:creationId xmlns="" xmlns:a16="http://schemas.microsoft.com/office/drawing/2014/main" id="{C76CD262-0657-4C2D-A84A-5A3A851341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8" y="518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03" name="Group 98">
              <a:extLst>
                <a:ext uri="{FF2B5EF4-FFF2-40B4-BE49-F238E27FC236}">
                  <a16:creationId xmlns="" xmlns:a16="http://schemas.microsoft.com/office/drawing/2014/main" id="{69F457D3-A5FD-47F2-8744-768F3D518C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921"/>
              <a:ext cx="633" cy="403"/>
              <a:chOff x="0" y="921"/>
              <a:chExt cx="633" cy="403"/>
            </a:xfrm>
          </p:grpSpPr>
          <p:sp>
            <p:nvSpPr>
              <p:cNvPr id="38109" name="Rectangle 97">
                <a:extLst>
                  <a:ext uri="{FF2B5EF4-FFF2-40B4-BE49-F238E27FC236}">
                    <a16:creationId xmlns="" xmlns:a16="http://schemas.microsoft.com/office/drawing/2014/main" id="{393643A4-123E-48FC-BBF3-0DEF6E8E8E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921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110" name="Group 96">
                <a:extLst>
                  <a:ext uri="{FF2B5EF4-FFF2-40B4-BE49-F238E27FC236}">
                    <a16:creationId xmlns="" xmlns:a16="http://schemas.microsoft.com/office/drawing/2014/main" id="{C974A0CE-0871-4566-8038-65501E3547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921"/>
                <a:ext cx="633" cy="403"/>
                <a:chOff x="0" y="921"/>
                <a:chExt cx="633" cy="403"/>
              </a:xfrm>
            </p:grpSpPr>
            <p:sp>
              <p:nvSpPr>
                <p:cNvPr id="38111" name="Rectangle 15">
                  <a:extLst>
                    <a:ext uri="{FF2B5EF4-FFF2-40B4-BE49-F238E27FC236}">
                      <a16:creationId xmlns="" xmlns:a16="http://schemas.microsoft.com/office/drawing/2014/main" id="{EE451D25-F0B9-4FB4-B967-E738963DD4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921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 b="1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ASSIGN</a:t>
                  </a: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112" name="Rectangle 95">
                  <a:extLst>
                    <a:ext uri="{FF2B5EF4-FFF2-40B4-BE49-F238E27FC236}">
                      <a16:creationId xmlns="" xmlns:a16="http://schemas.microsoft.com/office/drawing/2014/main" id="{6AD184BB-C846-43D9-9D90-5ABEAB6156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921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04" name="Group 102">
              <a:extLst>
                <a:ext uri="{FF2B5EF4-FFF2-40B4-BE49-F238E27FC236}">
                  <a16:creationId xmlns="" xmlns:a16="http://schemas.microsoft.com/office/drawing/2014/main" id="{B7F571CA-B9C9-46C2-A714-0C7F00173F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3" y="921"/>
              <a:ext cx="633" cy="403"/>
              <a:chOff x="633" y="921"/>
              <a:chExt cx="633" cy="403"/>
            </a:xfrm>
          </p:grpSpPr>
          <p:sp>
            <p:nvSpPr>
              <p:cNvPr id="38105" name="Rectangle 101">
                <a:extLst>
                  <a:ext uri="{FF2B5EF4-FFF2-40B4-BE49-F238E27FC236}">
                    <a16:creationId xmlns="" xmlns:a16="http://schemas.microsoft.com/office/drawing/2014/main" id="{2BB0CB1C-3B15-4A9C-9440-CAEF216204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921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106" name="Group 100">
                <a:extLst>
                  <a:ext uri="{FF2B5EF4-FFF2-40B4-BE49-F238E27FC236}">
                    <a16:creationId xmlns="" xmlns:a16="http://schemas.microsoft.com/office/drawing/2014/main" id="{10FEEC5B-D55A-4F0C-A145-5E5B964FEF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3" y="921"/>
                <a:ext cx="633" cy="403"/>
                <a:chOff x="633" y="921"/>
                <a:chExt cx="633" cy="403"/>
              </a:xfrm>
            </p:grpSpPr>
            <p:sp>
              <p:nvSpPr>
                <p:cNvPr id="38107" name="Rectangle 16">
                  <a:extLst>
                    <a:ext uri="{FF2B5EF4-FFF2-40B4-BE49-F238E27FC236}">
                      <a16:creationId xmlns="" xmlns:a16="http://schemas.microsoft.com/office/drawing/2014/main" id="{A9CAC1C7-F3EF-4081-8785-1D6BFEF82F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6" y="921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000" b="1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45%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108" name="Rectangle 99">
                  <a:extLst>
                    <a:ext uri="{FF2B5EF4-FFF2-40B4-BE49-F238E27FC236}">
                      <a16:creationId xmlns="" xmlns:a16="http://schemas.microsoft.com/office/drawing/2014/main" id="{28D16C96-1F73-4BD4-A52E-52AC45CAD1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3" y="921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05" name="Group 106">
              <a:extLst>
                <a:ext uri="{FF2B5EF4-FFF2-40B4-BE49-F238E27FC236}">
                  <a16:creationId xmlns="" xmlns:a16="http://schemas.microsoft.com/office/drawing/2014/main" id="{C75D9614-FE9E-4920-82E8-0D960386E5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66" y="921"/>
              <a:ext cx="633" cy="403"/>
              <a:chOff x="1266" y="921"/>
              <a:chExt cx="633" cy="403"/>
            </a:xfrm>
          </p:grpSpPr>
          <p:sp>
            <p:nvSpPr>
              <p:cNvPr id="38101" name="Rectangle 105">
                <a:extLst>
                  <a:ext uri="{FF2B5EF4-FFF2-40B4-BE49-F238E27FC236}">
                    <a16:creationId xmlns="" xmlns:a16="http://schemas.microsoft.com/office/drawing/2014/main" id="{CD5DFAAF-6237-455C-93DD-EA6FBA8450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6" y="921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102" name="Group 104">
                <a:extLst>
                  <a:ext uri="{FF2B5EF4-FFF2-40B4-BE49-F238E27FC236}">
                    <a16:creationId xmlns="" xmlns:a16="http://schemas.microsoft.com/office/drawing/2014/main" id="{BD785EB8-CEEE-4A8B-8516-5ABCF42591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66" y="921"/>
                <a:ext cx="633" cy="403"/>
                <a:chOff x="1266" y="921"/>
                <a:chExt cx="633" cy="403"/>
              </a:xfrm>
            </p:grpSpPr>
            <p:sp>
              <p:nvSpPr>
                <p:cNvPr id="38103" name="Rectangle 17">
                  <a:extLst>
                    <a:ext uri="{FF2B5EF4-FFF2-40B4-BE49-F238E27FC236}">
                      <a16:creationId xmlns="" xmlns:a16="http://schemas.microsoft.com/office/drawing/2014/main" id="{BD22E2A0-9AA7-484F-B780-AD4DA3C376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9" y="921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000" b="1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38%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104" name="Rectangle 103">
                  <a:extLst>
                    <a:ext uri="{FF2B5EF4-FFF2-40B4-BE49-F238E27FC236}">
                      <a16:creationId xmlns="" xmlns:a16="http://schemas.microsoft.com/office/drawing/2014/main" id="{D83F32B1-C53E-46E8-A833-8C02A2BD1D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66" y="921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06" name="Group 110">
              <a:extLst>
                <a:ext uri="{FF2B5EF4-FFF2-40B4-BE49-F238E27FC236}">
                  <a16:creationId xmlns="" xmlns:a16="http://schemas.microsoft.com/office/drawing/2014/main" id="{579C422F-6604-4FB8-B9E7-667F5CC047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99" y="921"/>
              <a:ext cx="633" cy="403"/>
              <a:chOff x="1899" y="921"/>
              <a:chExt cx="633" cy="403"/>
            </a:xfrm>
          </p:grpSpPr>
          <p:sp>
            <p:nvSpPr>
              <p:cNvPr id="38097" name="Rectangle 109">
                <a:extLst>
                  <a:ext uri="{FF2B5EF4-FFF2-40B4-BE49-F238E27FC236}">
                    <a16:creationId xmlns="" xmlns:a16="http://schemas.microsoft.com/office/drawing/2014/main" id="{2E78FA29-A2A5-45C2-B523-5AE51550A4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9" y="921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098" name="Group 108">
                <a:extLst>
                  <a:ext uri="{FF2B5EF4-FFF2-40B4-BE49-F238E27FC236}">
                    <a16:creationId xmlns="" xmlns:a16="http://schemas.microsoft.com/office/drawing/2014/main" id="{01C43BDB-35AD-4B29-8C21-6596F0B3D0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99" y="921"/>
                <a:ext cx="633" cy="403"/>
                <a:chOff x="1899" y="921"/>
                <a:chExt cx="633" cy="403"/>
              </a:xfrm>
            </p:grpSpPr>
            <p:sp>
              <p:nvSpPr>
                <p:cNvPr id="38099" name="Rectangle 18">
                  <a:extLst>
                    <a:ext uri="{FF2B5EF4-FFF2-40B4-BE49-F238E27FC236}">
                      <a16:creationId xmlns="" xmlns:a16="http://schemas.microsoft.com/office/drawing/2014/main" id="{56B0C775-C9C1-4B7C-A645-17A3D86B17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42" y="921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13%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100" name="Rectangle 107">
                  <a:extLst>
                    <a:ext uri="{FF2B5EF4-FFF2-40B4-BE49-F238E27FC236}">
                      <a16:creationId xmlns="" xmlns:a16="http://schemas.microsoft.com/office/drawing/2014/main" id="{CD4926D0-9258-4AAA-AACC-7ABFB2C85F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99" y="921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07" name="Group 114">
              <a:extLst>
                <a:ext uri="{FF2B5EF4-FFF2-40B4-BE49-F238E27FC236}">
                  <a16:creationId xmlns="" xmlns:a16="http://schemas.microsoft.com/office/drawing/2014/main" id="{D54461A2-C5E3-4386-BE24-CA8E9FA705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32" y="921"/>
              <a:ext cx="633" cy="403"/>
              <a:chOff x="2532" y="921"/>
              <a:chExt cx="633" cy="403"/>
            </a:xfrm>
          </p:grpSpPr>
          <p:sp>
            <p:nvSpPr>
              <p:cNvPr id="38093" name="Rectangle 113">
                <a:extLst>
                  <a:ext uri="{FF2B5EF4-FFF2-40B4-BE49-F238E27FC236}">
                    <a16:creationId xmlns="" xmlns:a16="http://schemas.microsoft.com/office/drawing/2014/main" id="{57B0CAB2-8238-4635-973A-4949EFFCE6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32" y="921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094" name="Group 112">
                <a:extLst>
                  <a:ext uri="{FF2B5EF4-FFF2-40B4-BE49-F238E27FC236}">
                    <a16:creationId xmlns="" xmlns:a16="http://schemas.microsoft.com/office/drawing/2014/main" id="{3CCD5577-9F6C-42A2-9E42-F0313211AD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32" y="921"/>
                <a:ext cx="633" cy="403"/>
                <a:chOff x="2532" y="921"/>
                <a:chExt cx="633" cy="403"/>
              </a:xfrm>
            </p:grpSpPr>
            <p:sp>
              <p:nvSpPr>
                <p:cNvPr id="38095" name="Rectangle 19">
                  <a:extLst>
                    <a:ext uri="{FF2B5EF4-FFF2-40B4-BE49-F238E27FC236}">
                      <a16:creationId xmlns="" xmlns:a16="http://schemas.microsoft.com/office/drawing/2014/main" id="{56E0501A-9906-45D2-8A3A-5BEC5524B3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75" y="921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13%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096" name="Rectangle 111">
                  <a:extLst>
                    <a:ext uri="{FF2B5EF4-FFF2-40B4-BE49-F238E27FC236}">
                      <a16:creationId xmlns="" xmlns:a16="http://schemas.microsoft.com/office/drawing/2014/main" id="{19241DF0-EFFA-481E-861A-EC08329440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32" y="921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08" name="Group 118">
              <a:extLst>
                <a:ext uri="{FF2B5EF4-FFF2-40B4-BE49-F238E27FC236}">
                  <a16:creationId xmlns="" xmlns:a16="http://schemas.microsoft.com/office/drawing/2014/main" id="{07A2D21C-0037-4FA1-9682-7030AE865A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5" y="921"/>
              <a:ext cx="633" cy="403"/>
              <a:chOff x="3165" y="921"/>
              <a:chExt cx="633" cy="403"/>
            </a:xfrm>
          </p:grpSpPr>
          <p:sp>
            <p:nvSpPr>
              <p:cNvPr id="38089" name="Rectangle 117">
                <a:extLst>
                  <a:ext uri="{FF2B5EF4-FFF2-40B4-BE49-F238E27FC236}">
                    <a16:creationId xmlns="" xmlns:a16="http://schemas.microsoft.com/office/drawing/2014/main" id="{6A63664C-973D-4427-8242-65FF29B239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5" y="921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090" name="Group 116">
                <a:extLst>
                  <a:ext uri="{FF2B5EF4-FFF2-40B4-BE49-F238E27FC236}">
                    <a16:creationId xmlns="" xmlns:a16="http://schemas.microsoft.com/office/drawing/2014/main" id="{E101FCAF-1E18-45DF-B10E-4916A73642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5" y="921"/>
                <a:ext cx="633" cy="403"/>
                <a:chOff x="3165" y="921"/>
                <a:chExt cx="633" cy="403"/>
              </a:xfrm>
            </p:grpSpPr>
            <p:sp>
              <p:nvSpPr>
                <p:cNvPr id="38091" name="Rectangle 20">
                  <a:extLst>
                    <a:ext uri="{FF2B5EF4-FFF2-40B4-BE49-F238E27FC236}">
                      <a16:creationId xmlns="" xmlns:a16="http://schemas.microsoft.com/office/drawing/2014/main" id="{90B6DFCE-6B8C-4177-9BE0-594347F58A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08" y="921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14%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092" name="Rectangle 115">
                  <a:extLst>
                    <a:ext uri="{FF2B5EF4-FFF2-40B4-BE49-F238E27FC236}">
                      <a16:creationId xmlns="" xmlns:a16="http://schemas.microsoft.com/office/drawing/2014/main" id="{414129A7-8AE5-4E57-A687-2C8F6C8777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5" y="921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09" name="Group 122">
              <a:extLst>
                <a:ext uri="{FF2B5EF4-FFF2-40B4-BE49-F238E27FC236}">
                  <a16:creationId xmlns="" xmlns:a16="http://schemas.microsoft.com/office/drawing/2014/main" id="{0FBD3064-5354-4684-88DA-ABB0B4625E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8" y="921"/>
              <a:ext cx="633" cy="403"/>
              <a:chOff x="3798" y="921"/>
              <a:chExt cx="633" cy="403"/>
            </a:xfrm>
          </p:grpSpPr>
          <p:sp>
            <p:nvSpPr>
              <p:cNvPr id="38085" name="Rectangle 121">
                <a:extLst>
                  <a:ext uri="{FF2B5EF4-FFF2-40B4-BE49-F238E27FC236}">
                    <a16:creationId xmlns="" xmlns:a16="http://schemas.microsoft.com/office/drawing/2014/main" id="{F094D382-FB1A-475F-9219-778499B8D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921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086" name="Group 120">
                <a:extLst>
                  <a:ext uri="{FF2B5EF4-FFF2-40B4-BE49-F238E27FC236}">
                    <a16:creationId xmlns="" xmlns:a16="http://schemas.microsoft.com/office/drawing/2014/main" id="{6E8ACBD1-131E-4A0F-821B-77CF1AD6DF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98" y="921"/>
                <a:ext cx="633" cy="403"/>
                <a:chOff x="3798" y="921"/>
                <a:chExt cx="633" cy="403"/>
              </a:xfrm>
            </p:grpSpPr>
            <p:sp>
              <p:nvSpPr>
                <p:cNvPr id="38087" name="Rectangle 21">
                  <a:extLst>
                    <a:ext uri="{FF2B5EF4-FFF2-40B4-BE49-F238E27FC236}">
                      <a16:creationId xmlns="" xmlns:a16="http://schemas.microsoft.com/office/drawing/2014/main" id="{D1191B98-41B1-44B6-9C28-552B9F02FD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41" y="921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15%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088" name="Rectangle 119">
                  <a:extLst>
                    <a:ext uri="{FF2B5EF4-FFF2-40B4-BE49-F238E27FC236}">
                      <a16:creationId xmlns="" xmlns:a16="http://schemas.microsoft.com/office/drawing/2014/main" id="{3F628804-A518-4717-BDD5-F076D57337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8" y="921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10" name="Group 126">
              <a:extLst>
                <a:ext uri="{FF2B5EF4-FFF2-40B4-BE49-F238E27FC236}">
                  <a16:creationId xmlns="" xmlns:a16="http://schemas.microsoft.com/office/drawing/2014/main" id="{2E464623-3C7D-4225-B219-7CAB7A906E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324"/>
              <a:ext cx="633" cy="403"/>
              <a:chOff x="0" y="1324"/>
              <a:chExt cx="633" cy="403"/>
            </a:xfrm>
          </p:grpSpPr>
          <p:sp>
            <p:nvSpPr>
              <p:cNvPr id="38081" name="Rectangle 125">
                <a:extLst>
                  <a:ext uri="{FF2B5EF4-FFF2-40B4-BE49-F238E27FC236}">
                    <a16:creationId xmlns="" xmlns:a16="http://schemas.microsoft.com/office/drawing/2014/main" id="{74453FB3-3E3C-4DCB-9392-C331AE7B6F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324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082" name="Group 124">
                <a:extLst>
                  <a:ext uri="{FF2B5EF4-FFF2-40B4-BE49-F238E27FC236}">
                    <a16:creationId xmlns="" xmlns:a16="http://schemas.microsoft.com/office/drawing/2014/main" id="{D753CA6F-56E2-47E3-9286-893F813A9A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324"/>
                <a:ext cx="633" cy="403"/>
                <a:chOff x="0" y="1324"/>
                <a:chExt cx="633" cy="403"/>
              </a:xfrm>
            </p:grpSpPr>
            <p:sp>
              <p:nvSpPr>
                <p:cNvPr id="38083" name="Rectangle 22">
                  <a:extLst>
                    <a:ext uri="{FF2B5EF4-FFF2-40B4-BE49-F238E27FC236}">
                      <a16:creationId xmlns="" xmlns:a16="http://schemas.microsoft.com/office/drawing/2014/main" id="{D47AE412-A69F-4146-9AB9-07D6D4C0C3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324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 b="1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LOOP</a:t>
                  </a: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084" name="Rectangle 123">
                  <a:extLst>
                    <a:ext uri="{FF2B5EF4-FFF2-40B4-BE49-F238E27FC236}">
                      <a16:creationId xmlns="" xmlns:a16="http://schemas.microsoft.com/office/drawing/2014/main" id="{1B01DC3D-2D50-4C2D-A8AF-460EA26A5A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324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11" name="Group 130">
              <a:extLst>
                <a:ext uri="{FF2B5EF4-FFF2-40B4-BE49-F238E27FC236}">
                  <a16:creationId xmlns="" xmlns:a16="http://schemas.microsoft.com/office/drawing/2014/main" id="{0C92FB76-6249-40D0-B4A7-BECCA28C0C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3" y="1324"/>
              <a:ext cx="633" cy="403"/>
              <a:chOff x="633" y="1324"/>
              <a:chExt cx="633" cy="403"/>
            </a:xfrm>
          </p:grpSpPr>
          <p:sp>
            <p:nvSpPr>
              <p:cNvPr id="38077" name="Rectangle 129">
                <a:extLst>
                  <a:ext uri="{FF2B5EF4-FFF2-40B4-BE49-F238E27FC236}">
                    <a16:creationId xmlns="" xmlns:a16="http://schemas.microsoft.com/office/drawing/2014/main" id="{C17582AF-5EDC-4667-A7BF-9F69F9596A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1324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078" name="Group 128">
                <a:extLst>
                  <a:ext uri="{FF2B5EF4-FFF2-40B4-BE49-F238E27FC236}">
                    <a16:creationId xmlns="" xmlns:a16="http://schemas.microsoft.com/office/drawing/2014/main" id="{ECB8179C-5142-45E3-8970-268FCCEAA9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3" y="1324"/>
                <a:ext cx="633" cy="403"/>
                <a:chOff x="633" y="1324"/>
                <a:chExt cx="633" cy="403"/>
              </a:xfrm>
            </p:grpSpPr>
            <p:sp>
              <p:nvSpPr>
                <p:cNvPr id="38079" name="Rectangle 23">
                  <a:extLst>
                    <a:ext uri="{FF2B5EF4-FFF2-40B4-BE49-F238E27FC236}">
                      <a16:creationId xmlns="" xmlns:a16="http://schemas.microsoft.com/office/drawing/2014/main" id="{12E939E4-2F41-4438-AD4F-32AECF4684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6" y="1324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5%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080" name="Rectangle 127">
                  <a:extLst>
                    <a:ext uri="{FF2B5EF4-FFF2-40B4-BE49-F238E27FC236}">
                      <a16:creationId xmlns="" xmlns:a16="http://schemas.microsoft.com/office/drawing/2014/main" id="{D86FD95C-4D4D-402B-9E66-1D20E77C0B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3" y="1324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12" name="Group 134">
              <a:extLst>
                <a:ext uri="{FF2B5EF4-FFF2-40B4-BE49-F238E27FC236}">
                  <a16:creationId xmlns="" xmlns:a16="http://schemas.microsoft.com/office/drawing/2014/main" id="{B363652F-B0D6-40A8-AC1A-EDDA3F3829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66" y="1324"/>
              <a:ext cx="633" cy="403"/>
              <a:chOff x="1266" y="1324"/>
              <a:chExt cx="633" cy="403"/>
            </a:xfrm>
          </p:grpSpPr>
          <p:sp>
            <p:nvSpPr>
              <p:cNvPr id="38073" name="Rectangle 133">
                <a:extLst>
                  <a:ext uri="{FF2B5EF4-FFF2-40B4-BE49-F238E27FC236}">
                    <a16:creationId xmlns="" xmlns:a16="http://schemas.microsoft.com/office/drawing/2014/main" id="{164B9A9F-8DA3-4B8F-A42B-E58C9EA4E5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6" y="1324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074" name="Group 132">
                <a:extLst>
                  <a:ext uri="{FF2B5EF4-FFF2-40B4-BE49-F238E27FC236}">
                    <a16:creationId xmlns="" xmlns:a16="http://schemas.microsoft.com/office/drawing/2014/main" id="{16F60AC5-5F6F-48A4-9131-39166A053D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66" y="1324"/>
                <a:ext cx="633" cy="403"/>
                <a:chOff x="1266" y="1324"/>
                <a:chExt cx="633" cy="403"/>
              </a:xfrm>
            </p:grpSpPr>
            <p:sp>
              <p:nvSpPr>
                <p:cNvPr id="38075" name="Rectangle 24">
                  <a:extLst>
                    <a:ext uri="{FF2B5EF4-FFF2-40B4-BE49-F238E27FC236}">
                      <a16:creationId xmlns="" xmlns:a16="http://schemas.microsoft.com/office/drawing/2014/main" id="{32472B89-1A3A-445E-90CC-EC91D72AE6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9" y="1324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3%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076" name="Rectangle 131">
                  <a:extLst>
                    <a:ext uri="{FF2B5EF4-FFF2-40B4-BE49-F238E27FC236}">
                      <a16:creationId xmlns="" xmlns:a16="http://schemas.microsoft.com/office/drawing/2014/main" id="{E5375597-9FAE-48CC-B185-B111545593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66" y="1324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13" name="Group 138">
              <a:extLst>
                <a:ext uri="{FF2B5EF4-FFF2-40B4-BE49-F238E27FC236}">
                  <a16:creationId xmlns="" xmlns:a16="http://schemas.microsoft.com/office/drawing/2014/main" id="{4A1B2EA0-6D2D-4ABE-99A6-7FC06B76DF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99" y="1324"/>
              <a:ext cx="633" cy="403"/>
              <a:chOff x="1899" y="1324"/>
              <a:chExt cx="633" cy="403"/>
            </a:xfrm>
          </p:grpSpPr>
          <p:sp>
            <p:nvSpPr>
              <p:cNvPr id="38069" name="Rectangle 137">
                <a:extLst>
                  <a:ext uri="{FF2B5EF4-FFF2-40B4-BE49-F238E27FC236}">
                    <a16:creationId xmlns="" xmlns:a16="http://schemas.microsoft.com/office/drawing/2014/main" id="{9F299345-9533-412C-B6DF-70E205819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9" y="1324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070" name="Group 136">
                <a:extLst>
                  <a:ext uri="{FF2B5EF4-FFF2-40B4-BE49-F238E27FC236}">
                    <a16:creationId xmlns="" xmlns:a16="http://schemas.microsoft.com/office/drawing/2014/main" id="{2181BBEE-8276-4D74-A27E-38605066E7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99" y="1324"/>
                <a:ext cx="633" cy="403"/>
                <a:chOff x="1899" y="1324"/>
                <a:chExt cx="633" cy="403"/>
              </a:xfrm>
            </p:grpSpPr>
            <p:sp>
              <p:nvSpPr>
                <p:cNvPr id="38071" name="Rectangle 25">
                  <a:extLst>
                    <a:ext uri="{FF2B5EF4-FFF2-40B4-BE49-F238E27FC236}">
                      <a16:creationId xmlns="" xmlns:a16="http://schemas.microsoft.com/office/drawing/2014/main" id="{3C107DEA-8E41-45BC-8609-CA925A9751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42" y="1324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000" b="1">
                      <a:solidFill>
                        <a:srgbClr val="0000FF"/>
                      </a:solidFill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42%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072" name="Rectangle 135">
                  <a:extLst>
                    <a:ext uri="{FF2B5EF4-FFF2-40B4-BE49-F238E27FC236}">
                      <a16:creationId xmlns="" xmlns:a16="http://schemas.microsoft.com/office/drawing/2014/main" id="{3A5FA8D0-5E38-4D88-92BB-6035E8FE6F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99" y="1324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14" name="Group 142">
              <a:extLst>
                <a:ext uri="{FF2B5EF4-FFF2-40B4-BE49-F238E27FC236}">
                  <a16:creationId xmlns="" xmlns:a16="http://schemas.microsoft.com/office/drawing/2014/main" id="{C3005CF5-789B-4A63-A7AD-0DF877529F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32" y="1324"/>
              <a:ext cx="633" cy="403"/>
              <a:chOff x="2532" y="1324"/>
              <a:chExt cx="633" cy="403"/>
            </a:xfrm>
          </p:grpSpPr>
          <p:sp>
            <p:nvSpPr>
              <p:cNvPr id="38065" name="Rectangle 141">
                <a:extLst>
                  <a:ext uri="{FF2B5EF4-FFF2-40B4-BE49-F238E27FC236}">
                    <a16:creationId xmlns="" xmlns:a16="http://schemas.microsoft.com/office/drawing/2014/main" id="{C101801A-B0A7-4AC2-AE49-C031744E03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32" y="1324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066" name="Group 140">
                <a:extLst>
                  <a:ext uri="{FF2B5EF4-FFF2-40B4-BE49-F238E27FC236}">
                    <a16:creationId xmlns="" xmlns:a16="http://schemas.microsoft.com/office/drawing/2014/main" id="{E18B6901-4585-4954-AC4C-F9E1332588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32" y="1324"/>
                <a:ext cx="633" cy="403"/>
                <a:chOff x="2532" y="1324"/>
                <a:chExt cx="633" cy="403"/>
              </a:xfrm>
            </p:grpSpPr>
            <p:sp>
              <p:nvSpPr>
                <p:cNvPr id="38067" name="Rectangle 26">
                  <a:extLst>
                    <a:ext uri="{FF2B5EF4-FFF2-40B4-BE49-F238E27FC236}">
                      <a16:creationId xmlns="" xmlns:a16="http://schemas.microsoft.com/office/drawing/2014/main" id="{C924B72E-550F-4AFE-8F51-9516557258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75" y="1324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32%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068" name="Rectangle 139">
                  <a:extLst>
                    <a:ext uri="{FF2B5EF4-FFF2-40B4-BE49-F238E27FC236}">
                      <a16:creationId xmlns="" xmlns:a16="http://schemas.microsoft.com/office/drawing/2014/main" id="{D6016CC8-3180-40A8-B8D0-F2995FA415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32" y="1324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15" name="Group 146">
              <a:extLst>
                <a:ext uri="{FF2B5EF4-FFF2-40B4-BE49-F238E27FC236}">
                  <a16:creationId xmlns="" xmlns:a16="http://schemas.microsoft.com/office/drawing/2014/main" id="{05F8BAB2-746F-4665-AAFB-395C6044E2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5" y="1324"/>
              <a:ext cx="633" cy="403"/>
              <a:chOff x="3165" y="1324"/>
              <a:chExt cx="633" cy="403"/>
            </a:xfrm>
          </p:grpSpPr>
          <p:sp>
            <p:nvSpPr>
              <p:cNvPr id="38061" name="Rectangle 145">
                <a:extLst>
                  <a:ext uri="{FF2B5EF4-FFF2-40B4-BE49-F238E27FC236}">
                    <a16:creationId xmlns="" xmlns:a16="http://schemas.microsoft.com/office/drawing/2014/main" id="{052A94D7-268C-4196-80F8-BAEA81E5BE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5" y="1324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062" name="Group 144">
                <a:extLst>
                  <a:ext uri="{FF2B5EF4-FFF2-40B4-BE49-F238E27FC236}">
                    <a16:creationId xmlns="" xmlns:a16="http://schemas.microsoft.com/office/drawing/2014/main" id="{7AEA7AB1-227B-4C43-849C-859152B9C7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5" y="1324"/>
                <a:ext cx="633" cy="403"/>
                <a:chOff x="3165" y="1324"/>
                <a:chExt cx="633" cy="403"/>
              </a:xfrm>
            </p:grpSpPr>
            <p:sp>
              <p:nvSpPr>
                <p:cNvPr id="38063" name="Rectangle 27">
                  <a:extLst>
                    <a:ext uri="{FF2B5EF4-FFF2-40B4-BE49-F238E27FC236}">
                      <a16:creationId xmlns="" xmlns:a16="http://schemas.microsoft.com/office/drawing/2014/main" id="{16BBF38C-72EF-4C63-A328-2555F03E4A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08" y="1324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33%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064" name="Rectangle 143">
                  <a:extLst>
                    <a:ext uri="{FF2B5EF4-FFF2-40B4-BE49-F238E27FC236}">
                      <a16:creationId xmlns="" xmlns:a16="http://schemas.microsoft.com/office/drawing/2014/main" id="{E706D00F-83F3-4E78-84CA-8D3A38051C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5" y="1324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16" name="Group 150">
              <a:extLst>
                <a:ext uri="{FF2B5EF4-FFF2-40B4-BE49-F238E27FC236}">
                  <a16:creationId xmlns="" xmlns:a16="http://schemas.microsoft.com/office/drawing/2014/main" id="{8596D906-A011-45E5-8E63-7ECFBF6B4D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8" y="1324"/>
              <a:ext cx="633" cy="403"/>
              <a:chOff x="3798" y="1324"/>
              <a:chExt cx="633" cy="403"/>
            </a:xfrm>
          </p:grpSpPr>
          <p:sp>
            <p:nvSpPr>
              <p:cNvPr id="38057" name="Rectangle 149">
                <a:extLst>
                  <a:ext uri="{FF2B5EF4-FFF2-40B4-BE49-F238E27FC236}">
                    <a16:creationId xmlns="" xmlns:a16="http://schemas.microsoft.com/office/drawing/2014/main" id="{8A961857-3585-4049-8597-EB6050AB9B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1324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058" name="Group 148">
                <a:extLst>
                  <a:ext uri="{FF2B5EF4-FFF2-40B4-BE49-F238E27FC236}">
                    <a16:creationId xmlns="" xmlns:a16="http://schemas.microsoft.com/office/drawing/2014/main" id="{2BE1CADF-76B1-4638-B901-AB7256DEBF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98" y="1324"/>
                <a:ext cx="633" cy="403"/>
                <a:chOff x="3798" y="1324"/>
                <a:chExt cx="633" cy="403"/>
              </a:xfrm>
            </p:grpSpPr>
            <p:sp>
              <p:nvSpPr>
                <p:cNvPr id="38059" name="Rectangle 28">
                  <a:extLst>
                    <a:ext uri="{FF2B5EF4-FFF2-40B4-BE49-F238E27FC236}">
                      <a16:creationId xmlns="" xmlns:a16="http://schemas.microsoft.com/office/drawing/2014/main" id="{D2F9F02D-FECD-4B41-904E-FEAE60E898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41" y="1324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26%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060" name="Rectangle 147">
                  <a:extLst>
                    <a:ext uri="{FF2B5EF4-FFF2-40B4-BE49-F238E27FC236}">
                      <a16:creationId xmlns="" xmlns:a16="http://schemas.microsoft.com/office/drawing/2014/main" id="{AD5F05A0-E91E-4043-A125-B68C8F6E5A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8" y="1324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17" name="Group 154">
              <a:extLst>
                <a:ext uri="{FF2B5EF4-FFF2-40B4-BE49-F238E27FC236}">
                  <a16:creationId xmlns="" xmlns:a16="http://schemas.microsoft.com/office/drawing/2014/main" id="{9319B174-D8BE-4E6D-AA67-F4E2EC160C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727"/>
              <a:ext cx="633" cy="403"/>
              <a:chOff x="0" y="1727"/>
              <a:chExt cx="633" cy="403"/>
            </a:xfrm>
          </p:grpSpPr>
          <p:sp>
            <p:nvSpPr>
              <p:cNvPr id="38053" name="Rectangle 153">
                <a:extLst>
                  <a:ext uri="{FF2B5EF4-FFF2-40B4-BE49-F238E27FC236}">
                    <a16:creationId xmlns="" xmlns:a16="http://schemas.microsoft.com/office/drawing/2014/main" id="{A056BCE9-DDF2-4FD0-AB60-9E5624731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727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054" name="Group 152">
                <a:extLst>
                  <a:ext uri="{FF2B5EF4-FFF2-40B4-BE49-F238E27FC236}">
                    <a16:creationId xmlns="" xmlns:a16="http://schemas.microsoft.com/office/drawing/2014/main" id="{64A75BE6-4979-47AC-B3AE-B91C9A2FB1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727"/>
                <a:ext cx="633" cy="403"/>
                <a:chOff x="0" y="1727"/>
                <a:chExt cx="633" cy="403"/>
              </a:xfrm>
            </p:grpSpPr>
            <p:sp>
              <p:nvSpPr>
                <p:cNvPr id="38055" name="Rectangle 29">
                  <a:extLst>
                    <a:ext uri="{FF2B5EF4-FFF2-40B4-BE49-F238E27FC236}">
                      <a16:creationId xmlns="" xmlns:a16="http://schemas.microsoft.com/office/drawing/2014/main" id="{B7DD70C4-EDCA-4B4F-B930-1CD4A144B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727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 b="1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CALL</a:t>
                  </a: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056" name="Rectangle 151">
                  <a:extLst>
                    <a:ext uri="{FF2B5EF4-FFF2-40B4-BE49-F238E27FC236}">
                      <a16:creationId xmlns="" xmlns:a16="http://schemas.microsoft.com/office/drawing/2014/main" id="{C745A84A-749E-40D8-8419-E3E7F60624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727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18" name="Group 158">
              <a:extLst>
                <a:ext uri="{FF2B5EF4-FFF2-40B4-BE49-F238E27FC236}">
                  <a16:creationId xmlns="" xmlns:a16="http://schemas.microsoft.com/office/drawing/2014/main" id="{F655D7C3-9E92-455A-98E7-FBEE63A319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3" y="1727"/>
              <a:ext cx="633" cy="403"/>
              <a:chOff x="633" y="1727"/>
              <a:chExt cx="633" cy="403"/>
            </a:xfrm>
          </p:grpSpPr>
          <p:sp>
            <p:nvSpPr>
              <p:cNvPr id="38049" name="Rectangle 157">
                <a:extLst>
                  <a:ext uri="{FF2B5EF4-FFF2-40B4-BE49-F238E27FC236}">
                    <a16:creationId xmlns="" xmlns:a16="http://schemas.microsoft.com/office/drawing/2014/main" id="{504AA560-C183-4F93-8507-7DF4BF6E19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1727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050" name="Group 156">
                <a:extLst>
                  <a:ext uri="{FF2B5EF4-FFF2-40B4-BE49-F238E27FC236}">
                    <a16:creationId xmlns="" xmlns:a16="http://schemas.microsoft.com/office/drawing/2014/main" id="{C687B763-3AC8-4149-86E9-8C2321E738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3" y="1727"/>
                <a:ext cx="633" cy="403"/>
                <a:chOff x="633" y="1727"/>
                <a:chExt cx="633" cy="403"/>
              </a:xfrm>
            </p:grpSpPr>
            <p:sp>
              <p:nvSpPr>
                <p:cNvPr id="38051" name="Rectangle 30">
                  <a:extLst>
                    <a:ext uri="{FF2B5EF4-FFF2-40B4-BE49-F238E27FC236}">
                      <a16:creationId xmlns="" xmlns:a16="http://schemas.microsoft.com/office/drawing/2014/main" id="{B9464E71-D614-4375-A274-D4B1E17F11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6" y="1727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15%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052" name="Rectangle 155">
                  <a:extLst>
                    <a:ext uri="{FF2B5EF4-FFF2-40B4-BE49-F238E27FC236}">
                      <a16:creationId xmlns="" xmlns:a16="http://schemas.microsoft.com/office/drawing/2014/main" id="{CC658010-CB4D-4D0D-95FB-A6EBAEF577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3" y="1727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19" name="Group 162">
              <a:extLst>
                <a:ext uri="{FF2B5EF4-FFF2-40B4-BE49-F238E27FC236}">
                  <a16:creationId xmlns="" xmlns:a16="http://schemas.microsoft.com/office/drawing/2014/main" id="{FBD7431E-B44C-4097-A0A3-83DAB684C9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66" y="1727"/>
              <a:ext cx="633" cy="403"/>
              <a:chOff x="1266" y="1727"/>
              <a:chExt cx="633" cy="403"/>
            </a:xfrm>
          </p:grpSpPr>
          <p:sp>
            <p:nvSpPr>
              <p:cNvPr id="38045" name="Rectangle 161">
                <a:extLst>
                  <a:ext uri="{FF2B5EF4-FFF2-40B4-BE49-F238E27FC236}">
                    <a16:creationId xmlns="" xmlns:a16="http://schemas.microsoft.com/office/drawing/2014/main" id="{DD6F970B-6BF1-4EA2-A5EE-8723CA7B36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6" y="1727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046" name="Group 160">
                <a:extLst>
                  <a:ext uri="{FF2B5EF4-FFF2-40B4-BE49-F238E27FC236}">
                    <a16:creationId xmlns="" xmlns:a16="http://schemas.microsoft.com/office/drawing/2014/main" id="{BA86B0AA-2FC9-4D91-A489-E8188477B5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66" y="1727"/>
                <a:ext cx="633" cy="403"/>
                <a:chOff x="1266" y="1727"/>
                <a:chExt cx="633" cy="403"/>
              </a:xfrm>
            </p:grpSpPr>
            <p:sp>
              <p:nvSpPr>
                <p:cNvPr id="38047" name="Rectangle 31">
                  <a:extLst>
                    <a:ext uri="{FF2B5EF4-FFF2-40B4-BE49-F238E27FC236}">
                      <a16:creationId xmlns="" xmlns:a16="http://schemas.microsoft.com/office/drawing/2014/main" id="{1205C708-2BF8-4822-8E42-3EF5DB6AC8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9" y="1727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12%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048" name="Rectangle 159">
                  <a:extLst>
                    <a:ext uri="{FF2B5EF4-FFF2-40B4-BE49-F238E27FC236}">
                      <a16:creationId xmlns="" xmlns:a16="http://schemas.microsoft.com/office/drawing/2014/main" id="{CB6E0401-3F00-46A3-A81E-09C72B07F8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66" y="1727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20" name="Group 166">
              <a:extLst>
                <a:ext uri="{FF2B5EF4-FFF2-40B4-BE49-F238E27FC236}">
                  <a16:creationId xmlns="" xmlns:a16="http://schemas.microsoft.com/office/drawing/2014/main" id="{4E083804-C35D-4970-8F10-7B38486287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99" y="1727"/>
              <a:ext cx="633" cy="403"/>
              <a:chOff x="1899" y="1727"/>
              <a:chExt cx="633" cy="403"/>
            </a:xfrm>
          </p:grpSpPr>
          <p:sp>
            <p:nvSpPr>
              <p:cNvPr id="38041" name="Rectangle 165">
                <a:extLst>
                  <a:ext uri="{FF2B5EF4-FFF2-40B4-BE49-F238E27FC236}">
                    <a16:creationId xmlns="" xmlns:a16="http://schemas.microsoft.com/office/drawing/2014/main" id="{1DDC0FA6-04C0-4BAA-A8C4-6402D9D698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9" y="1727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042" name="Group 164">
                <a:extLst>
                  <a:ext uri="{FF2B5EF4-FFF2-40B4-BE49-F238E27FC236}">
                    <a16:creationId xmlns="" xmlns:a16="http://schemas.microsoft.com/office/drawing/2014/main" id="{ECF23E45-CCE5-4460-B04B-346D32F955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99" y="1727"/>
                <a:ext cx="633" cy="403"/>
                <a:chOff x="1899" y="1727"/>
                <a:chExt cx="633" cy="403"/>
              </a:xfrm>
            </p:grpSpPr>
            <p:sp>
              <p:nvSpPr>
                <p:cNvPr id="38043" name="Rectangle 32">
                  <a:extLst>
                    <a:ext uri="{FF2B5EF4-FFF2-40B4-BE49-F238E27FC236}">
                      <a16:creationId xmlns="" xmlns:a16="http://schemas.microsoft.com/office/drawing/2014/main" id="{BE1CCAB4-A286-4F49-B3C5-60A6076827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42" y="1727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31%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044" name="Rectangle 163">
                  <a:extLst>
                    <a:ext uri="{FF2B5EF4-FFF2-40B4-BE49-F238E27FC236}">
                      <a16:creationId xmlns="" xmlns:a16="http://schemas.microsoft.com/office/drawing/2014/main" id="{13FFE615-DC08-4E7E-8CEC-402581D97C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99" y="1727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21" name="Group 170">
              <a:extLst>
                <a:ext uri="{FF2B5EF4-FFF2-40B4-BE49-F238E27FC236}">
                  <a16:creationId xmlns="" xmlns:a16="http://schemas.microsoft.com/office/drawing/2014/main" id="{86C9F481-B60D-4226-A3BD-6A70373822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32" y="1727"/>
              <a:ext cx="633" cy="403"/>
              <a:chOff x="2532" y="1727"/>
              <a:chExt cx="633" cy="403"/>
            </a:xfrm>
          </p:grpSpPr>
          <p:sp>
            <p:nvSpPr>
              <p:cNvPr id="38037" name="Rectangle 169">
                <a:extLst>
                  <a:ext uri="{FF2B5EF4-FFF2-40B4-BE49-F238E27FC236}">
                    <a16:creationId xmlns="" xmlns:a16="http://schemas.microsoft.com/office/drawing/2014/main" id="{F7A9AE71-F50A-49AC-82CD-2E80BADC8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32" y="1727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038" name="Group 168">
                <a:extLst>
                  <a:ext uri="{FF2B5EF4-FFF2-40B4-BE49-F238E27FC236}">
                    <a16:creationId xmlns="" xmlns:a16="http://schemas.microsoft.com/office/drawing/2014/main" id="{E46E9CF4-50EA-45A9-A86E-13F75ABC2A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32" y="1727"/>
                <a:ext cx="633" cy="403"/>
                <a:chOff x="2532" y="1727"/>
                <a:chExt cx="633" cy="403"/>
              </a:xfrm>
            </p:grpSpPr>
            <p:sp>
              <p:nvSpPr>
                <p:cNvPr id="38039" name="Rectangle 33">
                  <a:extLst>
                    <a:ext uri="{FF2B5EF4-FFF2-40B4-BE49-F238E27FC236}">
                      <a16:creationId xmlns="" xmlns:a16="http://schemas.microsoft.com/office/drawing/2014/main" id="{9B54727F-FBB6-4D97-AFBE-377FB00843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75" y="1727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000" b="1">
                      <a:solidFill>
                        <a:srgbClr val="0000FF"/>
                      </a:solidFill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33%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040" name="Rectangle 167">
                  <a:extLst>
                    <a:ext uri="{FF2B5EF4-FFF2-40B4-BE49-F238E27FC236}">
                      <a16:creationId xmlns="" xmlns:a16="http://schemas.microsoft.com/office/drawing/2014/main" id="{D3CFF73E-06C6-4C2A-97FD-0A78E74E4D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32" y="1727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22" name="Group 174">
              <a:extLst>
                <a:ext uri="{FF2B5EF4-FFF2-40B4-BE49-F238E27FC236}">
                  <a16:creationId xmlns="" xmlns:a16="http://schemas.microsoft.com/office/drawing/2014/main" id="{D7B4025F-1FA2-4CB8-BB6B-5F262F9627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5" y="1727"/>
              <a:ext cx="633" cy="403"/>
              <a:chOff x="3165" y="1727"/>
              <a:chExt cx="633" cy="403"/>
            </a:xfrm>
          </p:grpSpPr>
          <p:sp>
            <p:nvSpPr>
              <p:cNvPr id="38033" name="Rectangle 173">
                <a:extLst>
                  <a:ext uri="{FF2B5EF4-FFF2-40B4-BE49-F238E27FC236}">
                    <a16:creationId xmlns="" xmlns:a16="http://schemas.microsoft.com/office/drawing/2014/main" id="{F6A80FEB-5678-423C-9BF1-EAC928D208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5" y="1727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034" name="Group 172">
                <a:extLst>
                  <a:ext uri="{FF2B5EF4-FFF2-40B4-BE49-F238E27FC236}">
                    <a16:creationId xmlns="" xmlns:a16="http://schemas.microsoft.com/office/drawing/2014/main" id="{6FC7A64F-B3A8-4F96-8A9B-3D0517EBCE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5" y="1727"/>
                <a:ext cx="633" cy="403"/>
                <a:chOff x="3165" y="1727"/>
                <a:chExt cx="633" cy="403"/>
              </a:xfrm>
            </p:grpSpPr>
            <p:sp>
              <p:nvSpPr>
                <p:cNvPr id="38035" name="Rectangle 34">
                  <a:extLst>
                    <a:ext uri="{FF2B5EF4-FFF2-40B4-BE49-F238E27FC236}">
                      <a16:creationId xmlns="" xmlns:a16="http://schemas.microsoft.com/office/drawing/2014/main" id="{F2C8F152-F77A-468D-883C-A9C3215676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08" y="1727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000" b="1">
                      <a:solidFill>
                        <a:srgbClr val="FF0000"/>
                      </a:solidFill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44%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036" name="Rectangle 171">
                  <a:extLst>
                    <a:ext uri="{FF2B5EF4-FFF2-40B4-BE49-F238E27FC236}">
                      <a16:creationId xmlns="" xmlns:a16="http://schemas.microsoft.com/office/drawing/2014/main" id="{A209DE5D-5722-4AB5-ADA2-0C70840F1B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5" y="1727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23" name="Group 178">
              <a:extLst>
                <a:ext uri="{FF2B5EF4-FFF2-40B4-BE49-F238E27FC236}">
                  <a16:creationId xmlns="" xmlns:a16="http://schemas.microsoft.com/office/drawing/2014/main" id="{28BE0144-4F61-4E3C-9750-2A28394C9B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8" y="1727"/>
              <a:ext cx="633" cy="403"/>
              <a:chOff x="3798" y="1727"/>
              <a:chExt cx="633" cy="403"/>
            </a:xfrm>
          </p:grpSpPr>
          <p:sp>
            <p:nvSpPr>
              <p:cNvPr id="38029" name="Rectangle 177">
                <a:extLst>
                  <a:ext uri="{FF2B5EF4-FFF2-40B4-BE49-F238E27FC236}">
                    <a16:creationId xmlns="" xmlns:a16="http://schemas.microsoft.com/office/drawing/2014/main" id="{D3948C86-B100-4BE4-9404-5B18CD55F1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1727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030" name="Group 176">
                <a:extLst>
                  <a:ext uri="{FF2B5EF4-FFF2-40B4-BE49-F238E27FC236}">
                    <a16:creationId xmlns="" xmlns:a16="http://schemas.microsoft.com/office/drawing/2014/main" id="{2A8BA090-D7B7-4B69-BDA9-E9073D2191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98" y="1727"/>
                <a:ext cx="633" cy="403"/>
                <a:chOff x="3798" y="1727"/>
                <a:chExt cx="633" cy="403"/>
              </a:xfrm>
            </p:grpSpPr>
            <p:sp>
              <p:nvSpPr>
                <p:cNvPr id="38031" name="Rectangle 35">
                  <a:extLst>
                    <a:ext uri="{FF2B5EF4-FFF2-40B4-BE49-F238E27FC236}">
                      <a16:creationId xmlns="" xmlns:a16="http://schemas.microsoft.com/office/drawing/2014/main" id="{164D2558-AC51-4E6A-AA67-6BFC40DF17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41" y="1727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000" b="1">
                      <a:solidFill>
                        <a:srgbClr val="FF0000"/>
                      </a:solidFill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45%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032" name="Rectangle 175">
                  <a:extLst>
                    <a:ext uri="{FF2B5EF4-FFF2-40B4-BE49-F238E27FC236}">
                      <a16:creationId xmlns="" xmlns:a16="http://schemas.microsoft.com/office/drawing/2014/main" id="{2C5D0DB2-4B74-4426-8211-0AB8248D06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8" y="1727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24" name="Group 182">
              <a:extLst>
                <a:ext uri="{FF2B5EF4-FFF2-40B4-BE49-F238E27FC236}">
                  <a16:creationId xmlns="" xmlns:a16="http://schemas.microsoft.com/office/drawing/2014/main" id="{17E5FB16-EF69-4830-A5CF-6EEC22782D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2130"/>
              <a:ext cx="633" cy="403"/>
              <a:chOff x="0" y="2130"/>
              <a:chExt cx="633" cy="403"/>
            </a:xfrm>
          </p:grpSpPr>
          <p:sp>
            <p:nvSpPr>
              <p:cNvPr id="38025" name="Rectangle 181">
                <a:extLst>
                  <a:ext uri="{FF2B5EF4-FFF2-40B4-BE49-F238E27FC236}">
                    <a16:creationId xmlns="" xmlns:a16="http://schemas.microsoft.com/office/drawing/2014/main" id="{D5F7862A-B84B-438B-9550-78C39A0722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130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026" name="Group 180">
                <a:extLst>
                  <a:ext uri="{FF2B5EF4-FFF2-40B4-BE49-F238E27FC236}">
                    <a16:creationId xmlns="" xmlns:a16="http://schemas.microsoft.com/office/drawing/2014/main" id="{1F7F366A-9F74-47E4-9F88-EB48C66341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130"/>
                <a:ext cx="633" cy="403"/>
                <a:chOff x="0" y="2130"/>
                <a:chExt cx="633" cy="403"/>
              </a:xfrm>
            </p:grpSpPr>
            <p:sp>
              <p:nvSpPr>
                <p:cNvPr id="38027" name="Rectangle 36">
                  <a:extLst>
                    <a:ext uri="{FF2B5EF4-FFF2-40B4-BE49-F238E27FC236}">
                      <a16:creationId xmlns="" xmlns:a16="http://schemas.microsoft.com/office/drawing/2014/main" id="{568603BA-EE84-4B9B-B12F-9321DB6725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2130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IF</a:t>
                  </a: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028" name="Rectangle 179">
                  <a:extLst>
                    <a:ext uri="{FF2B5EF4-FFF2-40B4-BE49-F238E27FC236}">
                      <a16:creationId xmlns="" xmlns:a16="http://schemas.microsoft.com/office/drawing/2014/main" id="{6DA1792D-3297-47B7-AA85-A2F6539CD6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130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25" name="Group 186">
              <a:extLst>
                <a:ext uri="{FF2B5EF4-FFF2-40B4-BE49-F238E27FC236}">
                  <a16:creationId xmlns="" xmlns:a16="http://schemas.microsoft.com/office/drawing/2014/main" id="{CC15C867-48F7-4B32-AD71-DA3783CB04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3" y="2130"/>
              <a:ext cx="633" cy="403"/>
              <a:chOff x="633" y="2130"/>
              <a:chExt cx="633" cy="403"/>
            </a:xfrm>
          </p:grpSpPr>
          <p:sp>
            <p:nvSpPr>
              <p:cNvPr id="38021" name="Rectangle 185">
                <a:extLst>
                  <a:ext uri="{FF2B5EF4-FFF2-40B4-BE49-F238E27FC236}">
                    <a16:creationId xmlns="" xmlns:a16="http://schemas.microsoft.com/office/drawing/2014/main" id="{197347F9-D4BC-4A39-86C3-E545A96C1D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130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022" name="Group 184">
                <a:extLst>
                  <a:ext uri="{FF2B5EF4-FFF2-40B4-BE49-F238E27FC236}">
                    <a16:creationId xmlns="" xmlns:a16="http://schemas.microsoft.com/office/drawing/2014/main" id="{27B71C2E-CED6-47E9-9257-336A97D0FD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3" y="2130"/>
                <a:ext cx="633" cy="403"/>
                <a:chOff x="633" y="2130"/>
                <a:chExt cx="633" cy="403"/>
              </a:xfrm>
            </p:grpSpPr>
            <p:sp>
              <p:nvSpPr>
                <p:cNvPr id="38023" name="Rectangle 37">
                  <a:extLst>
                    <a:ext uri="{FF2B5EF4-FFF2-40B4-BE49-F238E27FC236}">
                      <a16:creationId xmlns="" xmlns:a16="http://schemas.microsoft.com/office/drawing/2014/main" id="{87D239E9-5DFF-4ABA-879B-60327F9D99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6" y="2130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29%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024" name="Rectangle 183">
                  <a:extLst>
                    <a:ext uri="{FF2B5EF4-FFF2-40B4-BE49-F238E27FC236}">
                      <a16:creationId xmlns="" xmlns:a16="http://schemas.microsoft.com/office/drawing/2014/main" id="{C8BFC07F-52BD-4663-B762-C8A4BE2A37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3" y="2130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26" name="Group 190">
              <a:extLst>
                <a:ext uri="{FF2B5EF4-FFF2-40B4-BE49-F238E27FC236}">
                  <a16:creationId xmlns="" xmlns:a16="http://schemas.microsoft.com/office/drawing/2014/main" id="{1606A21C-BC4B-4AE1-ACF1-E8C0F740BD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66" y="2130"/>
              <a:ext cx="633" cy="403"/>
              <a:chOff x="1266" y="2130"/>
              <a:chExt cx="633" cy="403"/>
            </a:xfrm>
          </p:grpSpPr>
          <p:sp>
            <p:nvSpPr>
              <p:cNvPr id="38017" name="Rectangle 189">
                <a:extLst>
                  <a:ext uri="{FF2B5EF4-FFF2-40B4-BE49-F238E27FC236}">
                    <a16:creationId xmlns="" xmlns:a16="http://schemas.microsoft.com/office/drawing/2014/main" id="{C7398E36-D67E-4A78-AC30-74B1C8DE0D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6" y="2130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018" name="Group 188">
                <a:extLst>
                  <a:ext uri="{FF2B5EF4-FFF2-40B4-BE49-F238E27FC236}">
                    <a16:creationId xmlns="" xmlns:a16="http://schemas.microsoft.com/office/drawing/2014/main" id="{15CBCA1F-08B1-4829-987C-F605D95735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66" y="2130"/>
                <a:ext cx="633" cy="403"/>
                <a:chOff x="1266" y="2130"/>
                <a:chExt cx="633" cy="403"/>
              </a:xfrm>
            </p:grpSpPr>
            <p:sp>
              <p:nvSpPr>
                <p:cNvPr id="38019" name="Rectangle 38">
                  <a:extLst>
                    <a:ext uri="{FF2B5EF4-FFF2-40B4-BE49-F238E27FC236}">
                      <a16:creationId xmlns="" xmlns:a16="http://schemas.microsoft.com/office/drawing/2014/main" id="{C1976E50-E134-4791-8D79-EAA4057FC5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9" y="2130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43%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020" name="Rectangle 187">
                  <a:extLst>
                    <a:ext uri="{FF2B5EF4-FFF2-40B4-BE49-F238E27FC236}">
                      <a16:creationId xmlns="" xmlns:a16="http://schemas.microsoft.com/office/drawing/2014/main" id="{2CBE7BE1-B2B7-469D-A02F-4DDB733A49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66" y="2130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27" name="Group 194">
              <a:extLst>
                <a:ext uri="{FF2B5EF4-FFF2-40B4-BE49-F238E27FC236}">
                  <a16:creationId xmlns="" xmlns:a16="http://schemas.microsoft.com/office/drawing/2014/main" id="{5560E7D3-2357-4CE3-A3EC-063902DC3A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99" y="2130"/>
              <a:ext cx="633" cy="403"/>
              <a:chOff x="1899" y="2130"/>
              <a:chExt cx="633" cy="403"/>
            </a:xfrm>
          </p:grpSpPr>
          <p:sp>
            <p:nvSpPr>
              <p:cNvPr id="38013" name="Rectangle 193">
                <a:extLst>
                  <a:ext uri="{FF2B5EF4-FFF2-40B4-BE49-F238E27FC236}">
                    <a16:creationId xmlns="" xmlns:a16="http://schemas.microsoft.com/office/drawing/2014/main" id="{9D7F1062-B59A-4F3F-A7A1-2EA0D8A547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9" y="2130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014" name="Group 192">
                <a:extLst>
                  <a:ext uri="{FF2B5EF4-FFF2-40B4-BE49-F238E27FC236}">
                    <a16:creationId xmlns="" xmlns:a16="http://schemas.microsoft.com/office/drawing/2014/main" id="{EE387E0A-02B2-422A-8714-63F91F2FF5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99" y="2130"/>
                <a:ext cx="633" cy="403"/>
                <a:chOff x="1899" y="2130"/>
                <a:chExt cx="633" cy="403"/>
              </a:xfrm>
            </p:grpSpPr>
            <p:sp>
              <p:nvSpPr>
                <p:cNvPr id="38015" name="Rectangle 39">
                  <a:extLst>
                    <a:ext uri="{FF2B5EF4-FFF2-40B4-BE49-F238E27FC236}">
                      <a16:creationId xmlns="" xmlns:a16="http://schemas.microsoft.com/office/drawing/2014/main" id="{73E0EECF-05A0-45F3-BDFA-5CA279CA29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42" y="2130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11%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016" name="Rectangle 191">
                  <a:extLst>
                    <a:ext uri="{FF2B5EF4-FFF2-40B4-BE49-F238E27FC236}">
                      <a16:creationId xmlns="" xmlns:a16="http://schemas.microsoft.com/office/drawing/2014/main" id="{DD10575F-258D-4666-813C-3FE131170F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99" y="2130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28" name="Group 198">
              <a:extLst>
                <a:ext uri="{FF2B5EF4-FFF2-40B4-BE49-F238E27FC236}">
                  <a16:creationId xmlns="" xmlns:a16="http://schemas.microsoft.com/office/drawing/2014/main" id="{7C03ACDD-E571-4C29-9B44-0A04E61FA4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32" y="2130"/>
              <a:ext cx="633" cy="403"/>
              <a:chOff x="2532" y="2130"/>
              <a:chExt cx="633" cy="403"/>
            </a:xfrm>
          </p:grpSpPr>
          <p:sp>
            <p:nvSpPr>
              <p:cNvPr id="38009" name="Rectangle 197">
                <a:extLst>
                  <a:ext uri="{FF2B5EF4-FFF2-40B4-BE49-F238E27FC236}">
                    <a16:creationId xmlns="" xmlns:a16="http://schemas.microsoft.com/office/drawing/2014/main" id="{469F43B9-6C50-4EE5-8884-ECE62AEB84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32" y="2130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010" name="Group 196">
                <a:extLst>
                  <a:ext uri="{FF2B5EF4-FFF2-40B4-BE49-F238E27FC236}">
                    <a16:creationId xmlns="" xmlns:a16="http://schemas.microsoft.com/office/drawing/2014/main" id="{FEE976A9-D109-4F21-97E1-BFC09F9319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32" y="2130"/>
                <a:ext cx="633" cy="403"/>
                <a:chOff x="2532" y="2130"/>
                <a:chExt cx="633" cy="403"/>
              </a:xfrm>
            </p:grpSpPr>
            <p:sp>
              <p:nvSpPr>
                <p:cNvPr id="38011" name="Rectangle 40">
                  <a:extLst>
                    <a:ext uri="{FF2B5EF4-FFF2-40B4-BE49-F238E27FC236}">
                      <a16:creationId xmlns="" xmlns:a16="http://schemas.microsoft.com/office/drawing/2014/main" id="{7C02B7BB-ADC5-48AB-B179-10804E086F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75" y="2130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21%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012" name="Rectangle 195">
                  <a:extLst>
                    <a:ext uri="{FF2B5EF4-FFF2-40B4-BE49-F238E27FC236}">
                      <a16:creationId xmlns="" xmlns:a16="http://schemas.microsoft.com/office/drawing/2014/main" id="{8A3B3B97-5FC9-4F51-BA17-E2562A8D96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32" y="2130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29" name="Group 202">
              <a:extLst>
                <a:ext uri="{FF2B5EF4-FFF2-40B4-BE49-F238E27FC236}">
                  <a16:creationId xmlns="" xmlns:a16="http://schemas.microsoft.com/office/drawing/2014/main" id="{B8743571-32A8-4EDA-A09F-C472030DEB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5" y="2130"/>
              <a:ext cx="633" cy="403"/>
              <a:chOff x="3165" y="2130"/>
              <a:chExt cx="633" cy="403"/>
            </a:xfrm>
          </p:grpSpPr>
          <p:sp>
            <p:nvSpPr>
              <p:cNvPr id="38005" name="Rectangle 201">
                <a:extLst>
                  <a:ext uri="{FF2B5EF4-FFF2-40B4-BE49-F238E27FC236}">
                    <a16:creationId xmlns="" xmlns:a16="http://schemas.microsoft.com/office/drawing/2014/main" id="{D5F86BE4-CFD7-4D48-A179-2DA85D4206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5" y="2130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006" name="Group 200">
                <a:extLst>
                  <a:ext uri="{FF2B5EF4-FFF2-40B4-BE49-F238E27FC236}">
                    <a16:creationId xmlns="" xmlns:a16="http://schemas.microsoft.com/office/drawing/2014/main" id="{BB7E49C3-008D-4189-8753-A6BDC6D06F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5" y="2130"/>
                <a:ext cx="633" cy="403"/>
                <a:chOff x="3165" y="2130"/>
                <a:chExt cx="633" cy="403"/>
              </a:xfrm>
            </p:grpSpPr>
            <p:sp>
              <p:nvSpPr>
                <p:cNvPr id="38007" name="Rectangle 41">
                  <a:extLst>
                    <a:ext uri="{FF2B5EF4-FFF2-40B4-BE49-F238E27FC236}">
                      <a16:creationId xmlns="" xmlns:a16="http://schemas.microsoft.com/office/drawing/2014/main" id="{7BE586A1-AECD-460C-A65C-344A8101A5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08" y="2130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7%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008" name="Rectangle 199">
                  <a:extLst>
                    <a:ext uri="{FF2B5EF4-FFF2-40B4-BE49-F238E27FC236}">
                      <a16:creationId xmlns="" xmlns:a16="http://schemas.microsoft.com/office/drawing/2014/main" id="{7E9846C5-D962-4391-86DA-663BC8E38F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5" y="2130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30" name="Group 206">
              <a:extLst>
                <a:ext uri="{FF2B5EF4-FFF2-40B4-BE49-F238E27FC236}">
                  <a16:creationId xmlns="" xmlns:a16="http://schemas.microsoft.com/office/drawing/2014/main" id="{19E3A4FC-D90C-4601-97D4-F4BD6E1E3E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8" y="2130"/>
              <a:ext cx="633" cy="403"/>
              <a:chOff x="3798" y="2130"/>
              <a:chExt cx="633" cy="403"/>
            </a:xfrm>
          </p:grpSpPr>
          <p:sp>
            <p:nvSpPr>
              <p:cNvPr id="38001" name="Rectangle 205">
                <a:extLst>
                  <a:ext uri="{FF2B5EF4-FFF2-40B4-BE49-F238E27FC236}">
                    <a16:creationId xmlns="" xmlns:a16="http://schemas.microsoft.com/office/drawing/2014/main" id="{0493D480-9733-437C-8002-8D4EAE2E16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130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002" name="Group 204">
                <a:extLst>
                  <a:ext uri="{FF2B5EF4-FFF2-40B4-BE49-F238E27FC236}">
                    <a16:creationId xmlns="" xmlns:a16="http://schemas.microsoft.com/office/drawing/2014/main" id="{DA8B35DF-42BB-4429-A96D-9A8011E8F0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98" y="2130"/>
                <a:ext cx="633" cy="403"/>
                <a:chOff x="3798" y="2130"/>
                <a:chExt cx="633" cy="403"/>
              </a:xfrm>
            </p:grpSpPr>
            <p:sp>
              <p:nvSpPr>
                <p:cNvPr id="38003" name="Rectangle 42">
                  <a:extLst>
                    <a:ext uri="{FF2B5EF4-FFF2-40B4-BE49-F238E27FC236}">
                      <a16:creationId xmlns="" xmlns:a16="http://schemas.microsoft.com/office/drawing/2014/main" id="{DEDFE0BD-D751-4CD1-A5DB-BC72CEFDA0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41" y="2130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13%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004" name="Rectangle 203">
                  <a:extLst>
                    <a:ext uri="{FF2B5EF4-FFF2-40B4-BE49-F238E27FC236}">
                      <a16:creationId xmlns="" xmlns:a16="http://schemas.microsoft.com/office/drawing/2014/main" id="{F50A5BE8-D838-45F0-B588-C86B5BB957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8" y="2130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31" name="Group 210">
              <a:extLst>
                <a:ext uri="{FF2B5EF4-FFF2-40B4-BE49-F238E27FC236}">
                  <a16:creationId xmlns="" xmlns:a16="http://schemas.microsoft.com/office/drawing/2014/main" id="{D9D96055-DF85-43C8-BA3E-4278625FAC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2533"/>
              <a:ext cx="633" cy="403"/>
              <a:chOff x="0" y="2533"/>
              <a:chExt cx="633" cy="403"/>
            </a:xfrm>
          </p:grpSpPr>
          <p:sp>
            <p:nvSpPr>
              <p:cNvPr id="37997" name="Rectangle 209">
                <a:extLst>
                  <a:ext uri="{FF2B5EF4-FFF2-40B4-BE49-F238E27FC236}">
                    <a16:creationId xmlns="" xmlns:a16="http://schemas.microsoft.com/office/drawing/2014/main" id="{38E8EC4B-9627-454E-ADCD-92DCCC222B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533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7998" name="Group 208">
                <a:extLst>
                  <a:ext uri="{FF2B5EF4-FFF2-40B4-BE49-F238E27FC236}">
                    <a16:creationId xmlns="" xmlns:a16="http://schemas.microsoft.com/office/drawing/2014/main" id="{620487D0-3E63-4213-94D9-E058F64A79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533"/>
                <a:ext cx="633" cy="403"/>
                <a:chOff x="0" y="2533"/>
                <a:chExt cx="633" cy="403"/>
              </a:xfrm>
            </p:grpSpPr>
            <p:sp>
              <p:nvSpPr>
                <p:cNvPr id="37999" name="Rectangle 43">
                  <a:extLst>
                    <a:ext uri="{FF2B5EF4-FFF2-40B4-BE49-F238E27FC236}">
                      <a16:creationId xmlns="" xmlns:a16="http://schemas.microsoft.com/office/drawing/2014/main" id="{2A3C779F-ACF8-4979-85FF-89A1E9E20C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2533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GOTO</a:t>
                  </a: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000" name="Rectangle 207">
                  <a:extLst>
                    <a:ext uri="{FF2B5EF4-FFF2-40B4-BE49-F238E27FC236}">
                      <a16:creationId xmlns="" xmlns:a16="http://schemas.microsoft.com/office/drawing/2014/main" id="{52AF3A6D-9CEF-40AE-8E93-7C59D18E52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533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32" name="Group 214">
              <a:extLst>
                <a:ext uri="{FF2B5EF4-FFF2-40B4-BE49-F238E27FC236}">
                  <a16:creationId xmlns="" xmlns:a16="http://schemas.microsoft.com/office/drawing/2014/main" id="{DBCBFA21-00D3-42F8-80C8-E6C1E1B076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3" y="2533"/>
              <a:ext cx="633" cy="403"/>
              <a:chOff x="633" y="2533"/>
              <a:chExt cx="633" cy="403"/>
            </a:xfrm>
          </p:grpSpPr>
          <p:sp>
            <p:nvSpPr>
              <p:cNvPr id="37993" name="Rectangle 213">
                <a:extLst>
                  <a:ext uri="{FF2B5EF4-FFF2-40B4-BE49-F238E27FC236}">
                    <a16:creationId xmlns="" xmlns:a16="http://schemas.microsoft.com/office/drawing/2014/main" id="{3774E5C8-E302-4B6B-90A9-C66BAB4154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33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7994" name="Group 212">
                <a:extLst>
                  <a:ext uri="{FF2B5EF4-FFF2-40B4-BE49-F238E27FC236}">
                    <a16:creationId xmlns="" xmlns:a16="http://schemas.microsoft.com/office/drawing/2014/main" id="{CD706903-37FA-4FFA-A6FB-B22676BD49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3" y="2533"/>
                <a:ext cx="633" cy="403"/>
                <a:chOff x="633" y="2533"/>
                <a:chExt cx="633" cy="403"/>
              </a:xfrm>
            </p:grpSpPr>
            <p:sp>
              <p:nvSpPr>
                <p:cNvPr id="37995" name="Rectangle 44">
                  <a:extLst>
                    <a:ext uri="{FF2B5EF4-FFF2-40B4-BE49-F238E27FC236}">
                      <a16:creationId xmlns="" xmlns:a16="http://schemas.microsoft.com/office/drawing/2014/main" id="{230B727D-6F11-4813-AE3A-A6F60F59F0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6" y="2533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—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996" name="Rectangle 211">
                  <a:extLst>
                    <a:ext uri="{FF2B5EF4-FFF2-40B4-BE49-F238E27FC236}">
                      <a16:creationId xmlns="" xmlns:a16="http://schemas.microsoft.com/office/drawing/2014/main" id="{A16E5F67-66CC-427D-AF78-28EA43165C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3" y="2533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33" name="Group 218">
              <a:extLst>
                <a:ext uri="{FF2B5EF4-FFF2-40B4-BE49-F238E27FC236}">
                  <a16:creationId xmlns="" xmlns:a16="http://schemas.microsoft.com/office/drawing/2014/main" id="{51B4118F-3AF1-4979-A32D-5713C1F83A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66" y="2533"/>
              <a:ext cx="633" cy="403"/>
              <a:chOff x="1266" y="2533"/>
              <a:chExt cx="633" cy="403"/>
            </a:xfrm>
          </p:grpSpPr>
          <p:sp>
            <p:nvSpPr>
              <p:cNvPr id="37989" name="Rectangle 217">
                <a:extLst>
                  <a:ext uri="{FF2B5EF4-FFF2-40B4-BE49-F238E27FC236}">
                    <a16:creationId xmlns="" xmlns:a16="http://schemas.microsoft.com/office/drawing/2014/main" id="{5746BBD2-CFE1-4287-A8B6-AAAF313EB5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6" y="2533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7990" name="Group 216">
                <a:extLst>
                  <a:ext uri="{FF2B5EF4-FFF2-40B4-BE49-F238E27FC236}">
                    <a16:creationId xmlns="" xmlns:a16="http://schemas.microsoft.com/office/drawing/2014/main" id="{3585BF02-5F75-415B-8488-664B9003AB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66" y="2533"/>
                <a:ext cx="633" cy="403"/>
                <a:chOff x="1266" y="2533"/>
                <a:chExt cx="633" cy="403"/>
              </a:xfrm>
            </p:grpSpPr>
            <p:sp>
              <p:nvSpPr>
                <p:cNvPr id="37991" name="Rectangle 45">
                  <a:extLst>
                    <a:ext uri="{FF2B5EF4-FFF2-40B4-BE49-F238E27FC236}">
                      <a16:creationId xmlns="" xmlns:a16="http://schemas.microsoft.com/office/drawing/2014/main" id="{74DFCF12-2671-4BCA-8D66-8FEDCDC255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9" y="2533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3%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992" name="Rectangle 215">
                  <a:extLst>
                    <a:ext uri="{FF2B5EF4-FFF2-40B4-BE49-F238E27FC236}">
                      <a16:creationId xmlns="" xmlns:a16="http://schemas.microsoft.com/office/drawing/2014/main" id="{FA43F704-447E-48F6-8B13-B52B2705FF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66" y="2533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34" name="Group 222">
              <a:extLst>
                <a:ext uri="{FF2B5EF4-FFF2-40B4-BE49-F238E27FC236}">
                  <a16:creationId xmlns="" xmlns:a16="http://schemas.microsoft.com/office/drawing/2014/main" id="{39DED107-799C-4149-AE14-62FC8B2837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99" y="2533"/>
              <a:ext cx="633" cy="403"/>
              <a:chOff x="1899" y="2533"/>
              <a:chExt cx="633" cy="403"/>
            </a:xfrm>
          </p:grpSpPr>
          <p:sp>
            <p:nvSpPr>
              <p:cNvPr id="37985" name="Rectangle 221">
                <a:extLst>
                  <a:ext uri="{FF2B5EF4-FFF2-40B4-BE49-F238E27FC236}">
                    <a16:creationId xmlns="" xmlns:a16="http://schemas.microsoft.com/office/drawing/2014/main" id="{F7F02519-47FA-40C7-BADE-93170FB0DD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9" y="2533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7986" name="Group 220">
                <a:extLst>
                  <a:ext uri="{FF2B5EF4-FFF2-40B4-BE49-F238E27FC236}">
                    <a16:creationId xmlns="" xmlns:a16="http://schemas.microsoft.com/office/drawing/2014/main" id="{DB8FCCB5-8B5F-414D-904E-9E8A2B3BC5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99" y="2533"/>
                <a:ext cx="633" cy="403"/>
                <a:chOff x="1899" y="2533"/>
                <a:chExt cx="633" cy="403"/>
              </a:xfrm>
            </p:grpSpPr>
            <p:sp>
              <p:nvSpPr>
                <p:cNvPr id="37987" name="Rectangle 46">
                  <a:extLst>
                    <a:ext uri="{FF2B5EF4-FFF2-40B4-BE49-F238E27FC236}">
                      <a16:creationId xmlns="" xmlns:a16="http://schemas.microsoft.com/office/drawing/2014/main" id="{72A144FC-F314-4356-A484-CD91B7754A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42" y="2533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—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988" name="Rectangle 219">
                  <a:extLst>
                    <a:ext uri="{FF2B5EF4-FFF2-40B4-BE49-F238E27FC236}">
                      <a16:creationId xmlns="" xmlns:a16="http://schemas.microsoft.com/office/drawing/2014/main" id="{34869320-8FEB-40CE-8382-1E6106C90E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99" y="2533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35" name="Group 226">
              <a:extLst>
                <a:ext uri="{FF2B5EF4-FFF2-40B4-BE49-F238E27FC236}">
                  <a16:creationId xmlns="" xmlns:a16="http://schemas.microsoft.com/office/drawing/2014/main" id="{BD66E098-CD77-4C1C-9C89-00D25740FB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32" y="2533"/>
              <a:ext cx="633" cy="403"/>
              <a:chOff x="2532" y="2533"/>
              <a:chExt cx="633" cy="403"/>
            </a:xfrm>
          </p:grpSpPr>
          <p:sp>
            <p:nvSpPr>
              <p:cNvPr id="37981" name="Rectangle 225">
                <a:extLst>
                  <a:ext uri="{FF2B5EF4-FFF2-40B4-BE49-F238E27FC236}">
                    <a16:creationId xmlns="" xmlns:a16="http://schemas.microsoft.com/office/drawing/2014/main" id="{81382C38-A50C-4AF5-97F8-54F0A43202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32" y="2533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7982" name="Group 224">
                <a:extLst>
                  <a:ext uri="{FF2B5EF4-FFF2-40B4-BE49-F238E27FC236}">
                    <a16:creationId xmlns="" xmlns:a16="http://schemas.microsoft.com/office/drawing/2014/main" id="{36772D8F-7F00-47D9-B389-8DE3956F38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32" y="2533"/>
                <a:ext cx="633" cy="403"/>
                <a:chOff x="2532" y="2533"/>
                <a:chExt cx="633" cy="403"/>
              </a:xfrm>
            </p:grpSpPr>
            <p:sp>
              <p:nvSpPr>
                <p:cNvPr id="37983" name="Rectangle 47">
                  <a:extLst>
                    <a:ext uri="{FF2B5EF4-FFF2-40B4-BE49-F238E27FC236}">
                      <a16:creationId xmlns="" xmlns:a16="http://schemas.microsoft.com/office/drawing/2014/main" id="{8049F237-1849-47D6-9C4E-4CD2C925B7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75" y="2533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—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984" name="Rectangle 223">
                  <a:extLst>
                    <a:ext uri="{FF2B5EF4-FFF2-40B4-BE49-F238E27FC236}">
                      <a16:creationId xmlns="" xmlns:a16="http://schemas.microsoft.com/office/drawing/2014/main" id="{902987D0-87C2-4578-A876-86A8F6685B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32" y="2533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36" name="Group 230">
              <a:extLst>
                <a:ext uri="{FF2B5EF4-FFF2-40B4-BE49-F238E27FC236}">
                  <a16:creationId xmlns="" xmlns:a16="http://schemas.microsoft.com/office/drawing/2014/main" id="{D8521D78-9FFD-45A9-9823-E64E9F56AA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5" y="2533"/>
              <a:ext cx="633" cy="403"/>
              <a:chOff x="3165" y="2533"/>
              <a:chExt cx="633" cy="403"/>
            </a:xfrm>
          </p:grpSpPr>
          <p:sp>
            <p:nvSpPr>
              <p:cNvPr id="37977" name="Rectangle 229">
                <a:extLst>
                  <a:ext uri="{FF2B5EF4-FFF2-40B4-BE49-F238E27FC236}">
                    <a16:creationId xmlns="" xmlns:a16="http://schemas.microsoft.com/office/drawing/2014/main" id="{8AE9FFAF-DFB0-486C-8759-0CCC5DAFFD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5" y="2533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7978" name="Group 228">
                <a:extLst>
                  <a:ext uri="{FF2B5EF4-FFF2-40B4-BE49-F238E27FC236}">
                    <a16:creationId xmlns="" xmlns:a16="http://schemas.microsoft.com/office/drawing/2014/main" id="{AB3C75A3-ADBB-485D-A711-1D0A131E80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5" y="2533"/>
                <a:ext cx="633" cy="403"/>
                <a:chOff x="3165" y="2533"/>
                <a:chExt cx="633" cy="403"/>
              </a:xfrm>
            </p:grpSpPr>
            <p:sp>
              <p:nvSpPr>
                <p:cNvPr id="37979" name="Rectangle 48">
                  <a:extLst>
                    <a:ext uri="{FF2B5EF4-FFF2-40B4-BE49-F238E27FC236}">
                      <a16:creationId xmlns="" xmlns:a16="http://schemas.microsoft.com/office/drawing/2014/main" id="{5F959076-81A4-48B3-8594-E66E2AFE5A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08" y="2533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—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980" name="Rectangle 227">
                  <a:extLst>
                    <a:ext uri="{FF2B5EF4-FFF2-40B4-BE49-F238E27FC236}">
                      <a16:creationId xmlns="" xmlns:a16="http://schemas.microsoft.com/office/drawing/2014/main" id="{08E46106-9970-4342-B104-77176FED87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5" y="2533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37" name="Group 234">
              <a:extLst>
                <a:ext uri="{FF2B5EF4-FFF2-40B4-BE49-F238E27FC236}">
                  <a16:creationId xmlns="" xmlns:a16="http://schemas.microsoft.com/office/drawing/2014/main" id="{D8D3989B-A1EF-4703-A2F9-E2CB59F8F9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8" y="2533"/>
              <a:ext cx="633" cy="403"/>
              <a:chOff x="3798" y="2533"/>
              <a:chExt cx="633" cy="403"/>
            </a:xfrm>
          </p:grpSpPr>
          <p:sp>
            <p:nvSpPr>
              <p:cNvPr id="37973" name="Rectangle 233">
                <a:extLst>
                  <a:ext uri="{FF2B5EF4-FFF2-40B4-BE49-F238E27FC236}">
                    <a16:creationId xmlns="" xmlns:a16="http://schemas.microsoft.com/office/drawing/2014/main" id="{C6A3D49B-32CD-4C58-AC82-26C4D2B625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33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7974" name="Group 232">
                <a:extLst>
                  <a:ext uri="{FF2B5EF4-FFF2-40B4-BE49-F238E27FC236}">
                    <a16:creationId xmlns="" xmlns:a16="http://schemas.microsoft.com/office/drawing/2014/main" id="{3436E2AB-AA19-4290-A00B-1733CC1B9B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98" y="2533"/>
                <a:ext cx="633" cy="403"/>
                <a:chOff x="3798" y="2533"/>
                <a:chExt cx="633" cy="403"/>
              </a:xfrm>
            </p:grpSpPr>
            <p:sp>
              <p:nvSpPr>
                <p:cNvPr id="37975" name="Rectangle 49">
                  <a:extLst>
                    <a:ext uri="{FF2B5EF4-FFF2-40B4-BE49-F238E27FC236}">
                      <a16:creationId xmlns="" xmlns:a16="http://schemas.microsoft.com/office/drawing/2014/main" id="{E1FED9C7-C854-4318-8313-D65E4B384C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41" y="2533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—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976" name="Rectangle 231">
                  <a:extLst>
                    <a:ext uri="{FF2B5EF4-FFF2-40B4-BE49-F238E27FC236}">
                      <a16:creationId xmlns="" xmlns:a16="http://schemas.microsoft.com/office/drawing/2014/main" id="{660CFED9-ACE4-4331-91EA-EDBE3655BA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8" y="2533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38" name="Group 238">
              <a:extLst>
                <a:ext uri="{FF2B5EF4-FFF2-40B4-BE49-F238E27FC236}">
                  <a16:creationId xmlns="" xmlns:a16="http://schemas.microsoft.com/office/drawing/2014/main" id="{0C28C049-74DA-4E82-8353-9EB727581D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2936"/>
              <a:ext cx="633" cy="403"/>
              <a:chOff x="0" y="2936"/>
              <a:chExt cx="633" cy="403"/>
            </a:xfrm>
          </p:grpSpPr>
          <p:sp>
            <p:nvSpPr>
              <p:cNvPr id="37969" name="Rectangle 237">
                <a:extLst>
                  <a:ext uri="{FF2B5EF4-FFF2-40B4-BE49-F238E27FC236}">
                    <a16:creationId xmlns="" xmlns:a16="http://schemas.microsoft.com/office/drawing/2014/main" id="{FBB982DC-176E-40E1-9182-6FF18DB5A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936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7970" name="Group 236">
                <a:extLst>
                  <a:ext uri="{FF2B5EF4-FFF2-40B4-BE49-F238E27FC236}">
                    <a16:creationId xmlns="" xmlns:a16="http://schemas.microsoft.com/office/drawing/2014/main" id="{AF261B74-B5A1-4712-B5E2-B8C7E1A6DA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936"/>
                <a:ext cx="633" cy="403"/>
                <a:chOff x="0" y="2936"/>
                <a:chExt cx="633" cy="403"/>
              </a:xfrm>
            </p:grpSpPr>
            <p:sp>
              <p:nvSpPr>
                <p:cNvPr id="37971" name="Rectangle 50">
                  <a:extLst>
                    <a:ext uri="{FF2B5EF4-FFF2-40B4-BE49-F238E27FC236}">
                      <a16:creationId xmlns="" xmlns:a16="http://schemas.microsoft.com/office/drawing/2014/main" id="{0C6E5490-BB2A-4FA6-9ED6-3AC25E1D17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2936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OTHER</a:t>
                  </a: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972" name="Rectangle 235">
                  <a:extLst>
                    <a:ext uri="{FF2B5EF4-FFF2-40B4-BE49-F238E27FC236}">
                      <a16:creationId xmlns="" xmlns:a16="http://schemas.microsoft.com/office/drawing/2014/main" id="{FC112D4D-E342-4310-A5CD-E1E13C6623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936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39" name="Group 242">
              <a:extLst>
                <a:ext uri="{FF2B5EF4-FFF2-40B4-BE49-F238E27FC236}">
                  <a16:creationId xmlns="" xmlns:a16="http://schemas.microsoft.com/office/drawing/2014/main" id="{8DE7DE9F-E5EC-44DD-ACDA-260EFE8B6C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3" y="2936"/>
              <a:ext cx="633" cy="403"/>
              <a:chOff x="633" y="2936"/>
              <a:chExt cx="633" cy="403"/>
            </a:xfrm>
          </p:grpSpPr>
          <p:sp>
            <p:nvSpPr>
              <p:cNvPr id="37965" name="Rectangle 241">
                <a:extLst>
                  <a:ext uri="{FF2B5EF4-FFF2-40B4-BE49-F238E27FC236}">
                    <a16:creationId xmlns="" xmlns:a16="http://schemas.microsoft.com/office/drawing/2014/main" id="{C84356CC-20F3-429D-A71C-84C6BB3F86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936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7966" name="Group 240">
                <a:extLst>
                  <a:ext uri="{FF2B5EF4-FFF2-40B4-BE49-F238E27FC236}">
                    <a16:creationId xmlns="" xmlns:a16="http://schemas.microsoft.com/office/drawing/2014/main" id="{874D31BC-0453-4630-89D6-0E651999AA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3" y="2936"/>
                <a:ext cx="633" cy="403"/>
                <a:chOff x="633" y="2936"/>
                <a:chExt cx="633" cy="403"/>
              </a:xfrm>
            </p:grpSpPr>
            <p:sp>
              <p:nvSpPr>
                <p:cNvPr id="37967" name="Rectangle 51">
                  <a:extLst>
                    <a:ext uri="{FF2B5EF4-FFF2-40B4-BE49-F238E27FC236}">
                      <a16:creationId xmlns="" xmlns:a16="http://schemas.microsoft.com/office/drawing/2014/main" id="{5DF5C4F9-B841-4613-A8B9-AB834387E2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6" y="2936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6%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968" name="Rectangle 239">
                  <a:extLst>
                    <a:ext uri="{FF2B5EF4-FFF2-40B4-BE49-F238E27FC236}">
                      <a16:creationId xmlns="" xmlns:a16="http://schemas.microsoft.com/office/drawing/2014/main" id="{67DF4382-29DA-4E86-A097-853E45B29B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3" y="2936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40" name="Group 246">
              <a:extLst>
                <a:ext uri="{FF2B5EF4-FFF2-40B4-BE49-F238E27FC236}">
                  <a16:creationId xmlns="" xmlns:a16="http://schemas.microsoft.com/office/drawing/2014/main" id="{2DE3DBC4-E6C3-42ED-A390-9EC73001D9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66" y="2936"/>
              <a:ext cx="633" cy="403"/>
              <a:chOff x="1266" y="2936"/>
              <a:chExt cx="633" cy="403"/>
            </a:xfrm>
          </p:grpSpPr>
          <p:sp>
            <p:nvSpPr>
              <p:cNvPr id="37961" name="Rectangle 245">
                <a:extLst>
                  <a:ext uri="{FF2B5EF4-FFF2-40B4-BE49-F238E27FC236}">
                    <a16:creationId xmlns="" xmlns:a16="http://schemas.microsoft.com/office/drawing/2014/main" id="{2D938003-0452-481D-AEAC-13F64329AD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6" y="2936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7962" name="Group 244">
                <a:extLst>
                  <a:ext uri="{FF2B5EF4-FFF2-40B4-BE49-F238E27FC236}">
                    <a16:creationId xmlns="" xmlns:a16="http://schemas.microsoft.com/office/drawing/2014/main" id="{CB19A906-608A-4747-ABB8-17E2300C1D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66" y="2936"/>
                <a:ext cx="633" cy="403"/>
                <a:chOff x="1266" y="2936"/>
                <a:chExt cx="633" cy="403"/>
              </a:xfrm>
            </p:grpSpPr>
            <p:sp>
              <p:nvSpPr>
                <p:cNvPr id="37963" name="Rectangle 52">
                  <a:extLst>
                    <a:ext uri="{FF2B5EF4-FFF2-40B4-BE49-F238E27FC236}">
                      <a16:creationId xmlns="" xmlns:a16="http://schemas.microsoft.com/office/drawing/2014/main" id="{7506EF0A-430A-41BA-B033-B40D46FD84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9" y="2936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1%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964" name="Rectangle 243">
                  <a:extLst>
                    <a:ext uri="{FF2B5EF4-FFF2-40B4-BE49-F238E27FC236}">
                      <a16:creationId xmlns="" xmlns:a16="http://schemas.microsoft.com/office/drawing/2014/main" id="{96DDB1CD-CF80-44B5-83A5-C95F3CF786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66" y="2936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41" name="Group 250">
              <a:extLst>
                <a:ext uri="{FF2B5EF4-FFF2-40B4-BE49-F238E27FC236}">
                  <a16:creationId xmlns="" xmlns:a16="http://schemas.microsoft.com/office/drawing/2014/main" id="{D63EDF48-2174-4FD4-B770-70FEC29FCE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99" y="2936"/>
              <a:ext cx="633" cy="403"/>
              <a:chOff x="1899" y="2936"/>
              <a:chExt cx="633" cy="403"/>
            </a:xfrm>
          </p:grpSpPr>
          <p:sp>
            <p:nvSpPr>
              <p:cNvPr id="37957" name="Rectangle 249">
                <a:extLst>
                  <a:ext uri="{FF2B5EF4-FFF2-40B4-BE49-F238E27FC236}">
                    <a16:creationId xmlns="" xmlns:a16="http://schemas.microsoft.com/office/drawing/2014/main" id="{67FE5ED3-D245-4414-99A5-B124C8599E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9" y="2936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7958" name="Group 248">
                <a:extLst>
                  <a:ext uri="{FF2B5EF4-FFF2-40B4-BE49-F238E27FC236}">
                    <a16:creationId xmlns="" xmlns:a16="http://schemas.microsoft.com/office/drawing/2014/main" id="{0DD9DF02-73F4-48FE-BC13-B92AC88BCE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99" y="2936"/>
                <a:ext cx="633" cy="403"/>
                <a:chOff x="1899" y="2936"/>
                <a:chExt cx="633" cy="403"/>
              </a:xfrm>
            </p:grpSpPr>
            <p:sp>
              <p:nvSpPr>
                <p:cNvPr id="37959" name="Rectangle 53">
                  <a:extLst>
                    <a:ext uri="{FF2B5EF4-FFF2-40B4-BE49-F238E27FC236}">
                      <a16:creationId xmlns="" xmlns:a16="http://schemas.microsoft.com/office/drawing/2014/main" id="{7DB42A84-DE3C-4A69-858D-B8D03EE77B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42" y="2936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3%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960" name="Rectangle 247">
                  <a:extLst>
                    <a:ext uri="{FF2B5EF4-FFF2-40B4-BE49-F238E27FC236}">
                      <a16:creationId xmlns="" xmlns:a16="http://schemas.microsoft.com/office/drawing/2014/main" id="{2536F819-5B51-430C-9449-271DDEF631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99" y="2936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42" name="Group 254">
              <a:extLst>
                <a:ext uri="{FF2B5EF4-FFF2-40B4-BE49-F238E27FC236}">
                  <a16:creationId xmlns="" xmlns:a16="http://schemas.microsoft.com/office/drawing/2014/main" id="{25AEA6FC-1C1B-4414-A292-B3FA78B453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32" y="2936"/>
              <a:ext cx="633" cy="403"/>
              <a:chOff x="2532" y="2936"/>
              <a:chExt cx="633" cy="403"/>
            </a:xfrm>
          </p:grpSpPr>
          <p:sp>
            <p:nvSpPr>
              <p:cNvPr id="37953" name="Rectangle 253">
                <a:extLst>
                  <a:ext uri="{FF2B5EF4-FFF2-40B4-BE49-F238E27FC236}">
                    <a16:creationId xmlns="" xmlns:a16="http://schemas.microsoft.com/office/drawing/2014/main" id="{5EBB8BD6-E82A-45EA-82CA-E51155BF75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32" y="2936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7954" name="Group 252">
                <a:extLst>
                  <a:ext uri="{FF2B5EF4-FFF2-40B4-BE49-F238E27FC236}">
                    <a16:creationId xmlns="" xmlns:a16="http://schemas.microsoft.com/office/drawing/2014/main" id="{A62AC55C-4D74-4D17-89EC-D3FF4367BA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32" y="2936"/>
                <a:ext cx="633" cy="403"/>
                <a:chOff x="2532" y="2936"/>
                <a:chExt cx="633" cy="403"/>
              </a:xfrm>
            </p:grpSpPr>
            <p:sp>
              <p:nvSpPr>
                <p:cNvPr id="37955" name="Rectangle 54">
                  <a:extLst>
                    <a:ext uri="{FF2B5EF4-FFF2-40B4-BE49-F238E27FC236}">
                      <a16:creationId xmlns="" xmlns:a16="http://schemas.microsoft.com/office/drawing/2014/main" id="{DBE03EF6-FCD5-419E-BB29-BF3B6442FB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75" y="2936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1%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956" name="Rectangle 251">
                  <a:extLst>
                    <a:ext uri="{FF2B5EF4-FFF2-40B4-BE49-F238E27FC236}">
                      <a16:creationId xmlns="" xmlns:a16="http://schemas.microsoft.com/office/drawing/2014/main" id="{EA5AB03C-C895-4109-B561-D1F287E8E0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32" y="2936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43" name="Group 258">
              <a:extLst>
                <a:ext uri="{FF2B5EF4-FFF2-40B4-BE49-F238E27FC236}">
                  <a16:creationId xmlns="" xmlns:a16="http://schemas.microsoft.com/office/drawing/2014/main" id="{BF1F143A-35D0-48BB-9AA7-304DFF9082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5" y="2936"/>
              <a:ext cx="633" cy="403"/>
              <a:chOff x="3165" y="2936"/>
              <a:chExt cx="633" cy="403"/>
            </a:xfrm>
          </p:grpSpPr>
          <p:sp>
            <p:nvSpPr>
              <p:cNvPr id="37949" name="Rectangle 257">
                <a:extLst>
                  <a:ext uri="{FF2B5EF4-FFF2-40B4-BE49-F238E27FC236}">
                    <a16:creationId xmlns="" xmlns:a16="http://schemas.microsoft.com/office/drawing/2014/main" id="{6807C262-8740-4D7F-A153-95A767E013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5" y="2936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7950" name="Group 256">
                <a:extLst>
                  <a:ext uri="{FF2B5EF4-FFF2-40B4-BE49-F238E27FC236}">
                    <a16:creationId xmlns="" xmlns:a16="http://schemas.microsoft.com/office/drawing/2014/main" id="{0FAA5155-A8AB-4C3E-8511-03EE64DA64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5" y="2936"/>
                <a:ext cx="633" cy="403"/>
                <a:chOff x="3165" y="2936"/>
                <a:chExt cx="633" cy="403"/>
              </a:xfrm>
            </p:grpSpPr>
            <p:sp>
              <p:nvSpPr>
                <p:cNvPr id="37951" name="Rectangle 55">
                  <a:extLst>
                    <a:ext uri="{FF2B5EF4-FFF2-40B4-BE49-F238E27FC236}">
                      <a16:creationId xmlns="" xmlns:a16="http://schemas.microsoft.com/office/drawing/2014/main" id="{63F0F62D-C64F-4C70-A68D-5427F7E414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08" y="2936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2%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952" name="Rectangle 255">
                  <a:extLst>
                    <a:ext uri="{FF2B5EF4-FFF2-40B4-BE49-F238E27FC236}">
                      <a16:creationId xmlns="" xmlns:a16="http://schemas.microsoft.com/office/drawing/2014/main" id="{4FB15E7A-FD87-4C46-A960-C4B270B292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5" y="2936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7944" name="Group 262">
              <a:extLst>
                <a:ext uri="{FF2B5EF4-FFF2-40B4-BE49-F238E27FC236}">
                  <a16:creationId xmlns="" xmlns:a16="http://schemas.microsoft.com/office/drawing/2014/main" id="{38914C6C-FC0F-4DB9-B4D0-52D14FD558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8" y="2936"/>
              <a:ext cx="633" cy="403"/>
              <a:chOff x="3798" y="2936"/>
              <a:chExt cx="633" cy="403"/>
            </a:xfrm>
          </p:grpSpPr>
          <p:sp>
            <p:nvSpPr>
              <p:cNvPr id="37945" name="Rectangle 261">
                <a:extLst>
                  <a:ext uri="{FF2B5EF4-FFF2-40B4-BE49-F238E27FC236}">
                    <a16:creationId xmlns="" xmlns:a16="http://schemas.microsoft.com/office/drawing/2014/main" id="{0A6B2EE1-3A6F-4173-B605-FFDCC22A6C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936"/>
                <a:ext cx="633" cy="403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Char char="—"/>
                  <a:defRPr kumimoji="1"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+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o"/>
                  <a:defRPr kumimoji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7946" name="Group 260">
                <a:extLst>
                  <a:ext uri="{FF2B5EF4-FFF2-40B4-BE49-F238E27FC236}">
                    <a16:creationId xmlns="" xmlns:a16="http://schemas.microsoft.com/office/drawing/2014/main" id="{389D8ACE-A9C0-4F01-BC20-AF7A73D3BAF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98" y="2936"/>
                <a:ext cx="633" cy="403"/>
                <a:chOff x="3798" y="2936"/>
                <a:chExt cx="633" cy="403"/>
              </a:xfrm>
            </p:grpSpPr>
            <p:sp>
              <p:nvSpPr>
                <p:cNvPr id="37947" name="Rectangle 56">
                  <a:extLst>
                    <a:ext uri="{FF2B5EF4-FFF2-40B4-BE49-F238E27FC236}">
                      <a16:creationId xmlns="" xmlns:a16="http://schemas.microsoft.com/office/drawing/2014/main" id="{B90E7C01-EEA9-4F53-ADBD-39292BBA82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41" y="2936"/>
                  <a:ext cx="547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1%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948" name="Rectangle 259">
                  <a:extLst>
                    <a:ext uri="{FF2B5EF4-FFF2-40B4-BE49-F238E27FC236}">
                      <a16:creationId xmlns="" xmlns:a16="http://schemas.microsoft.com/office/drawing/2014/main" id="{6F857E08-E515-44CC-892C-64FF224D31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8" y="2936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="" xmlns:a16="http://schemas.microsoft.com/office/drawing/2014/main" id="{C02738EA-57E9-4101-A2C1-7553CEDA2A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Operands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="" xmlns:a16="http://schemas.microsoft.com/office/drawing/2014/main" id="{C962ADDF-69F1-4CF3-BAF6-A080C3031A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dirty="0">
                <a:ea typeface="宋体" panose="02010600030101010101" pitchFamily="2" charset="-122"/>
              </a:rPr>
              <a:t>Mainly </a:t>
            </a:r>
            <a:r>
              <a:rPr lang="en-GB" altLang="zh-CN" dirty="0">
                <a:solidFill>
                  <a:srgbClr val="009999"/>
                </a:solidFill>
                <a:ea typeface="宋体" panose="02010600030101010101" pitchFamily="2" charset="-122"/>
              </a:rPr>
              <a:t>local scalar variables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Optimization should concentrate on accessing local variables</a:t>
            </a:r>
          </a:p>
          <a:p>
            <a:endParaRPr lang="en-GB" altLang="zh-CN" dirty="0">
              <a:ea typeface="宋体" panose="02010600030101010101" pitchFamily="2" charset="-122"/>
            </a:endParaRPr>
          </a:p>
        </p:txBody>
      </p:sp>
      <p:grpSp>
        <p:nvGrpSpPr>
          <p:cNvPr id="39940" name="Group 92">
            <a:extLst>
              <a:ext uri="{FF2B5EF4-FFF2-40B4-BE49-F238E27FC236}">
                <a16:creationId xmlns="" xmlns:a16="http://schemas.microsoft.com/office/drawing/2014/main" id="{16D3F975-FD8C-4AC4-8C14-B1DA52683230}"/>
              </a:ext>
            </a:extLst>
          </p:cNvPr>
          <p:cNvGrpSpPr>
            <a:grpSpLocks/>
          </p:cNvGrpSpPr>
          <p:nvPr/>
        </p:nvGrpSpPr>
        <p:grpSpPr bwMode="auto">
          <a:xfrm>
            <a:off x="1835150" y="3068638"/>
            <a:ext cx="6408738" cy="3024187"/>
            <a:chOff x="-3" y="-3"/>
            <a:chExt cx="3210" cy="1618"/>
          </a:xfrm>
        </p:grpSpPr>
        <p:grpSp>
          <p:nvGrpSpPr>
            <p:cNvPr id="39941" name="Group 90">
              <a:extLst>
                <a:ext uri="{FF2B5EF4-FFF2-40B4-BE49-F238E27FC236}">
                  <a16:creationId xmlns="" xmlns:a16="http://schemas.microsoft.com/office/drawing/2014/main" id="{1DF54AA5-3616-4CA4-86F1-C549EE8CE2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204" cy="1612"/>
              <a:chOff x="0" y="0"/>
              <a:chExt cx="3204" cy="1612"/>
            </a:xfrm>
          </p:grpSpPr>
          <p:grpSp>
            <p:nvGrpSpPr>
              <p:cNvPr id="39943" name="Group 29">
                <a:extLst>
                  <a:ext uri="{FF2B5EF4-FFF2-40B4-BE49-F238E27FC236}">
                    <a16:creationId xmlns="" xmlns:a16="http://schemas.microsoft.com/office/drawing/2014/main" id="{EE27B443-7B49-4EB7-B808-6E07DF5E26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1044" cy="403"/>
                <a:chOff x="0" y="0"/>
                <a:chExt cx="1044" cy="403"/>
              </a:xfrm>
            </p:grpSpPr>
            <p:sp>
              <p:nvSpPr>
                <p:cNvPr id="40019" name="Rectangle 12">
                  <a:extLst>
                    <a:ext uri="{FF2B5EF4-FFF2-40B4-BE49-F238E27FC236}">
                      <a16:creationId xmlns="" xmlns:a16="http://schemas.microsoft.com/office/drawing/2014/main" id="{5005EB5B-DFFF-4F0E-8F51-A20593F782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958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zh-CN" altLang="en-US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 </a:t>
                  </a: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0020" name="Rectangle 28">
                  <a:extLst>
                    <a:ext uri="{FF2B5EF4-FFF2-40B4-BE49-F238E27FC236}">
                      <a16:creationId xmlns="" xmlns:a16="http://schemas.microsoft.com/office/drawing/2014/main" id="{0487E30A-E95A-4CDC-8C86-7FCB4509F4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044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9944" name="Group 33">
                <a:extLst>
                  <a:ext uri="{FF2B5EF4-FFF2-40B4-BE49-F238E27FC236}">
                    <a16:creationId xmlns="" xmlns:a16="http://schemas.microsoft.com/office/drawing/2014/main" id="{A904F09F-D49E-4CFC-977A-06B11EBEA2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44" y="0"/>
                <a:ext cx="720" cy="403"/>
                <a:chOff x="1044" y="0"/>
                <a:chExt cx="720" cy="403"/>
              </a:xfrm>
            </p:grpSpPr>
            <p:sp>
              <p:nvSpPr>
                <p:cNvPr id="40015" name="Rectangle 32">
                  <a:extLst>
                    <a:ext uri="{FF2B5EF4-FFF2-40B4-BE49-F238E27FC236}">
                      <a16:creationId xmlns="" xmlns:a16="http://schemas.microsoft.com/office/drawing/2014/main" id="{1007A6F7-6043-43BA-BC07-01E61FA69A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4" y="0"/>
                  <a:ext cx="720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40016" name="Group 31">
                  <a:extLst>
                    <a:ext uri="{FF2B5EF4-FFF2-40B4-BE49-F238E27FC236}">
                      <a16:creationId xmlns="" xmlns:a16="http://schemas.microsoft.com/office/drawing/2014/main" id="{987A833F-98FE-4C4F-9200-F154B843313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44" y="0"/>
                  <a:ext cx="720" cy="403"/>
                  <a:chOff x="1044" y="0"/>
                  <a:chExt cx="720" cy="403"/>
                </a:xfrm>
              </p:grpSpPr>
              <p:sp>
                <p:nvSpPr>
                  <p:cNvPr id="40017" name="Rectangle 13">
                    <a:extLst>
                      <a:ext uri="{FF2B5EF4-FFF2-40B4-BE49-F238E27FC236}">
                        <a16:creationId xmlns="" xmlns:a16="http://schemas.microsoft.com/office/drawing/2014/main" id="{BEBF9367-985C-4619-BCC3-561482B2DB7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87" y="0"/>
                    <a:ext cx="634" cy="403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1600" b="1"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Pascal</a:t>
                    </a:r>
                    <a:endPara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0018" name="Rectangle 30">
                    <a:extLst>
                      <a:ext uri="{FF2B5EF4-FFF2-40B4-BE49-F238E27FC236}">
                        <a16:creationId xmlns="" xmlns:a16="http://schemas.microsoft.com/office/drawing/2014/main" id="{B4073516-159D-4EA1-86FE-363BD8296EE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44" y="0"/>
                    <a:ext cx="72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24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39945" name="Group 37">
                <a:extLst>
                  <a:ext uri="{FF2B5EF4-FFF2-40B4-BE49-F238E27FC236}">
                    <a16:creationId xmlns="" xmlns:a16="http://schemas.microsoft.com/office/drawing/2014/main" id="{C7D0C0BF-F1C7-4FA5-8251-2FDA44D049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64" y="0"/>
                <a:ext cx="720" cy="403"/>
                <a:chOff x="1764" y="0"/>
                <a:chExt cx="720" cy="403"/>
              </a:xfrm>
            </p:grpSpPr>
            <p:sp>
              <p:nvSpPr>
                <p:cNvPr id="40011" name="Rectangle 36">
                  <a:extLst>
                    <a:ext uri="{FF2B5EF4-FFF2-40B4-BE49-F238E27FC236}">
                      <a16:creationId xmlns="" xmlns:a16="http://schemas.microsoft.com/office/drawing/2014/main" id="{406FA183-4D63-4E8E-8BA3-59DDD1C7B0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64" y="0"/>
                  <a:ext cx="720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40012" name="Group 35">
                  <a:extLst>
                    <a:ext uri="{FF2B5EF4-FFF2-40B4-BE49-F238E27FC236}">
                      <a16:creationId xmlns="" xmlns:a16="http://schemas.microsoft.com/office/drawing/2014/main" id="{7FFCB7CB-7067-4902-9335-113C6E1D291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64" y="0"/>
                  <a:ext cx="720" cy="403"/>
                  <a:chOff x="1764" y="0"/>
                  <a:chExt cx="720" cy="403"/>
                </a:xfrm>
              </p:grpSpPr>
              <p:sp>
                <p:nvSpPr>
                  <p:cNvPr id="40013" name="Rectangle 14">
                    <a:extLst>
                      <a:ext uri="{FF2B5EF4-FFF2-40B4-BE49-F238E27FC236}">
                        <a16:creationId xmlns="" xmlns:a16="http://schemas.microsoft.com/office/drawing/2014/main" id="{3E630ED9-9017-46B8-882B-18FC1A69092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07" y="0"/>
                    <a:ext cx="634" cy="403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1600" b="1"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C</a:t>
                    </a:r>
                    <a:endPara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0014" name="Rectangle 34">
                    <a:extLst>
                      <a:ext uri="{FF2B5EF4-FFF2-40B4-BE49-F238E27FC236}">
                        <a16:creationId xmlns="" xmlns:a16="http://schemas.microsoft.com/office/drawing/2014/main" id="{59788EAB-2D70-43F8-92E3-486D330064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64" y="0"/>
                    <a:ext cx="72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24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39946" name="Group 41">
                <a:extLst>
                  <a:ext uri="{FF2B5EF4-FFF2-40B4-BE49-F238E27FC236}">
                    <a16:creationId xmlns="" xmlns:a16="http://schemas.microsoft.com/office/drawing/2014/main" id="{E94AC873-3458-40FA-9D8E-383EBB1917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84" y="0"/>
                <a:ext cx="720" cy="403"/>
                <a:chOff x="2484" y="0"/>
                <a:chExt cx="720" cy="403"/>
              </a:xfrm>
            </p:grpSpPr>
            <p:sp>
              <p:nvSpPr>
                <p:cNvPr id="40007" name="Rectangle 40">
                  <a:extLst>
                    <a:ext uri="{FF2B5EF4-FFF2-40B4-BE49-F238E27FC236}">
                      <a16:creationId xmlns="" xmlns:a16="http://schemas.microsoft.com/office/drawing/2014/main" id="{625D7292-B4C0-4161-A3DB-48B990CF26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84" y="0"/>
                  <a:ext cx="720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40008" name="Group 39">
                  <a:extLst>
                    <a:ext uri="{FF2B5EF4-FFF2-40B4-BE49-F238E27FC236}">
                      <a16:creationId xmlns="" xmlns:a16="http://schemas.microsoft.com/office/drawing/2014/main" id="{CECDAE90-B922-45BD-9F7D-B02A1C784AE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84" y="0"/>
                  <a:ext cx="720" cy="403"/>
                  <a:chOff x="2484" y="0"/>
                  <a:chExt cx="720" cy="403"/>
                </a:xfrm>
              </p:grpSpPr>
              <p:sp>
                <p:nvSpPr>
                  <p:cNvPr id="40009" name="Rectangle 15">
                    <a:extLst>
                      <a:ext uri="{FF2B5EF4-FFF2-40B4-BE49-F238E27FC236}">
                        <a16:creationId xmlns="" xmlns:a16="http://schemas.microsoft.com/office/drawing/2014/main" id="{7B490F8D-897C-42E7-A413-82B478513CF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27" y="0"/>
                    <a:ext cx="634" cy="403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1600" b="1"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Average</a:t>
                    </a:r>
                    <a:endPara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0010" name="Rectangle 38">
                    <a:extLst>
                      <a:ext uri="{FF2B5EF4-FFF2-40B4-BE49-F238E27FC236}">
                        <a16:creationId xmlns="" xmlns:a16="http://schemas.microsoft.com/office/drawing/2014/main" id="{F3DA8B84-9BFE-4591-BE8E-2E7DC5821E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84" y="0"/>
                    <a:ext cx="72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24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39947" name="Group 45">
                <a:extLst>
                  <a:ext uri="{FF2B5EF4-FFF2-40B4-BE49-F238E27FC236}">
                    <a16:creationId xmlns="" xmlns:a16="http://schemas.microsoft.com/office/drawing/2014/main" id="{1AE4EA71-7ACC-496B-937A-3548E0B214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03"/>
                <a:ext cx="1044" cy="403"/>
                <a:chOff x="0" y="403"/>
                <a:chExt cx="1044" cy="403"/>
              </a:xfrm>
            </p:grpSpPr>
            <p:sp>
              <p:nvSpPr>
                <p:cNvPr id="40003" name="Rectangle 44">
                  <a:extLst>
                    <a:ext uri="{FF2B5EF4-FFF2-40B4-BE49-F238E27FC236}">
                      <a16:creationId xmlns="" xmlns:a16="http://schemas.microsoft.com/office/drawing/2014/main" id="{40B7BD76-0FCA-4EA1-95BB-3601667630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403"/>
                  <a:ext cx="1044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40004" name="Group 43">
                  <a:extLst>
                    <a:ext uri="{FF2B5EF4-FFF2-40B4-BE49-F238E27FC236}">
                      <a16:creationId xmlns="" xmlns:a16="http://schemas.microsoft.com/office/drawing/2014/main" id="{B82C2DE0-37EF-41A9-937C-019F005F336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403"/>
                  <a:ext cx="1044" cy="403"/>
                  <a:chOff x="0" y="403"/>
                  <a:chExt cx="1044" cy="403"/>
                </a:xfrm>
              </p:grpSpPr>
              <p:sp>
                <p:nvSpPr>
                  <p:cNvPr id="40005" name="Rectangle 16">
                    <a:extLst>
                      <a:ext uri="{FF2B5EF4-FFF2-40B4-BE49-F238E27FC236}">
                        <a16:creationId xmlns="" xmlns:a16="http://schemas.microsoft.com/office/drawing/2014/main" id="{A1F7C0B9-4F8A-47D1-BBDC-BC8E2F8A029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403"/>
                    <a:ext cx="958" cy="403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1600"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Integer Constant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0006" name="Rectangle 42">
                    <a:extLst>
                      <a:ext uri="{FF2B5EF4-FFF2-40B4-BE49-F238E27FC236}">
                        <a16:creationId xmlns="" xmlns:a16="http://schemas.microsoft.com/office/drawing/2014/main" id="{FB2D6106-5242-4838-87DC-31CCEA8A133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403"/>
                    <a:ext cx="1044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24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39948" name="Group 49">
                <a:extLst>
                  <a:ext uri="{FF2B5EF4-FFF2-40B4-BE49-F238E27FC236}">
                    <a16:creationId xmlns="" xmlns:a16="http://schemas.microsoft.com/office/drawing/2014/main" id="{195B0A2A-CEEA-4622-A4CB-DA16831DE5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44" y="403"/>
                <a:ext cx="720" cy="403"/>
                <a:chOff x="1044" y="403"/>
                <a:chExt cx="720" cy="403"/>
              </a:xfrm>
            </p:grpSpPr>
            <p:sp>
              <p:nvSpPr>
                <p:cNvPr id="39999" name="Rectangle 48">
                  <a:extLst>
                    <a:ext uri="{FF2B5EF4-FFF2-40B4-BE49-F238E27FC236}">
                      <a16:creationId xmlns="" xmlns:a16="http://schemas.microsoft.com/office/drawing/2014/main" id="{96E0E242-610C-413C-8EE5-B58A5697D2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4" y="403"/>
                  <a:ext cx="720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40000" name="Group 47">
                  <a:extLst>
                    <a:ext uri="{FF2B5EF4-FFF2-40B4-BE49-F238E27FC236}">
                      <a16:creationId xmlns="" xmlns:a16="http://schemas.microsoft.com/office/drawing/2014/main" id="{722278BB-B445-400E-A2D4-0E4AAFF2211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44" y="403"/>
                  <a:ext cx="720" cy="403"/>
                  <a:chOff x="1044" y="403"/>
                  <a:chExt cx="720" cy="403"/>
                </a:xfrm>
              </p:grpSpPr>
              <p:sp>
                <p:nvSpPr>
                  <p:cNvPr id="40001" name="Rectangle 17">
                    <a:extLst>
                      <a:ext uri="{FF2B5EF4-FFF2-40B4-BE49-F238E27FC236}">
                        <a16:creationId xmlns="" xmlns:a16="http://schemas.microsoft.com/office/drawing/2014/main" id="{4781D793-5994-4B8F-8E46-0E7AD0E8C7F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87" y="403"/>
                    <a:ext cx="634" cy="403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1600"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16%</a:t>
                    </a: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0002" name="Rectangle 46">
                    <a:extLst>
                      <a:ext uri="{FF2B5EF4-FFF2-40B4-BE49-F238E27FC236}">
                        <a16:creationId xmlns="" xmlns:a16="http://schemas.microsoft.com/office/drawing/2014/main" id="{5901AF99-E12D-4D6E-A7F7-55B09F944C4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44" y="403"/>
                    <a:ext cx="72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24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39949" name="Group 53">
                <a:extLst>
                  <a:ext uri="{FF2B5EF4-FFF2-40B4-BE49-F238E27FC236}">
                    <a16:creationId xmlns="" xmlns:a16="http://schemas.microsoft.com/office/drawing/2014/main" id="{1598C874-0D0E-496B-9769-CE76F4AE84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64" y="403"/>
                <a:ext cx="720" cy="403"/>
                <a:chOff x="1764" y="403"/>
                <a:chExt cx="720" cy="403"/>
              </a:xfrm>
            </p:grpSpPr>
            <p:sp>
              <p:nvSpPr>
                <p:cNvPr id="39995" name="Rectangle 52">
                  <a:extLst>
                    <a:ext uri="{FF2B5EF4-FFF2-40B4-BE49-F238E27FC236}">
                      <a16:creationId xmlns="" xmlns:a16="http://schemas.microsoft.com/office/drawing/2014/main" id="{24A5A57D-DC26-4E35-BA6C-B2EBA88C14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64" y="403"/>
                  <a:ext cx="720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39996" name="Group 51">
                  <a:extLst>
                    <a:ext uri="{FF2B5EF4-FFF2-40B4-BE49-F238E27FC236}">
                      <a16:creationId xmlns="" xmlns:a16="http://schemas.microsoft.com/office/drawing/2014/main" id="{840DE3FF-E8D2-4C69-9B23-8A9D1A273ED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64" y="403"/>
                  <a:ext cx="720" cy="403"/>
                  <a:chOff x="1764" y="403"/>
                  <a:chExt cx="720" cy="403"/>
                </a:xfrm>
              </p:grpSpPr>
              <p:sp>
                <p:nvSpPr>
                  <p:cNvPr id="39997" name="Rectangle 18">
                    <a:extLst>
                      <a:ext uri="{FF2B5EF4-FFF2-40B4-BE49-F238E27FC236}">
                        <a16:creationId xmlns="" xmlns:a16="http://schemas.microsoft.com/office/drawing/2014/main" id="{34D3F9A9-A280-4246-995F-4581C4F44CB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07" y="403"/>
                    <a:ext cx="634" cy="403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1600"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23%</a:t>
                    </a: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9998" name="Rectangle 50">
                    <a:extLst>
                      <a:ext uri="{FF2B5EF4-FFF2-40B4-BE49-F238E27FC236}">
                        <a16:creationId xmlns="" xmlns:a16="http://schemas.microsoft.com/office/drawing/2014/main" id="{CF4FAB9F-9BE0-4910-A416-FE9C8C5D3B8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64" y="403"/>
                    <a:ext cx="72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24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39950" name="Group 57">
                <a:extLst>
                  <a:ext uri="{FF2B5EF4-FFF2-40B4-BE49-F238E27FC236}">
                    <a16:creationId xmlns="" xmlns:a16="http://schemas.microsoft.com/office/drawing/2014/main" id="{694429F7-1407-4794-A051-6C4CF5221A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84" y="403"/>
                <a:ext cx="720" cy="403"/>
                <a:chOff x="2484" y="403"/>
                <a:chExt cx="720" cy="403"/>
              </a:xfrm>
            </p:grpSpPr>
            <p:sp>
              <p:nvSpPr>
                <p:cNvPr id="39991" name="Rectangle 56">
                  <a:extLst>
                    <a:ext uri="{FF2B5EF4-FFF2-40B4-BE49-F238E27FC236}">
                      <a16:creationId xmlns="" xmlns:a16="http://schemas.microsoft.com/office/drawing/2014/main" id="{486B1DC2-3D4B-41B2-A930-B23450E0F5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84" y="403"/>
                  <a:ext cx="720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39992" name="Group 55">
                  <a:extLst>
                    <a:ext uri="{FF2B5EF4-FFF2-40B4-BE49-F238E27FC236}">
                      <a16:creationId xmlns="" xmlns:a16="http://schemas.microsoft.com/office/drawing/2014/main" id="{E15794C2-A88F-4696-8817-22A631BE95A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84" y="403"/>
                  <a:ext cx="720" cy="403"/>
                  <a:chOff x="2484" y="403"/>
                  <a:chExt cx="720" cy="403"/>
                </a:xfrm>
              </p:grpSpPr>
              <p:sp>
                <p:nvSpPr>
                  <p:cNvPr id="39993" name="Rectangle 19">
                    <a:extLst>
                      <a:ext uri="{FF2B5EF4-FFF2-40B4-BE49-F238E27FC236}">
                        <a16:creationId xmlns="" xmlns:a16="http://schemas.microsoft.com/office/drawing/2014/main" id="{EEAECA69-1B14-49FE-B134-ED6998F23DA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27" y="403"/>
                    <a:ext cx="634" cy="403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1600"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20%</a:t>
                    </a: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9994" name="Rectangle 54">
                    <a:extLst>
                      <a:ext uri="{FF2B5EF4-FFF2-40B4-BE49-F238E27FC236}">
                        <a16:creationId xmlns="" xmlns:a16="http://schemas.microsoft.com/office/drawing/2014/main" id="{09B25686-00CD-46C2-B1BD-A55186520F6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84" y="403"/>
                    <a:ext cx="72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24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39951" name="Group 61">
                <a:extLst>
                  <a:ext uri="{FF2B5EF4-FFF2-40B4-BE49-F238E27FC236}">
                    <a16:creationId xmlns="" xmlns:a16="http://schemas.microsoft.com/office/drawing/2014/main" id="{443B3917-A1A1-4FD9-9D07-83A564EF1C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806"/>
                <a:ext cx="1044" cy="403"/>
                <a:chOff x="0" y="806"/>
                <a:chExt cx="1044" cy="403"/>
              </a:xfrm>
            </p:grpSpPr>
            <p:sp>
              <p:nvSpPr>
                <p:cNvPr id="39987" name="Rectangle 60">
                  <a:extLst>
                    <a:ext uri="{FF2B5EF4-FFF2-40B4-BE49-F238E27FC236}">
                      <a16:creationId xmlns="" xmlns:a16="http://schemas.microsoft.com/office/drawing/2014/main" id="{4CAD122E-2015-44C3-9115-4CF8B02F6B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806"/>
                  <a:ext cx="1044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39988" name="Group 59">
                  <a:extLst>
                    <a:ext uri="{FF2B5EF4-FFF2-40B4-BE49-F238E27FC236}">
                      <a16:creationId xmlns="" xmlns:a16="http://schemas.microsoft.com/office/drawing/2014/main" id="{95AD29F3-8205-497A-AED6-06404B7A7DE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806"/>
                  <a:ext cx="1044" cy="403"/>
                  <a:chOff x="0" y="806"/>
                  <a:chExt cx="1044" cy="403"/>
                </a:xfrm>
              </p:grpSpPr>
              <p:sp>
                <p:nvSpPr>
                  <p:cNvPr id="39989" name="Rectangle 20">
                    <a:extLst>
                      <a:ext uri="{FF2B5EF4-FFF2-40B4-BE49-F238E27FC236}">
                        <a16:creationId xmlns="" xmlns:a16="http://schemas.microsoft.com/office/drawing/2014/main" id="{0DDD8274-195D-49D0-A0E4-53195F46F3A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806"/>
                    <a:ext cx="958" cy="403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000" b="1" dirty="0"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Scalar Variable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20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9990" name="Rectangle 58">
                    <a:extLst>
                      <a:ext uri="{FF2B5EF4-FFF2-40B4-BE49-F238E27FC236}">
                        <a16:creationId xmlns="" xmlns:a16="http://schemas.microsoft.com/office/drawing/2014/main" id="{0E4F68DF-D2B0-4BCC-BBD5-FEEF315FDA0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806"/>
                    <a:ext cx="1044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24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39952" name="Group 65">
                <a:extLst>
                  <a:ext uri="{FF2B5EF4-FFF2-40B4-BE49-F238E27FC236}">
                    <a16:creationId xmlns="" xmlns:a16="http://schemas.microsoft.com/office/drawing/2014/main" id="{729B3997-6566-49A2-9522-B891116C89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44" y="806"/>
                <a:ext cx="720" cy="403"/>
                <a:chOff x="1044" y="806"/>
                <a:chExt cx="720" cy="403"/>
              </a:xfrm>
            </p:grpSpPr>
            <p:sp>
              <p:nvSpPr>
                <p:cNvPr id="39983" name="Rectangle 64">
                  <a:extLst>
                    <a:ext uri="{FF2B5EF4-FFF2-40B4-BE49-F238E27FC236}">
                      <a16:creationId xmlns="" xmlns:a16="http://schemas.microsoft.com/office/drawing/2014/main" id="{AF74A10A-6EDF-463A-87AA-D324A0CA8F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4" y="806"/>
                  <a:ext cx="720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39984" name="Group 63">
                  <a:extLst>
                    <a:ext uri="{FF2B5EF4-FFF2-40B4-BE49-F238E27FC236}">
                      <a16:creationId xmlns="" xmlns:a16="http://schemas.microsoft.com/office/drawing/2014/main" id="{01C6AAA3-B6EA-4F0A-834C-43F62CC6821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44" y="806"/>
                  <a:ext cx="720" cy="403"/>
                  <a:chOff x="1044" y="806"/>
                  <a:chExt cx="720" cy="403"/>
                </a:xfrm>
              </p:grpSpPr>
              <p:sp>
                <p:nvSpPr>
                  <p:cNvPr id="39985" name="Rectangle 21">
                    <a:extLst>
                      <a:ext uri="{FF2B5EF4-FFF2-40B4-BE49-F238E27FC236}">
                        <a16:creationId xmlns="" xmlns:a16="http://schemas.microsoft.com/office/drawing/2014/main" id="{05EE732F-70C6-450E-BA52-5DB1AEDD86F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87" y="806"/>
                    <a:ext cx="634" cy="403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000" b="1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58%</a:t>
                    </a: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16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9986" name="Rectangle 62">
                    <a:extLst>
                      <a:ext uri="{FF2B5EF4-FFF2-40B4-BE49-F238E27FC236}">
                        <a16:creationId xmlns="" xmlns:a16="http://schemas.microsoft.com/office/drawing/2014/main" id="{6D61054C-847C-48DD-8FD7-47C0A08E840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44" y="806"/>
                    <a:ext cx="72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24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39953" name="Group 69">
                <a:extLst>
                  <a:ext uri="{FF2B5EF4-FFF2-40B4-BE49-F238E27FC236}">
                    <a16:creationId xmlns="" xmlns:a16="http://schemas.microsoft.com/office/drawing/2014/main" id="{876BE9CE-9821-4074-949C-3B4F222F26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64" y="806"/>
                <a:ext cx="720" cy="403"/>
                <a:chOff x="1764" y="806"/>
                <a:chExt cx="720" cy="403"/>
              </a:xfrm>
            </p:grpSpPr>
            <p:sp>
              <p:nvSpPr>
                <p:cNvPr id="39979" name="Rectangle 68">
                  <a:extLst>
                    <a:ext uri="{FF2B5EF4-FFF2-40B4-BE49-F238E27FC236}">
                      <a16:creationId xmlns="" xmlns:a16="http://schemas.microsoft.com/office/drawing/2014/main" id="{EB13BEC6-2E99-41BC-8102-C74A5EC467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64" y="806"/>
                  <a:ext cx="720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39980" name="Group 67">
                  <a:extLst>
                    <a:ext uri="{FF2B5EF4-FFF2-40B4-BE49-F238E27FC236}">
                      <a16:creationId xmlns="" xmlns:a16="http://schemas.microsoft.com/office/drawing/2014/main" id="{DCF61A06-60A6-4C3D-84B1-FC2B147708C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64" y="806"/>
                  <a:ext cx="720" cy="403"/>
                  <a:chOff x="1764" y="806"/>
                  <a:chExt cx="720" cy="403"/>
                </a:xfrm>
              </p:grpSpPr>
              <p:sp>
                <p:nvSpPr>
                  <p:cNvPr id="39981" name="Rectangle 22">
                    <a:extLst>
                      <a:ext uri="{FF2B5EF4-FFF2-40B4-BE49-F238E27FC236}">
                        <a16:creationId xmlns="" xmlns:a16="http://schemas.microsoft.com/office/drawing/2014/main" id="{85C3FB94-74AE-490B-9C63-EAA35CD0335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07" y="806"/>
                    <a:ext cx="634" cy="403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000" b="1">
                        <a:solidFill>
                          <a:srgbClr val="FF0000"/>
                        </a:solidFill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53%</a:t>
                    </a: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9982" name="Rectangle 66">
                    <a:extLst>
                      <a:ext uri="{FF2B5EF4-FFF2-40B4-BE49-F238E27FC236}">
                        <a16:creationId xmlns="" xmlns:a16="http://schemas.microsoft.com/office/drawing/2014/main" id="{54E33B30-FAEC-4591-A933-54205131C7A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64" y="806"/>
                    <a:ext cx="72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24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39954" name="Group 73">
                <a:extLst>
                  <a:ext uri="{FF2B5EF4-FFF2-40B4-BE49-F238E27FC236}">
                    <a16:creationId xmlns="" xmlns:a16="http://schemas.microsoft.com/office/drawing/2014/main" id="{D16FA189-19F7-43AB-9E2A-26EF2DCCCC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84" y="806"/>
                <a:ext cx="720" cy="403"/>
                <a:chOff x="2484" y="806"/>
                <a:chExt cx="720" cy="403"/>
              </a:xfrm>
            </p:grpSpPr>
            <p:sp>
              <p:nvSpPr>
                <p:cNvPr id="39975" name="Rectangle 72">
                  <a:extLst>
                    <a:ext uri="{FF2B5EF4-FFF2-40B4-BE49-F238E27FC236}">
                      <a16:creationId xmlns="" xmlns:a16="http://schemas.microsoft.com/office/drawing/2014/main" id="{0764526E-77EE-4B0C-80FC-04F5DCF7FC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84" y="806"/>
                  <a:ext cx="720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39976" name="Group 71">
                  <a:extLst>
                    <a:ext uri="{FF2B5EF4-FFF2-40B4-BE49-F238E27FC236}">
                      <a16:creationId xmlns="" xmlns:a16="http://schemas.microsoft.com/office/drawing/2014/main" id="{20240C69-7271-4B80-BE30-6AC7C407724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84" y="806"/>
                  <a:ext cx="720" cy="403"/>
                  <a:chOff x="2484" y="806"/>
                  <a:chExt cx="720" cy="403"/>
                </a:xfrm>
              </p:grpSpPr>
              <p:sp>
                <p:nvSpPr>
                  <p:cNvPr id="39977" name="Rectangle 23">
                    <a:extLst>
                      <a:ext uri="{FF2B5EF4-FFF2-40B4-BE49-F238E27FC236}">
                        <a16:creationId xmlns="" xmlns:a16="http://schemas.microsoft.com/office/drawing/2014/main" id="{DA0B14DC-8C44-40B2-A07A-0917CEE835D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27" y="806"/>
                    <a:ext cx="634" cy="403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000" b="1">
                        <a:solidFill>
                          <a:srgbClr val="FF0000"/>
                        </a:solidFill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55%</a:t>
                    </a: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9978" name="Rectangle 70">
                    <a:extLst>
                      <a:ext uri="{FF2B5EF4-FFF2-40B4-BE49-F238E27FC236}">
                        <a16:creationId xmlns="" xmlns:a16="http://schemas.microsoft.com/office/drawing/2014/main" id="{42B2D106-968E-41E7-A590-DB40102F37B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84" y="806"/>
                    <a:ext cx="72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24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39955" name="Group 77">
                <a:extLst>
                  <a:ext uri="{FF2B5EF4-FFF2-40B4-BE49-F238E27FC236}">
                    <a16:creationId xmlns="" xmlns:a16="http://schemas.microsoft.com/office/drawing/2014/main" id="{C681FEFA-D959-4F15-AD51-FE845F3D18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209"/>
                <a:ext cx="1044" cy="403"/>
                <a:chOff x="0" y="1209"/>
                <a:chExt cx="1044" cy="403"/>
              </a:xfrm>
            </p:grpSpPr>
            <p:sp>
              <p:nvSpPr>
                <p:cNvPr id="39971" name="Rectangle 76">
                  <a:extLst>
                    <a:ext uri="{FF2B5EF4-FFF2-40B4-BE49-F238E27FC236}">
                      <a16:creationId xmlns="" xmlns:a16="http://schemas.microsoft.com/office/drawing/2014/main" id="{8ACD94B9-7163-4019-99F6-14D5C7029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209"/>
                  <a:ext cx="1044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39972" name="Group 75">
                  <a:extLst>
                    <a:ext uri="{FF2B5EF4-FFF2-40B4-BE49-F238E27FC236}">
                      <a16:creationId xmlns="" xmlns:a16="http://schemas.microsoft.com/office/drawing/2014/main" id="{AE7CEB6B-51BE-4EFF-AAAD-4719A6ECE29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1209"/>
                  <a:ext cx="1044" cy="403"/>
                  <a:chOff x="0" y="1209"/>
                  <a:chExt cx="1044" cy="403"/>
                </a:xfrm>
              </p:grpSpPr>
              <p:sp>
                <p:nvSpPr>
                  <p:cNvPr id="39973" name="Rectangle 24">
                    <a:extLst>
                      <a:ext uri="{FF2B5EF4-FFF2-40B4-BE49-F238E27FC236}">
                        <a16:creationId xmlns="" xmlns:a16="http://schemas.microsoft.com/office/drawing/2014/main" id="{5F64CABF-7552-47A7-BF7B-AEDCBB36D78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1209"/>
                    <a:ext cx="958" cy="403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1600"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Array/Structure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9974" name="Rectangle 74">
                    <a:extLst>
                      <a:ext uri="{FF2B5EF4-FFF2-40B4-BE49-F238E27FC236}">
                        <a16:creationId xmlns="" xmlns:a16="http://schemas.microsoft.com/office/drawing/2014/main" id="{D0B60032-9ED3-4250-9884-628527759E4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1209"/>
                    <a:ext cx="1044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24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39956" name="Group 81">
                <a:extLst>
                  <a:ext uri="{FF2B5EF4-FFF2-40B4-BE49-F238E27FC236}">
                    <a16:creationId xmlns="" xmlns:a16="http://schemas.microsoft.com/office/drawing/2014/main" id="{284D27F3-2D3C-4555-A0BA-3B1578F2A9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44" y="1209"/>
                <a:ext cx="720" cy="403"/>
                <a:chOff x="1044" y="1209"/>
                <a:chExt cx="720" cy="403"/>
              </a:xfrm>
            </p:grpSpPr>
            <p:sp>
              <p:nvSpPr>
                <p:cNvPr id="39967" name="Rectangle 80">
                  <a:extLst>
                    <a:ext uri="{FF2B5EF4-FFF2-40B4-BE49-F238E27FC236}">
                      <a16:creationId xmlns="" xmlns:a16="http://schemas.microsoft.com/office/drawing/2014/main" id="{CB7F39FD-2AD5-4A34-BB38-056D8DA00F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4" y="1209"/>
                  <a:ext cx="720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39968" name="Group 79">
                  <a:extLst>
                    <a:ext uri="{FF2B5EF4-FFF2-40B4-BE49-F238E27FC236}">
                      <a16:creationId xmlns="" xmlns:a16="http://schemas.microsoft.com/office/drawing/2014/main" id="{8B6738FC-5C65-4ACA-BBCA-B2F403A2D72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44" y="1209"/>
                  <a:ext cx="720" cy="403"/>
                  <a:chOff x="1044" y="1209"/>
                  <a:chExt cx="720" cy="403"/>
                </a:xfrm>
              </p:grpSpPr>
              <p:sp>
                <p:nvSpPr>
                  <p:cNvPr id="39969" name="Rectangle 25">
                    <a:extLst>
                      <a:ext uri="{FF2B5EF4-FFF2-40B4-BE49-F238E27FC236}">
                        <a16:creationId xmlns="" xmlns:a16="http://schemas.microsoft.com/office/drawing/2014/main" id="{6616E36F-A276-49F6-BB5F-7CAF12D27FA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87" y="1209"/>
                    <a:ext cx="634" cy="403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1600"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26%</a:t>
                    </a: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9970" name="Rectangle 78">
                    <a:extLst>
                      <a:ext uri="{FF2B5EF4-FFF2-40B4-BE49-F238E27FC236}">
                        <a16:creationId xmlns="" xmlns:a16="http://schemas.microsoft.com/office/drawing/2014/main" id="{9E403987-B7E0-449C-89A4-900907F6391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44" y="1209"/>
                    <a:ext cx="72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24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39957" name="Group 85">
                <a:extLst>
                  <a:ext uri="{FF2B5EF4-FFF2-40B4-BE49-F238E27FC236}">
                    <a16:creationId xmlns="" xmlns:a16="http://schemas.microsoft.com/office/drawing/2014/main" id="{1A84F0DC-C5E4-41FD-B1DD-E136CC3F8F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64" y="1209"/>
                <a:ext cx="720" cy="403"/>
                <a:chOff x="1764" y="1209"/>
                <a:chExt cx="720" cy="403"/>
              </a:xfrm>
            </p:grpSpPr>
            <p:sp>
              <p:nvSpPr>
                <p:cNvPr id="39963" name="Rectangle 84">
                  <a:extLst>
                    <a:ext uri="{FF2B5EF4-FFF2-40B4-BE49-F238E27FC236}">
                      <a16:creationId xmlns="" xmlns:a16="http://schemas.microsoft.com/office/drawing/2014/main" id="{40A27F9E-329C-499D-A425-D65BDC0FA4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64" y="1209"/>
                  <a:ext cx="720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39964" name="Group 83">
                  <a:extLst>
                    <a:ext uri="{FF2B5EF4-FFF2-40B4-BE49-F238E27FC236}">
                      <a16:creationId xmlns="" xmlns:a16="http://schemas.microsoft.com/office/drawing/2014/main" id="{B67BF70F-4F5D-4097-830B-F41730E85D6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64" y="1209"/>
                  <a:ext cx="720" cy="403"/>
                  <a:chOff x="1764" y="1209"/>
                  <a:chExt cx="720" cy="403"/>
                </a:xfrm>
              </p:grpSpPr>
              <p:sp>
                <p:nvSpPr>
                  <p:cNvPr id="39965" name="Rectangle 26">
                    <a:extLst>
                      <a:ext uri="{FF2B5EF4-FFF2-40B4-BE49-F238E27FC236}">
                        <a16:creationId xmlns="" xmlns:a16="http://schemas.microsoft.com/office/drawing/2014/main" id="{A4C1B45A-90AC-486D-B402-DB9A3C94F42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07" y="1209"/>
                    <a:ext cx="634" cy="403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1600"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24%</a:t>
                    </a: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9966" name="Rectangle 82">
                    <a:extLst>
                      <a:ext uri="{FF2B5EF4-FFF2-40B4-BE49-F238E27FC236}">
                        <a16:creationId xmlns="" xmlns:a16="http://schemas.microsoft.com/office/drawing/2014/main" id="{AA5C834F-A66A-4245-827C-3C953EE733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64" y="1209"/>
                    <a:ext cx="72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24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39958" name="Group 89">
                <a:extLst>
                  <a:ext uri="{FF2B5EF4-FFF2-40B4-BE49-F238E27FC236}">
                    <a16:creationId xmlns="" xmlns:a16="http://schemas.microsoft.com/office/drawing/2014/main" id="{C73AA090-884E-4103-9B7D-4D82C35B48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84" y="1209"/>
                <a:ext cx="720" cy="403"/>
                <a:chOff x="2484" y="1209"/>
                <a:chExt cx="720" cy="403"/>
              </a:xfrm>
            </p:grpSpPr>
            <p:sp>
              <p:nvSpPr>
                <p:cNvPr id="39959" name="Rectangle 88">
                  <a:extLst>
                    <a:ext uri="{FF2B5EF4-FFF2-40B4-BE49-F238E27FC236}">
                      <a16:creationId xmlns="" xmlns:a16="http://schemas.microsoft.com/office/drawing/2014/main" id="{ADF613C3-D302-4924-9B71-950BFA2068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84" y="1209"/>
                  <a:ext cx="720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39960" name="Group 87">
                  <a:extLst>
                    <a:ext uri="{FF2B5EF4-FFF2-40B4-BE49-F238E27FC236}">
                      <a16:creationId xmlns="" xmlns:a16="http://schemas.microsoft.com/office/drawing/2014/main" id="{B5C02C82-2891-4FD1-8337-32D7E039335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84" y="1209"/>
                  <a:ext cx="720" cy="403"/>
                  <a:chOff x="2484" y="1209"/>
                  <a:chExt cx="720" cy="403"/>
                </a:xfrm>
              </p:grpSpPr>
              <p:sp>
                <p:nvSpPr>
                  <p:cNvPr id="39961" name="Rectangle 27">
                    <a:extLst>
                      <a:ext uri="{FF2B5EF4-FFF2-40B4-BE49-F238E27FC236}">
                        <a16:creationId xmlns="" xmlns:a16="http://schemas.microsoft.com/office/drawing/2014/main" id="{F138E2E0-85F3-4BE8-AA74-7CD9D29E98F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27" y="1209"/>
                    <a:ext cx="634" cy="403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1600"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25%</a:t>
                    </a: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9962" name="Rectangle 86">
                    <a:extLst>
                      <a:ext uri="{FF2B5EF4-FFF2-40B4-BE49-F238E27FC236}">
                        <a16:creationId xmlns="" xmlns:a16="http://schemas.microsoft.com/office/drawing/2014/main" id="{511CE8F0-5BE0-4759-B1BE-F62C42D6A06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84" y="1209"/>
                    <a:ext cx="72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24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</p:grpSp>
        <p:sp>
          <p:nvSpPr>
            <p:cNvPr id="39942" name="Rectangle 91">
              <a:extLst>
                <a:ext uri="{FF2B5EF4-FFF2-40B4-BE49-F238E27FC236}">
                  <a16:creationId xmlns="" xmlns:a16="http://schemas.microsoft.com/office/drawing/2014/main" id="{F2ABBA7F-34C1-4C86-8EFB-6418744E1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" y="-3"/>
              <a:ext cx="3210" cy="1618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Char char="—"/>
                <a:defRPr kumimoji="1"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Char char="–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0000"/>
                </a:buClr>
                <a:buChar char="+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="" xmlns:a16="http://schemas.microsoft.com/office/drawing/2014/main" id="{9149F533-C7B5-4168-AF03-F2FD8D2303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Procedure Calls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="" xmlns:a16="http://schemas.microsoft.com/office/drawing/2014/main" id="{DBB80D3C-498A-4FCE-B95D-F6B98235C6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dirty="0">
                <a:ea typeface="宋体" panose="02010600030101010101" pitchFamily="2" charset="-122"/>
              </a:rPr>
              <a:t>Very time consuming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Depends on </a:t>
            </a:r>
            <a:r>
              <a:rPr lang="en-GB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number of parameters </a:t>
            </a:r>
            <a:r>
              <a:rPr lang="en-GB" altLang="zh-CN" dirty="0">
                <a:ea typeface="宋体" panose="02010600030101010101" pitchFamily="2" charset="-122"/>
              </a:rPr>
              <a:t>passed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Depends on </a:t>
            </a:r>
            <a:r>
              <a:rPr lang="en-GB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level of nesting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Most programs do not do a lot of calls followed by lots of returns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Most variables are local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(c.f. </a:t>
            </a:r>
            <a:r>
              <a:rPr lang="en-GB" altLang="zh-CN" b="1" i="1" dirty="0">
                <a:ea typeface="宋体" panose="02010600030101010101" pitchFamily="2" charset="-122"/>
              </a:rPr>
              <a:t>locality of reference</a:t>
            </a:r>
            <a:r>
              <a:rPr lang="en-GB" altLang="zh-CN" dirty="0">
                <a:ea typeface="宋体" panose="02010600030101010101" pitchFamily="2" charset="-122"/>
              </a:rPr>
              <a:t>)</a:t>
            </a:r>
          </a:p>
          <a:p>
            <a:endParaRPr lang="en-GB" altLang="zh-CN" dirty="0">
              <a:ea typeface="宋体" panose="02010600030101010101" pitchFamily="2" charset="-122"/>
            </a:endParaRPr>
          </a:p>
          <a:p>
            <a:pPr algn="just"/>
            <a:r>
              <a:rPr lang="en-US" altLang="zh-CN" sz="2400" dirty="0"/>
              <a:t>98% of dynamically called procedures were passed </a:t>
            </a:r>
            <a:r>
              <a:rPr lang="en-US" altLang="zh-CN" sz="2400" dirty="0">
                <a:solidFill>
                  <a:srgbClr val="FF0000"/>
                </a:solidFill>
              </a:rPr>
              <a:t>fewer than six </a:t>
            </a:r>
            <a:r>
              <a:rPr lang="en-US" altLang="zh-CN" sz="2400" dirty="0"/>
              <a:t>arguments and that 92% of them used </a:t>
            </a:r>
            <a:r>
              <a:rPr lang="en-US" altLang="zh-CN" sz="2400" dirty="0">
                <a:solidFill>
                  <a:srgbClr val="FF0000"/>
                </a:solidFill>
              </a:rPr>
              <a:t>fewer than six </a:t>
            </a:r>
            <a:r>
              <a:rPr lang="en-US" altLang="zh-CN" sz="2400" dirty="0"/>
              <a:t>local scalar variables</a:t>
            </a:r>
          </a:p>
          <a:p>
            <a:r>
              <a:rPr lang="en-US" altLang="zh-CN" sz="2400" dirty="0">
                <a:solidFill>
                  <a:srgbClr val="FF0000"/>
                </a:solidFill>
              </a:rPr>
              <a:t>Narrow</a:t>
            </a:r>
            <a:r>
              <a:rPr lang="en-US" altLang="zh-CN" sz="2400" dirty="0"/>
              <a:t> window of procedure nesting depth</a:t>
            </a:r>
            <a:r>
              <a:rPr lang="en-US" altLang="zh-CN" sz="2000" dirty="0"/>
              <a:t> </a:t>
            </a:r>
            <a:br>
              <a:rPr lang="en-US" altLang="zh-CN" sz="2000" dirty="0"/>
            </a:br>
            <a:r>
              <a:rPr lang="en-US" altLang="zh-CN" sz="2000" dirty="0"/>
              <a:t> 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endParaRPr lang="en-GB" altLang="zh-CN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="" xmlns:a16="http://schemas.microsoft.com/office/drawing/2014/main" id="{AA817E12-9AF5-46A0-9052-B1A8054D98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Implications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="" xmlns:a16="http://schemas.microsoft.com/office/drawing/2014/main" id="{A76F479C-1F11-4403-B2A6-9CAEFB8177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GB" altLang="zh-CN" dirty="0">
                <a:ea typeface="宋体" panose="02010600030101010101" pitchFamily="2" charset="-122"/>
              </a:rPr>
              <a:t>Best support is given by optimising </a:t>
            </a:r>
            <a:r>
              <a:rPr lang="en-GB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most used</a:t>
            </a:r>
            <a:r>
              <a:rPr lang="en-GB" altLang="zh-CN" dirty="0">
                <a:ea typeface="宋体" panose="02010600030101010101" pitchFamily="2" charset="-122"/>
              </a:rPr>
              <a:t>  and </a:t>
            </a:r>
            <a:r>
              <a:rPr lang="en-GB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most time consuming </a:t>
            </a:r>
            <a:r>
              <a:rPr lang="en-GB" altLang="zh-CN" dirty="0">
                <a:ea typeface="宋体" panose="02010600030101010101" pitchFamily="2" charset="-122"/>
              </a:rPr>
              <a:t>features</a:t>
            </a:r>
          </a:p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</a:rPr>
              <a:t>Use </a:t>
            </a:r>
            <a:r>
              <a:rPr lang="en-US" altLang="zh-CN" u="sng" dirty="0">
                <a:highlight>
                  <a:srgbClr val="C0C0C0"/>
                </a:highlight>
                <a:ea typeface="宋体" panose="02010600030101010101" pitchFamily="2" charset="-122"/>
              </a:rPr>
              <a:t>a l</a:t>
            </a:r>
            <a:r>
              <a:rPr lang="en-GB" altLang="zh-CN" u="sng" dirty="0" err="1">
                <a:highlight>
                  <a:srgbClr val="C0C0C0"/>
                </a:highlight>
                <a:ea typeface="宋体" panose="02010600030101010101" pitchFamily="2" charset="-122"/>
              </a:rPr>
              <a:t>arge</a:t>
            </a:r>
            <a:r>
              <a:rPr lang="en-GB" altLang="zh-CN" u="sng" dirty="0">
                <a:highlight>
                  <a:srgbClr val="C0C0C0"/>
                </a:highlight>
                <a:ea typeface="宋体" panose="02010600030101010101" pitchFamily="2" charset="-122"/>
              </a:rPr>
              <a:t> number of </a:t>
            </a:r>
            <a:r>
              <a:rPr lang="en-GB" altLang="zh-CN" u="sng" dirty="0">
                <a:solidFill>
                  <a:srgbClr val="009999"/>
                </a:solidFill>
                <a:highlight>
                  <a:srgbClr val="C0C0C0"/>
                </a:highlight>
                <a:ea typeface="宋体" panose="02010600030101010101" pitchFamily="2" charset="-122"/>
              </a:rPr>
              <a:t>registers</a:t>
            </a:r>
            <a:r>
              <a:rPr lang="en-US" altLang="zh-CN" u="sng" dirty="0">
                <a:highlight>
                  <a:srgbClr val="C0C0C0"/>
                </a:highlight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or </a:t>
            </a:r>
            <a:r>
              <a:rPr lang="en-US" altLang="zh-CN" u="sng" dirty="0">
                <a:highlight>
                  <a:srgbClr val="C0C0C0"/>
                </a:highlight>
                <a:ea typeface="宋体" panose="02010600030101010101" pitchFamily="2" charset="-122"/>
              </a:rPr>
              <a:t>use a </a:t>
            </a:r>
            <a:r>
              <a:rPr lang="en-US" altLang="zh-CN" u="sng" dirty="0">
                <a:solidFill>
                  <a:srgbClr val="009999"/>
                </a:solidFill>
                <a:highlight>
                  <a:srgbClr val="C0C0C0"/>
                </a:highlight>
                <a:ea typeface="宋体" panose="02010600030101010101" pitchFamily="2" charset="-122"/>
              </a:rPr>
              <a:t>compiler</a:t>
            </a:r>
            <a:r>
              <a:rPr lang="en-US" altLang="zh-CN" dirty="0">
                <a:ea typeface="宋体" panose="02010600030101010101" pitchFamily="2" charset="-122"/>
              </a:rPr>
              <a:t> to optimize register usage</a:t>
            </a:r>
            <a:endParaRPr lang="en-GB" altLang="zh-CN" b="1" i="1" dirty="0">
              <a:ea typeface="宋体" panose="02010600030101010101" pitchFamily="2" charset="-122"/>
            </a:endParaRPr>
          </a:p>
          <a:p>
            <a:pPr lvl="1">
              <a:defRPr/>
            </a:pPr>
            <a:r>
              <a:rPr lang="en-US" altLang="zh-CN" dirty="0">
                <a:ea typeface="宋体" panose="02010600030101010101" pitchFamily="2" charset="-122"/>
              </a:rPr>
              <a:t>Optimize o</a:t>
            </a:r>
            <a:r>
              <a:rPr lang="en-GB" altLang="zh-CN" dirty="0" err="1">
                <a:ea typeface="宋体" panose="02010600030101010101" pitchFamily="2" charset="-122"/>
              </a:rPr>
              <a:t>perand</a:t>
            </a:r>
            <a:r>
              <a:rPr lang="en-GB" altLang="zh-CN" dirty="0">
                <a:ea typeface="宋体" panose="02010600030101010101" pitchFamily="2" charset="-122"/>
              </a:rPr>
              <a:t> referencing</a:t>
            </a:r>
          </a:p>
          <a:p>
            <a:pPr>
              <a:defRPr/>
            </a:pPr>
            <a:r>
              <a:rPr lang="en-GB" altLang="zh-CN" dirty="0">
                <a:ea typeface="宋体" panose="02010600030101010101" pitchFamily="2" charset="-122"/>
              </a:rPr>
              <a:t>Careful design of </a:t>
            </a:r>
            <a:r>
              <a:rPr lang="en-GB" altLang="zh-CN" b="1" i="1" dirty="0">
                <a:ea typeface="宋体" panose="02010600030101010101" pitchFamily="2" charset="-122"/>
              </a:rPr>
              <a:t>pipelines</a:t>
            </a:r>
          </a:p>
          <a:p>
            <a:pPr lvl="1">
              <a:defRPr/>
            </a:pPr>
            <a:r>
              <a:rPr lang="en-US" altLang="zh-CN" dirty="0">
                <a:ea typeface="宋体" panose="02010600030101010101" pitchFamily="2" charset="-122"/>
              </a:rPr>
              <a:t>The high proportion of conditional branch and procedure call instructions-&gt;pipeline </a:t>
            </a:r>
            <a:r>
              <a:rPr lang="en-US" altLang="zh-CN" dirty="0"/>
              <a:t>inefficient </a:t>
            </a:r>
            <a:br>
              <a:rPr lang="en-US" altLang="zh-CN" dirty="0"/>
            </a:br>
            <a:endParaRPr lang="en-GB" altLang="zh-CN" dirty="0">
              <a:ea typeface="宋体" panose="02010600030101010101" pitchFamily="2" charset="-122"/>
            </a:endParaRPr>
          </a:p>
          <a:p>
            <a:pPr>
              <a:defRPr/>
            </a:pPr>
            <a:r>
              <a:rPr lang="en-GB" altLang="zh-CN" b="1" dirty="0">
                <a:ea typeface="宋体" panose="02010600030101010101" pitchFamily="2" charset="-122"/>
              </a:rPr>
              <a:t>S</a:t>
            </a:r>
            <a:r>
              <a:rPr lang="en-GB" altLang="zh-CN" dirty="0">
                <a:ea typeface="宋体" panose="02010600030101010101" pitchFamily="2" charset="-122"/>
              </a:rPr>
              <a:t>implified (</a:t>
            </a:r>
            <a:r>
              <a:rPr lang="en-GB" altLang="zh-CN" b="1" dirty="0">
                <a:ea typeface="宋体" panose="02010600030101010101" pitchFamily="2" charset="-122"/>
              </a:rPr>
              <a:t>r</a:t>
            </a:r>
            <a:r>
              <a:rPr lang="en-GB" altLang="zh-CN" dirty="0">
                <a:ea typeface="宋体" panose="02010600030101010101" pitchFamily="2" charset="-122"/>
              </a:rPr>
              <a:t>educed) </a:t>
            </a:r>
            <a:r>
              <a:rPr lang="en-GB" altLang="zh-CN" b="1" dirty="0">
                <a:ea typeface="宋体" panose="02010600030101010101" pitchFamily="2" charset="-122"/>
              </a:rPr>
              <a:t>i</a:t>
            </a:r>
            <a:r>
              <a:rPr lang="en-GB" altLang="zh-CN" dirty="0">
                <a:ea typeface="宋体" panose="02010600030101010101" pitchFamily="2" charset="-122"/>
              </a:rPr>
              <a:t>nstruction </a:t>
            </a:r>
            <a:r>
              <a:rPr lang="en-GB" altLang="zh-CN" b="1" dirty="0">
                <a:ea typeface="宋体" panose="02010600030101010101" pitchFamily="2" charset="-122"/>
              </a:rPr>
              <a:t>s</a:t>
            </a:r>
            <a:r>
              <a:rPr lang="en-GB" altLang="zh-CN" dirty="0">
                <a:ea typeface="宋体" panose="02010600030101010101" pitchFamily="2" charset="-122"/>
              </a:rPr>
              <a:t>et</a:t>
            </a:r>
          </a:p>
          <a:p>
            <a:pPr lvl="1">
              <a:defRPr/>
            </a:pPr>
            <a:r>
              <a:rPr lang="en-US" altLang="zh-CN" dirty="0"/>
              <a:t>Instructions should have predictable costs </a:t>
            </a:r>
            <a:br>
              <a:rPr lang="en-US" altLang="zh-CN" dirty="0"/>
            </a:br>
            <a:r>
              <a:rPr lang="en-US" altLang="zh-CN" dirty="0"/>
              <a:t>and a high performance implementation. </a:t>
            </a:r>
            <a:br>
              <a:rPr lang="en-US" altLang="zh-CN" dirty="0"/>
            </a:br>
            <a:r>
              <a:rPr lang="en-US" altLang="zh-CN" dirty="0"/>
              <a:t/>
            </a:r>
            <a:br>
              <a:rPr lang="en-US" altLang="zh-CN" dirty="0"/>
            </a:br>
            <a:endParaRPr lang="en-GB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="" xmlns:a16="http://schemas.microsoft.com/office/drawing/2014/main" id="{0BDDF00A-22EE-4879-B826-4F9B78367C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15.2 The use of a large register file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="" xmlns:a16="http://schemas.microsoft.com/office/drawing/2014/main" id="{B4ABBA35-723B-4274-B869-E66AEF7C24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Register windows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Global variables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Large register file versus cache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="" xmlns:a16="http://schemas.microsoft.com/office/drawing/2014/main" id="{AB69A210-CF42-4B4D-B480-09D023A515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Large Register File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="" xmlns:a16="http://schemas.microsoft.com/office/drawing/2014/main" id="{A978147D-90E9-4668-A824-E8CA1BDD78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Software solution</a:t>
            </a:r>
          </a:p>
          <a:p>
            <a:pPr lvl="1"/>
            <a:r>
              <a:rPr lang="en-GB" altLang="zh-CN">
                <a:ea typeface="宋体" panose="02010600030101010101" pitchFamily="2" charset="-122"/>
              </a:rPr>
              <a:t>Require </a:t>
            </a:r>
            <a:r>
              <a:rPr lang="en-GB" altLang="zh-CN" i="1">
                <a:solidFill>
                  <a:srgbClr val="FF0000"/>
                </a:solidFill>
                <a:ea typeface="宋体" panose="02010600030101010101" pitchFamily="2" charset="-122"/>
              </a:rPr>
              <a:t>compiler</a:t>
            </a:r>
            <a:r>
              <a:rPr lang="en-GB" altLang="zh-CN">
                <a:ea typeface="宋体" panose="02010600030101010101" pitchFamily="2" charset="-122"/>
              </a:rPr>
              <a:t> to allocate registers</a:t>
            </a:r>
          </a:p>
          <a:p>
            <a:pPr lvl="1"/>
            <a:r>
              <a:rPr lang="en-GB" altLang="zh-CN">
                <a:ea typeface="宋体" panose="02010600030101010101" pitchFamily="2" charset="-122"/>
              </a:rPr>
              <a:t>Allocate based on </a:t>
            </a:r>
            <a:r>
              <a:rPr lang="en-GB" altLang="zh-CN" i="1">
                <a:solidFill>
                  <a:srgbClr val="FF0000"/>
                </a:solidFill>
                <a:ea typeface="宋体" panose="02010600030101010101" pitchFamily="2" charset="-122"/>
              </a:rPr>
              <a:t>most used variables </a:t>
            </a:r>
            <a:r>
              <a:rPr lang="en-GB" altLang="zh-CN">
                <a:ea typeface="宋体" panose="02010600030101010101" pitchFamily="2" charset="-122"/>
              </a:rPr>
              <a:t>in a given time</a:t>
            </a:r>
          </a:p>
          <a:p>
            <a:pPr lvl="1"/>
            <a:r>
              <a:rPr lang="en-GB" altLang="zh-CN">
                <a:ea typeface="宋体" panose="02010600030101010101" pitchFamily="2" charset="-122"/>
              </a:rPr>
              <a:t>Requires </a:t>
            </a:r>
            <a:r>
              <a:rPr lang="en-GB" altLang="zh-CN" i="1">
                <a:solidFill>
                  <a:srgbClr val="FF0000"/>
                </a:solidFill>
                <a:ea typeface="宋体" panose="02010600030101010101" pitchFamily="2" charset="-122"/>
              </a:rPr>
              <a:t>sophisticated program analysis</a:t>
            </a:r>
          </a:p>
          <a:p>
            <a:r>
              <a:rPr lang="en-GB" altLang="zh-CN">
                <a:ea typeface="宋体" panose="02010600030101010101" pitchFamily="2" charset="-122"/>
              </a:rPr>
              <a:t>Hardware solution</a:t>
            </a:r>
          </a:p>
          <a:p>
            <a:pPr lvl="1"/>
            <a:r>
              <a:rPr lang="en-GB" altLang="zh-CN">
                <a:ea typeface="宋体" panose="02010600030101010101" pitchFamily="2" charset="-122"/>
              </a:rPr>
              <a:t>Have </a:t>
            </a:r>
            <a:r>
              <a:rPr lang="en-GB" altLang="zh-CN" i="1">
                <a:solidFill>
                  <a:srgbClr val="FF0000"/>
                </a:solidFill>
                <a:ea typeface="宋体" panose="02010600030101010101" pitchFamily="2" charset="-122"/>
              </a:rPr>
              <a:t>more registers</a:t>
            </a:r>
          </a:p>
          <a:p>
            <a:pPr lvl="1"/>
            <a:r>
              <a:rPr lang="en-GB" altLang="zh-CN">
                <a:ea typeface="宋体" panose="02010600030101010101" pitchFamily="2" charset="-122"/>
              </a:rPr>
              <a:t>Thus more variables will be in registers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="" xmlns:a16="http://schemas.microsoft.com/office/drawing/2014/main" id="{8B246BA4-D66E-4490-A759-77EF8F3D51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Registers for Local Variables</a:t>
            </a:r>
            <a:endParaRPr lang="en-GB" altLang="zh-CN" sz="3200">
              <a:ea typeface="宋体" panose="02010600030101010101" pitchFamily="2" charset="-122"/>
            </a:endParaRPr>
          </a:p>
        </p:txBody>
      </p:sp>
      <p:sp>
        <p:nvSpPr>
          <p:cNvPr id="40963" name="Rectangle 3">
            <a:extLst>
              <a:ext uri="{FF2B5EF4-FFF2-40B4-BE49-F238E27FC236}">
                <a16:creationId xmlns="" xmlns:a16="http://schemas.microsoft.com/office/drawing/2014/main" id="{58A7A09D-8E9E-4FAB-AE1B-72ED667C77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178800" cy="2506663"/>
          </a:xfrm>
        </p:spPr>
        <p:txBody>
          <a:bodyPr/>
          <a:lstStyle/>
          <a:p>
            <a:pPr>
              <a:defRPr/>
            </a:pPr>
            <a:r>
              <a:rPr lang="en-GB" altLang="zh-CN" dirty="0">
                <a:ea typeface="宋体" panose="02010600030101010101" pitchFamily="2" charset="-122"/>
              </a:rPr>
              <a:t>Use of </a:t>
            </a:r>
            <a:r>
              <a:rPr lang="en-GB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large set of registers </a:t>
            </a:r>
            <a:r>
              <a:rPr lang="en-GB" altLang="zh-CN" dirty="0">
                <a:ea typeface="宋体" panose="02010600030101010101" pitchFamily="2" charset="-122"/>
              </a:rPr>
              <a:t>reduces memory access</a:t>
            </a:r>
          </a:p>
          <a:p>
            <a:pPr>
              <a:defRPr/>
            </a:pPr>
            <a:r>
              <a:rPr lang="en-GB" altLang="zh-CN" dirty="0">
                <a:ea typeface="宋体" panose="02010600030101010101" pitchFamily="2" charset="-122"/>
              </a:rPr>
              <a:t>Design task is to </a:t>
            </a:r>
            <a:r>
              <a:rPr lang="en-GB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organize the registers</a:t>
            </a:r>
          </a:p>
          <a:p>
            <a:pPr>
              <a:defRPr/>
            </a:pPr>
            <a:r>
              <a:rPr lang="en-GB" altLang="zh-CN" dirty="0">
                <a:ea typeface="宋体" panose="02010600030101010101" pitchFamily="2" charset="-122"/>
              </a:rPr>
              <a:t>Store </a:t>
            </a:r>
            <a:r>
              <a:rPr lang="en-GB" altLang="zh-CN" b="1" i="1" dirty="0">
                <a:ea typeface="宋体" panose="02010600030101010101" pitchFamily="2" charset="-122"/>
              </a:rPr>
              <a:t>local scalar </a:t>
            </a:r>
            <a:r>
              <a:rPr lang="en-GB" altLang="zh-CN" dirty="0">
                <a:ea typeface="宋体" panose="02010600030101010101" pitchFamily="2" charset="-122"/>
              </a:rPr>
              <a:t>variables in registers</a:t>
            </a:r>
          </a:p>
          <a:p>
            <a:pPr marL="0" indent="0">
              <a:buFontTx/>
              <a:buNone/>
              <a:defRPr/>
            </a:pPr>
            <a:endParaRPr lang="en-GB" altLang="zh-CN" dirty="0">
              <a:ea typeface="宋体" panose="02010600030101010101" pitchFamily="2" charset="-122"/>
            </a:endParaRPr>
          </a:p>
          <a:p>
            <a:pPr>
              <a:defRPr/>
            </a:pPr>
            <a:endParaRPr lang="en-GB" altLang="zh-CN" dirty="0">
              <a:ea typeface="宋体" panose="02010600030101010101" pitchFamily="2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="" xmlns:a16="http://schemas.microsoft.com/office/drawing/2014/main" id="{B1D01A5F-6073-4CB8-B46E-E46D47A317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400" y="4156075"/>
            <a:ext cx="8629650" cy="273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GB" altLang="zh-CN" kern="0" dirty="0">
                <a:ea typeface="宋体" panose="02010600030101010101" pitchFamily="2" charset="-122"/>
              </a:rPr>
              <a:t>Every procedure (function) call changes </a:t>
            </a:r>
            <a:r>
              <a:rPr lang="en-GB" altLang="zh-CN" b="1" i="1" kern="0" dirty="0">
                <a:ea typeface="宋体" panose="02010600030101010101" pitchFamily="2" charset="-122"/>
              </a:rPr>
              <a:t>locality. --&gt;local variables must be saved from reg. to memory.</a:t>
            </a:r>
            <a:endParaRPr lang="en-GB" altLang="zh-CN" b="1" i="1" kern="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>
              <a:defRPr/>
            </a:pPr>
            <a:r>
              <a:rPr lang="en-GB" altLang="zh-CN" i="1" kern="0" dirty="0">
                <a:solidFill>
                  <a:srgbClr val="FF0000"/>
                </a:solidFill>
                <a:ea typeface="宋体" panose="02010600030101010101" pitchFamily="2" charset="-122"/>
              </a:rPr>
              <a:t>Parameters</a:t>
            </a:r>
            <a:r>
              <a:rPr lang="en-GB" altLang="zh-CN" kern="0" dirty="0">
                <a:ea typeface="宋体" panose="02010600030101010101" pitchFamily="2" charset="-122"/>
              </a:rPr>
              <a:t> must be passed</a:t>
            </a:r>
          </a:p>
          <a:p>
            <a:pPr lvl="1">
              <a:defRPr/>
            </a:pPr>
            <a:r>
              <a:rPr lang="en-GB" altLang="zh-CN" i="1" kern="0" dirty="0">
                <a:solidFill>
                  <a:srgbClr val="FF0000"/>
                </a:solidFill>
                <a:ea typeface="宋体" panose="02010600030101010101" pitchFamily="2" charset="-122"/>
              </a:rPr>
              <a:t>Results </a:t>
            </a:r>
            <a:r>
              <a:rPr lang="en-GB" altLang="zh-CN" kern="0" dirty="0">
                <a:ea typeface="宋体" panose="02010600030101010101" pitchFamily="2" charset="-122"/>
              </a:rPr>
              <a:t>must be returned</a:t>
            </a:r>
          </a:p>
          <a:p>
            <a:pPr lvl="1">
              <a:defRPr/>
            </a:pPr>
            <a:r>
              <a:rPr lang="en-GB" altLang="zh-CN" i="1" kern="0" dirty="0">
                <a:solidFill>
                  <a:srgbClr val="FF0000"/>
                </a:solidFill>
                <a:ea typeface="宋体" panose="02010600030101010101" pitchFamily="2" charset="-122"/>
              </a:rPr>
              <a:t>Variables</a:t>
            </a:r>
            <a:r>
              <a:rPr lang="en-GB" altLang="zh-CN" kern="0" dirty="0">
                <a:ea typeface="宋体" panose="02010600030101010101" pitchFamily="2" charset="-122"/>
              </a:rPr>
              <a:t> from calling programs must be restored</a:t>
            </a:r>
          </a:p>
          <a:p>
            <a:pPr>
              <a:defRPr/>
            </a:pPr>
            <a:endParaRPr lang="en-GB" altLang="zh-CN" kern="0" dirty="0">
              <a:ea typeface="宋体" panose="02010600030101010101" pitchFamily="2" charset="-122"/>
            </a:endParaRPr>
          </a:p>
          <a:p>
            <a:pPr>
              <a:defRPr/>
            </a:pPr>
            <a:endParaRPr lang="en-GB" altLang="zh-CN" kern="0" dirty="0">
              <a:ea typeface="宋体" panose="02010600030101010101" pitchFamily="2" charset="-122"/>
            </a:endParaRPr>
          </a:p>
        </p:txBody>
      </p:sp>
      <p:pic>
        <p:nvPicPr>
          <p:cNvPr id="49157" name="图片 2">
            <a:extLst>
              <a:ext uri="{FF2B5EF4-FFF2-40B4-BE49-F238E27FC236}">
                <a16:creationId xmlns="" xmlns:a16="http://schemas.microsoft.com/office/drawing/2014/main" id="{52452CB1-DE93-4E02-AEF5-3B082E60D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5" y="2963863"/>
            <a:ext cx="1874838" cy="119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图片 4">
            <a:extLst>
              <a:ext uri="{FF2B5EF4-FFF2-40B4-BE49-F238E27FC236}">
                <a16:creationId xmlns="" xmlns:a16="http://schemas.microsoft.com/office/drawing/2014/main" id="{0581BDA9-95A6-4324-9F11-0082D43F8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8" y="4779963"/>
            <a:ext cx="2952750" cy="205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3" name="Rectangle 2">
            <a:extLst>
              <a:ext uri="{FF2B5EF4-FFF2-40B4-BE49-F238E27FC236}">
                <a16:creationId xmlns="" xmlns:a16="http://schemas.microsoft.com/office/drawing/2014/main" id="{9E869557-788A-4B17-B701-DFD1BAEA4C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Register Windows</a:t>
            </a:r>
          </a:p>
        </p:txBody>
      </p:sp>
      <p:sp>
        <p:nvSpPr>
          <p:cNvPr id="51204" name="Rectangle 3">
            <a:extLst>
              <a:ext uri="{FF2B5EF4-FFF2-40B4-BE49-F238E27FC236}">
                <a16:creationId xmlns="" xmlns:a16="http://schemas.microsoft.com/office/drawing/2014/main" id="{40918D4D-308D-4374-A00D-14BB886B9B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178800" cy="3636963"/>
          </a:xfrm>
        </p:spPr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Only </a:t>
            </a:r>
            <a:r>
              <a:rPr lang="en-GB" altLang="zh-CN" i="1">
                <a:solidFill>
                  <a:srgbClr val="FF0000"/>
                </a:solidFill>
                <a:ea typeface="宋体" panose="02010600030101010101" pitchFamily="2" charset="-122"/>
              </a:rPr>
              <a:t>few</a:t>
            </a:r>
            <a:r>
              <a:rPr lang="en-GB" altLang="zh-CN">
                <a:ea typeface="宋体" panose="02010600030101010101" pitchFamily="2" charset="-122"/>
              </a:rPr>
              <a:t> parameters</a:t>
            </a:r>
          </a:p>
          <a:p>
            <a:r>
              <a:rPr lang="en-GB" altLang="zh-CN" i="1">
                <a:solidFill>
                  <a:srgbClr val="FF0000"/>
                </a:solidFill>
                <a:ea typeface="宋体" panose="02010600030101010101" pitchFamily="2" charset="-122"/>
              </a:rPr>
              <a:t>Limited</a:t>
            </a:r>
            <a:r>
              <a:rPr lang="en-GB" altLang="zh-CN">
                <a:ea typeface="宋体" panose="02010600030101010101" pitchFamily="2" charset="-122"/>
              </a:rPr>
              <a:t> range of depth of call</a:t>
            </a:r>
          </a:p>
          <a:p>
            <a:endParaRPr lang="en-GB" altLang="zh-CN">
              <a:ea typeface="宋体" panose="02010600030101010101" pitchFamily="2" charset="-122"/>
            </a:endParaRPr>
          </a:p>
          <a:p>
            <a:r>
              <a:rPr lang="en-GB" altLang="zh-CN">
                <a:ea typeface="宋体" panose="02010600030101010101" pitchFamily="2" charset="-122"/>
              </a:rPr>
              <a:t>Use </a:t>
            </a:r>
            <a:r>
              <a:rPr lang="en-GB" altLang="zh-CN" i="1">
                <a:solidFill>
                  <a:srgbClr val="FF0000"/>
                </a:solidFill>
                <a:ea typeface="宋体" panose="02010600030101010101" pitchFamily="2" charset="-122"/>
              </a:rPr>
              <a:t>multiple small sets </a:t>
            </a:r>
            <a:r>
              <a:rPr lang="en-GB" altLang="zh-CN">
                <a:ea typeface="宋体" panose="02010600030101010101" pitchFamily="2" charset="-122"/>
              </a:rPr>
              <a:t>of registers</a:t>
            </a:r>
          </a:p>
          <a:p>
            <a:r>
              <a:rPr lang="en-GB" altLang="zh-CN">
                <a:ea typeface="宋体" panose="02010600030101010101" pitchFamily="2" charset="-122"/>
              </a:rPr>
              <a:t>Calls </a:t>
            </a:r>
            <a:r>
              <a:rPr lang="en-GB" altLang="zh-CN" i="1">
                <a:solidFill>
                  <a:srgbClr val="FF0000"/>
                </a:solidFill>
                <a:ea typeface="宋体" panose="02010600030101010101" pitchFamily="2" charset="-122"/>
              </a:rPr>
              <a:t>switch to</a:t>
            </a:r>
            <a:r>
              <a:rPr lang="en-GB" altLang="zh-CN">
                <a:ea typeface="宋体" panose="02010600030101010101" pitchFamily="2" charset="-122"/>
              </a:rPr>
              <a:t> a different set of registers</a:t>
            </a:r>
          </a:p>
          <a:p>
            <a:r>
              <a:rPr lang="en-GB" altLang="zh-CN">
                <a:ea typeface="宋体" panose="02010600030101010101" pitchFamily="2" charset="-122"/>
              </a:rPr>
              <a:t>Returns </a:t>
            </a:r>
            <a:r>
              <a:rPr lang="en-GB" altLang="zh-CN" i="1">
                <a:solidFill>
                  <a:srgbClr val="FF0000"/>
                </a:solidFill>
                <a:ea typeface="宋体" panose="02010600030101010101" pitchFamily="2" charset="-122"/>
              </a:rPr>
              <a:t>switch back to </a:t>
            </a:r>
            <a:r>
              <a:rPr lang="en-GB" altLang="zh-CN">
                <a:ea typeface="宋体" panose="02010600030101010101" pitchFamily="2" charset="-122"/>
              </a:rPr>
              <a:t>a previously used set of registers</a:t>
            </a:r>
          </a:p>
          <a:p>
            <a:endParaRPr lang="en-GB" altLang="zh-CN">
              <a:ea typeface="宋体" panose="02010600030101010101" pitchFamily="2" charset="-122"/>
            </a:endParaRPr>
          </a:p>
        </p:txBody>
      </p:sp>
      <p:pic>
        <p:nvPicPr>
          <p:cNvPr id="51205" name="图片 1">
            <a:extLst>
              <a:ext uri="{FF2B5EF4-FFF2-40B4-BE49-F238E27FC236}">
                <a16:creationId xmlns="" xmlns:a16="http://schemas.microsoft.com/office/drawing/2014/main" id="{87B73287-79C1-4EF6-A84E-15A6ECC78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4779963"/>
            <a:ext cx="3235325" cy="195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="" xmlns:a16="http://schemas.microsoft.com/office/drawing/2014/main" id="{C9A34F08-476C-48F2-9222-69A1D932C459}"/>
              </a:ext>
            </a:extLst>
          </p:cNvPr>
          <p:cNvSpPr/>
          <p:nvPr/>
        </p:nvSpPr>
        <p:spPr>
          <a:xfrm>
            <a:off x="6012160" y="4980949"/>
            <a:ext cx="3251052" cy="175432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GB" altLang="zh-CN" sz="5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a typeface="宋体" panose="02010600030101010101" pitchFamily="2" charset="-122"/>
              </a:rPr>
              <a:t>Register</a:t>
            </a:r>
          </a:p>
          <a:p>
            <a:pPr algn="ctr">
              <a:defRPr/>
            </a:pPr>
            <a:r>
              <a:rPr lang="en-GB" altLang="zh-CN" sz="5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a typeface="宋体" panose="02010600030101010101" pitchFamily="2" charset="-122"/>
              </a:rPr>
              <a:t> Windows</a:t>
            </a:r>
            <a:endParaRPr lang="zh-CN" altLang="en-US" sz="54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="" xmlns:a16="http://schemas.microsoft.com/office/drawing/2014/main" id="{C33000DC-D5C4-411C-AC61-7AA9FD6299D0}"/>
              </a:ext>
            </a:extLst>
          </p:cNvPr>
          <p:cNvCxnSpPr/>
          <p:nvPr/>
        </p:nvCxnSpPr>
        <p:spPr bwMode="auto">
          <a:xfrm>
            <a:off x="3492500" y="2133600"/>
            <a:ext cx="0" cy="431800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="" xmlns:a16="http://schemas.microsoft.com/office/drawing/2014/main" id="{0EEA9B0C-EFCB-408F-8CE1-2CBB8E66F9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Register Windows cont.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="" xmlns:a16="http://schemas.microsoft.com/office/drawing/2014/main" id="{268875DE-5A2D-4597-80A3-1CAA8F5B8A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Three areas within a register set</a:t>
            </a:r>
          </a:p>
          <a:p>
            <a:pPr lvl="1"/>
            <a:r>
              <a:rPr lang="en-GB" altLang="zh-CN" b="1">
                <a:ea typeface="宋体" panose="02010600030101010101" pitchFamily="2" charset="-122"/>
              </a:rPr>
              <a:t>Parameter</a:t>
            </a:r>
            <a:r>
              <a:rPr lang="en-GB" altLang="zh-CN">
                <a:ea typeface="宋体" panose="02010600030101010101" pitchFamily="2" charset="-122"/>
              </a:rPr>
              <a:t> registers</a:t>
            </a:r>
          </a:p>
          <a:p>
            <a:pPr lvl="1"/>
            <a:r>
              <a:rPr lang="en-GB" altLang="zh-CN" b="1">
                <a:ea typeface="宋体" panose="02010600030101010101" pitchFamily="2" charset="-122"/>
              </a:rPr>
              <a:t>Local</a:t>
            </a:r>
            <a:r>
              <a:rPr lang="en-GB" altLang="zh-CN">
                <a:ea typeface="宋体" panose="02010600030101010101" pitchFamily="2" charset="-122"/>
              </a:rPr>
              <a:t> registers</a:t>
            </a:r>
          </a:p>
          <a:p>
            <a:pPr lvl="1"/>
            <a:r>
              <a:rPr lang="en-GB" altLang="zh-CN" b="1">
                <a:ea typeface="宋体" panose="02010600030101010101" pitchFamily="2" charset="-122"/>
              </a:rPr>
              <a:t>Temporary</a:t>
            </a:r>
            <a:r>
              <a:rPr lang="en-GB" altLang="zh-CN">
                <a:ea typeface="宋体" panose="02010600030101010101" pitchFamily="2" charset="-122"/>
              </a:rPr>
              <a:t> registers</a:t>
            </a:r>
          </a:p>
          <a:p>
            <a:pPr lvl="1"/>
            <a:endParaRPr lang="en-GB" altLang="zh-CN">
              <a:ea typeface="宋体" panose="02010600030101010101" pitchFamily="2" charset="-122"/>
            </a:endParaRPr>
          </a:p>
          <a:p>
            <a:pPr lvl="1"/>
            <a:r>
              <a:rPr lang="en-GB" altLang="zh-CN">
                <a:ea typeface="宋体" panose="02010600030101010101" pitchFamily="2" charset="-122"/>
              </a:rPr>
              <a:t>Temporary registers from one set </a:t>
            </a:r>
            <a:r>
              <a:rPr lang="en-GB" altLang="zh-CN" b="1" i="1">
                <a:solidFill>
                  <a:srgbClr val="FF0000"/>
                </a:solidFill>
                <a:ea typeface="宋体" panose="02010600030101010101" pitchFamily="2" charset="-122"/>
              </a:rPr>
              <a:t>overlap </a:t>
            </a:r>
            <a:r>
              <a:rPr lang="en-GB" altLang="zh-CN">
                <a:ea typeface="宋体" panose="02010600030101010101" pitchFamily="2" charset="-122"/>
              </a:rPr>
              <a:t>parameter registers from the next</a:t>
            </a:r>
          </a:p>
          <a:p>
            <a:pPr lvl="1"/>
            <a:r>
              <a:rPr lang="en-GB" altLang="zh-CN">
                <a:ea typeface="宋体" panose="02010600030101010101" pitchFamily="2" charset="-122"/>
              </a:rPr>
              <a:t>This allows parameter passing </a:t>
            </a:r>
            <a:r>
              <a:rPr lang="en-GB" altLang="zh-CN" i="1">
                <a:solidFill>
                  <a:srgbClr val="FF0000"/>
                </a:solidFill>
                <a:ea typeface="宋体" panose="02010600030101010101" pitchFamily="2" charset="-122"/>
              </a:rPr>
              <a:t>without moving data</a:t>
            </a:r>
          </a:p>
          <a:p>
            <a:pPr lvl="1"/>
            <a:endParaRPr lang="en-GB" altLang="zh-CN">
              <a:ea typeface="宋体" panose="02010600030101010101" pitchFamily="2" charset="-122"/>
            </a:endParaRPr>
          </a:p>
        </p:txBody>
      </p:sp>
      <p:pic>
        <p:nvPicPr>
          <p:cNvPr id="53252" name="图片 2">
            <a:extLst>
              <a:ext uri="{FF2B5EF4-FFF2-40B4-BE49-F238E27FC236}">
                <a16:creationId xmlns="" xmlns:a16="http://schemas.microsoft.com/office/drawing/2014/main" id="{0660091D-57E4-40B4-9073-E770AA582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5373688"/>
            <a:ext cx="6854825" cy="103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xmlns="" id="{BF138A26-1D7B-43E4-BA99-62D7ADA641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Overlapping Register Windows</a:t>
            </a:r>
          </a:p>
        </p:txBody>
      </p:sp>
      <p:pic>
        <p:nvPicPr>
          <p:cNvPr id="55299" name="图片 3">
            <a:extLst>
              <a:ext uri="{FF2B5EF4-FFF2-40B4-BE49-F238E27FC236}">
                <a16:creationId xmlns:a16="http://schemas.microsoft.com/office/drawing/2014/main" xmlns="" id="{3EF0C7B0-2F73-4A43-A9DE-87370A6D9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73238"/>
            <a:ext cx="9180513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xmlns="" id="{CEA8882E-6447-41C5-8D8F-B020E57FEADF}"/>
              </a:ext>
            </a:extLst>
          </p:cNvPr>
          <p:cNvSpPr/>
          <p:nvPr/>
        </p:nvSpPr>
        <p:spPr bwMode="auto">
          <a:xfrm>
            <a:off x="2339975" y="1484313"/>
            <a:ext cx="1152525" cy="2376487"/>
          </a:xfrm>
          <a:prstGeom prst="roundRect">
            <a:avLst/>
          </a:prstGeom>
          <a:noFill/>
          <a:ln w="28575" cap="flat" cmpd="sng" algn="ctr">
            <a:solidFill>
              <a:schemeClr val="accent3">
                <a:lumMod val="50000"/>
              </a:schemeClr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xmlns="" id="{43B0CD97-F44C-4862-97D2-E4941E7E1B77}"/>
              </a:ext>
            </a:extLst>
          </p:cNvPr>
          <p:cNvSpPr/>
          <p:nvPr/>
        </p:nvSpPr>
        <p:spPr bwMode="auto">
          <a:xfrm>
            <a:off x="4643438" y="2708275"/>
            <a:ext cx="1152525" cy="2376488"/>
          </a:xfrm>
          <a:prstGeom prst="roundRect">
            <a:avLst/>
          </a:prstGeom>
          <a:noFill/>
          <a:ln w="28575" cap="flat" cmpd="sng" algn="ctr">
            <a:solidFill>
              <a:schemeClr val="accent3">
                <a:lumMod val="50000"/>
              </a:schemeClr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5302" name="矩形 5">
            <a:extLst>
              <a:ext uri="{FF2B5EF4-FFF2-40B4-BE49-F238E27FC236}">
                <a16:creationId xmlns:a16="http://schemas.microsoft.com/office/drawing/2014/main" xmlns="" id="{FFD130C7-DC58-4F94-9A8A-828325689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3867150"/>
            <a:ext cx="11239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GB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overlap</a:t>
            </a: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303" name="矩形 9">
            <a:extLst>
              <a:ext uri="{FF2B5EF4-FFF2-40B4-BE49-F238E27FC236}">
                <a16:creationId xmlns:a16="http://schemas.microsoft.com/office/drawing/2014/main" xmlns="" id="{124133FC-7BBA-438E-A2B5-63058EB6E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0" y="5068888"/>
            <a:ext cx="11239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GB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overlap</a:t>
            </a: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304" name="矩形 6">
            <a:extLst>
              <a:ext uri="{FF2B5EF4-FFF2-40B4-BE49-F238E27FC236}">
                <a16:creationId xmlns:a16="http://schemas.microsoft.com/office/drawing/2014/main" xmlns="" id="{761EC1A8-2C07-4D72-8449-10FA607C8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5867400"/>
            <a:ext cx="84963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GB" altLang="zh-CN" sz="24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Temporary registers </a:t>
            </a:r>
            <a:r>
              <a:rPr kumimoji="0" lang="en-GB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 </a:t>
            </a:r>
            <a:r>
              <a:rPr kumimoji="0"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 </a:t>
            </a:r>
            <a:r>
              <a:rPr kumimoji="0" lang="en-US" altLang="zh-CN" sz="2400" u="sng">
                <a:latin typeface="微软雅黑" panose="020B0503020204020204" pitchFamily="34" charset="-122"/>
                <a:ea typeface="微软雅黑" panose="020B0503020204020204" pitchFamily="34" charset="-122"/>
              </a:rPr>
              <a:t>parameters</a:t>
            </a:r>
            <a:r>
              <a:rPr kumimoji="0"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</a:t>
            </a:r>
            <a:r>
              <a:rPr kumimoji="0"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deeper called functions, the </a:t>
            </a:r>
            <a:r>
              <a:rPr kumimoji="0" lang="en-US" altLang="zh-CN" sz="2400" u="sng">
                <a:latin typeface="微软雅黑" panose="020B0503020204020204" pitchFamily="34" charset="-122"/>
                <a:ea typeface="微软雅黑" panose="020B0503020204020204" pitchFamily="34" charset="-122"/>
              </a:rPr>
              <a:t>return</a:t>
            </a:r>
            <a:r>
              <a:rPr kumimoji="0"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value </a:t>
            </a:r>
            <a:r>
              <a:rPr kumimoji="0"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from</a:t>
            </a:r>
            <a:r>
              <a:rPr kumimoji="0"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deeper function calls</a:t>
            </a: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58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="" xmlns:a16="http://schemas.microsoft.com/office/drawing/2014/main" id="{BF138A26-1D7B-43E4-BA99-62D7ADA641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Overlapping Register Windows</a:t>
            </a:r>
          </a:p>
        </p:txBody>
      </p:sp>
      <p:sp>
        <p:nvSpPr>
          <p:cNvPr id="2" name="矩形 1"/>
          <p:cNvSpPr/>
          <p:nvPr/>
        </p:nvSpPr>
        <p:spPr>
          <a:xfrm>
            <a:off x="467544" y="1050994"/>
            <a:ext cx="784887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zh-CN" dirty="0"/>
              <a:t>void main(){</a:t>
            </a:r>
          </a:p>
          <a:p>
            <a:r>
              <a:rPr lang="en-GB" altLang="zh-CN" dirty="0" smtClean="0"/>
              <a:t>    </a:t>
            </a:r>
            <a:r>
              <a:rPr lang="en-GB" altLang="zh-CN" dirty="0" err="1" smtClean="0"/>
              <a:t>int</a:t>
            </a:r>
            <a:r>
              <a:rPr lang="en-GB" altLang="zh-CN" dirty="0" smtClean="0"/>
              <a:t> </a:t>
            </a:r>
            <a:r>
              <a:rPr lang="en-GB" altLang="zh-CN" dirty="0"/>
              <a:t>a1</a:t>
            </a:r>
            <a:r>
              <a:rPr lang="en-GB" altLang="zh-CN" dirty="0" smtClean="0"/>
              <a:t>, a2, a3</a:t>
            </a:r>
            <a:r>
              <a:rPr lang="en-GB" altLang="zh-CN" dirty="0"/>
              <a:t>;</a:t>
            </a:r>
          </a:p>
          <a:p>
            <a:r>
              <a:rPr lang="en-GB" altLang="zh-CN" dirty="0" smtClean="0"/>
              <a:t>    a3 = A(a1, a2</a:t>
            </a:r>
            <a:r>
              <a:rPr lang="en-GB" altLang="zh-CN" dirty="0"/>
              <a:t>);</a:t>
            </a:r>
          </a:p>
          <a:p>
            <a:r>
              <a:rPr lang="en-GB" altLang="zh-CN" dirty="0"/>
              <a:t>}</a:t>
            </a:r>
          </a:p>
          <a:p>
            <a:r>
              <a:rPr lang="en-GB" altLang="zh-CN" dirty="0" err="1"/>
              <a:t>int</a:t>
            </a:r>
            <a:r>
              <a:rPr lang="en-GB" altLang="zh-CN" dirty="0"/>
              <a:t> A(</a:t>
            </a:r>
            <a:r>
              <a:rPr lang="en-GB" altLang="zh-CN" dirty="0" err="1"/>
              <a:t>int</a:t>
            </a:r>
            <a:r>
              <a:rPr lang="en-GB" altLang="zh-CN" dirty="0"/>
              <a:t> a1</a:t>
            </a:r>
            <a:r>
              <a:rPr lang="en-GB" altLang="zh-CN" dirty="0" smtClean="0"/>
              <a:t>, </a:t>
            </a:r>
            <a:r>
              <a:rPr lang="en-GB" altLang="zh-CN" dirty="0" err="1" smtClean="0"/>
              <a:t>int</a:t>
            </a:r>
            <a:r>
              <a:rPr lang="en-GB" altLang="zh-CN" dirty="0" smtClean="0"/>
              <a:t> </a:t>
            </a:r>
            <a:r>
              <a:rPr lang="en-GB" altLang="zh-CN" dirty="0"/>
              <a:t>a2){</a:t>
            </a:r>
          </a:p>
          <a:p>
            <a:r>
              <a:rPr lang="en-GB" altLang="zh-CN" dirty="0" smtClean="0"/>
              <a:t>    </a:t>
            </a:r>
            <a:r>
              <a:rPr lang="en-GB" altLang="zh-CN" dirty="0" err="1" smtClean="0"/>
              <a:t>int</a:t>
            </a:r>
            <a:r>
              <a:rPr lang="en-GB" altLang="zh-CN" dirty="0" smtClean="0"/>
              <a:t> </a:t>
            </a:r>
            <a:r>
              <a:rPr lang="en-GB" altLang="zh-CN" dirty="0"/>
              <a:t>b1,b2,b3</a:t>
            </a:r>
            <a:r>
              <a:rPr lang="en-US" altLang="zh-CN" dirty="0"/>
              <a:t>,b4</a:t>
            </a:r>
            <a:r>
              <a:rPr lang="en-GB" altLang="zh-CN" dirty="0"/>
              <a:t>;</a:t>
            </a:r>
          </a:p>
          <a:p>
            <a:r>
              <a:rPr lang="en-GB" altLang="zh-CN" dirty="0" smtClean="0"/>
              <a:t>    b1 = a1 + a2</a:t>
            </a:r>
            <a:r>
              <a:rPr lang="en-GB" altLang="zh-CN" dirty="0"/>
              <a:t>;</a:t>
            </a:r>
          </a:p>
          <a:p>
            <a:r>
              <a:rPr lang="en-GB" altLang="zh-CN" dirty="0" smtClean="0"/>
              <a:t>    b2 = a1 - a2</a:t>
            </a:r>
            <a:r>
              <a:rPr lang="en-GB" altLang="zh-CN" dirty="0"/>
              <a:t>;</a:t>
            </a:r>
          </a:p>
          <a:p>
            <a:r>
              <a:rPr lang="en-GB" altLang="zh-CN" dirty="0" smtClean="0"/>
              <a:t>    b3 = B(b1, b2</a:t>
            </a:r>
            <a:r>
              <a:rPr lang="en-GB" altLang="zh-CN" dirty="0"/>
              <a:t>);</a:t>
            </a:r>
          </a:p>
          <a:p>
            <a:r>
              <a:rPr lang="en-GB" altLang="zh-CN" dirty="0" smtClean="0"/>
              <a:t>    b4=b3+1</a:t>
            </a:r>
            <a:r>
              <a:rPr lang="en-GB" altLang="zh-CN" dirty="0"/>
              <a:t>;</a:t>
            </a:r>
          </a:p>
          <a:p>
            <a:r>
              <a:rPr lang="en-GB" altLang="zh-CN" dirty="0" smtClean="0"/>
              <a:t>    return </a:t>
            </a:r>
            <a:r>
              <a:rPr lang="en-GB" altLang="zh-CN" dirty="0"/>
              <a:t>b4;}</a:t>
            </a:r>
          </a:p>
          <a:p>
            <a:r>
              <a:rPr lang="en-GB" altLang="zh-CN" dirty="0" err="1"/>
              <a:t>int</a:t>
            </a:r>
            <a:r>
              <a:rPr lang="en-GB" altLang="zh-CN" dirty="0"/>
              <a:t> B(</a:t>
            </a:r>
            <a:r>
              <a:rPr lang="en-GB" altLang="zh-CN" dirty="0" err="1"/>
              <a:t>int</a:t>
            </a:r>
            <a:r>
              <a:rPr lang="en-GB" altLang="zh-CN" dirty="0"/>
              <a:t> b1</a:t>
            </a:r>
            <a:r>
              <a:rPr lang="en-GB" altLang="zh-CN" dirty="0" smtClean="0"/>
              <a:t>, </a:t>
            </a:r>
            <a:r>
              <a:rPr lang="en-GB" altLang="zh-CN" dirty="0" err="1" smtClean="0"/>
              <a:t>int</a:t>
            </a:r>
            <a:r>
              <a:rPr lang="en-GB" altLang="zh-CN" dirty="0" smtClean="0"/>
              <a:t> </a:t>
            </a:r>
            <a:r>
              <a:rPr lang="en-GB" altLang="zh-CN" dirty="0"/>
              <a:t>b2){ return b1+b2;}</a:t>
            </a:r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en-GB" altLang="zh-CN" dirty="0"/>
              <a:t>A</a:t>
            </a:r>
            <a:r>
              <a:rPr lang="zh-CN" altLang="en-US" dirty="0"/>
              <a:t>函数调用</a:t>
            </a:r>
            <a:r>
              <a:rPr lang="en-US" altLang="zh-CN" dirty="0"/>
              <a:t>B</a:t>
            </a:r>
            <a:r>
              <a:rPr lang="zh-CN" altLang="en-US" dirty="0"/>
              <a:t>函数时，</a:t>
            </a:r>
            <a:r>
              <a:rPr lang="en-US" altLang="zh-CN" dirty="0"/>
              <a:t>b1</a:t>
            </a:r>
            <a:r>
              <a:rPr lang="zh-CN" altLang="en-US" dirty="0"/>
              <a:t>，</a:t>
            </a:r>
            <a:r>
              <a:rPr lang="en-US" altLang="zh-CN" dirty="0"/>
              <a:t>b2</a:t>
            </a:r>
            <a:r>
              <a:rPr lang="zh-CN" altLang="en-US" dirty="0"/>
              <a:t>和</a:t>
            </a:r>
            <a:r>
              <a:rPr lang="en-US" altLang="zh-CN" dirty="0"/>
              <a:t>b3</a:t>
            </a:r>
            <a:r>
              <a:rPr lang="zh-CN" altLang="en-US" dirty="0"/>
              <a:t>放在</a:t>
            </a:r>
            <a:r>
              <a:rPr lang="en-US" altLang="zh-CN" dirty="0"/>
              <a:t>A</a:t>
            </a:r>
            <a:r>
              <a:rPr lang="zh-CN" altLang="en-US" dirty="0"/>
              <a:t>的</a:t>
            </a:r>
            <a:r>
              <a:rPr lang="en-US" altLang="zh-CN" dirty="0"/>
              <a:t>temporary </a:t>
            </a:r>
            <a:r>
              <a:rPr lang="en-US" altLang="zh-CN" dirty="0" err="1"/>
              <a:t>Reg</a:t>
            </a:r>
            <a:r>
              <a:rPr lang="zh-CN" altLang="en-US" dirty="0"/>
              <a:t>、也就是</a:t>
            </a:r>
            <a:r>
              <a:rPr lang="en-US" altLang="zh-CN" dirty="0"/>
              <a:t>B</a:t>
            </a:r>
            <a:r>
              <a:rPr lang="zh-CN" altLang="en-US" dirty="0"/>
              <a:t>的</a:t>
            </a:r>
            <a:r>
              <a:rPr lang="en-US" altLang="zh-CN" dirty="0"/>
              <a:t>Parameter </a:t>
            </a:r>
            <a:r>
              <a:rPr lang="en-US" altLang="zh-CN" dirty="0" err="1"/>
              <a:t>Reg</a:t>
            </a:r>
            <a:r>
              <a:rPr lang="zh-CN" altLang="en-US" dirty="0"/>
              <a:t>中。</a:t>
            </a:r>
            <a:endParaRPr lang="en-GB" altLang="zh-C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1340768"/>
            <a:ext cx="6075450" cy="2779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图片 2">
            <a:extLst>
              <a:ext uri="{FF2B5EF4-FFF2-40B4-BE49-F238E27FC236}">
                <a16:creationId xmlns="" xmlns:a16="http://schemas.microsoft.com/office/drawing/2014/main" id="{5A7FFF63-AE39-4631-B8DE-B241310BDB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5" y="1012825"/>
            <a:ext cx="5400600" cy="5678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1" name="Rectangle 2">
            <a:extLst>
              <a:ext uri="{FF2B5EF4-FFF2-40B4-BE49-F238E27FC236}">
                <a16:creationId xmlns="" xmlns:a16="http://schemas.microsoft.com/office/drawing/2014/main" id="{995D572F-8053-43CD-9633-B53C22CB76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Circular Buffer diagram</a:t>
            </a:r>
          </a:p>
        </p:txBody>
      </p:sp>
      <p:sp>
        <p:nvSpPr>
          <p:cNvPr id="2" name="椭圆 1">
            <a:extLst>
              <a:ext uri="{FF2B5EF4-FFF2-40B4-BE49-F238E27FC236}">
                <a16:creationId xmlns="" xmlns:a16="http://schemas.microsoft.com/office/drawing/2014/main" id="{A72857B0-B05A-46F1-B8E2-EF878890EB69}"/>
              </a:ext>
            </a:extLst>
          </p:cNvPr>
          <p:cNvSpPr/>
          <p:nvPr/>
        </p:nvSpPr>
        <p:spPr bwMode="auto">
          <a:xfrm>
            <a:off x="3275856" y="5084763"/>
            <a:ext cx="2376264" cy="864096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58375" name="文本框 3">
            <a:extLst>
              <a:ext uri="{FF2B5EF4-FFF2-40B4-BE49-F238E27FC236}">
                <a16:creationId xmlns="" xmlns:a16="http://schemas.microsoft.com/office/drawing/2014/main" id="{314C5813-0384-4A3F-8C3C-7E4B7DE79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9707" y="1916113"/>
            <a:ext cx="9350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SWP</a:t>
            </a:r>
            <a:endParaRPr kumimoji="0" lang="zh-CN" altLang="en-US" sz="2400" b="1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8376" name="文本框 6">
            <a:extLst>
              <a:ext uri="{FF2B5EF4-FFF2-40B4-BE49-F238E27FC236}">
                <a16:creationId xmlns="" xmlns:a16="http://schemas.microsoft.com/office/drawing/2014/main" id="{3FD13313-1C76-4C31-BD54-0C495837FF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0032" y="5084763"/>
            <a:ext cx="936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CWP</a:t>
            </a:r>
            <a:endParaRPr kumimoji="0"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="" xmlns:a16="http://schemas.microsoft.com/office/drawing/2014/main" id="{FB582D41-A818-4245-9C30-0A883FD289DE}"/>
              </a:ext>
            </a:extLst>
          </p:cNvPr>
          <p:cNvSpPr/>
          <p:nvPr/>
        </p:nvSpPr>
        <p:spPr bwMode="auto">
          <a:xfrm>
            <a:off x="1115021" y="1916832"/>
            <a:ext cx="1080120" cy="1269689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="" xmlns:a16="http://schemas.microsoft.com/office/drawing/2014/main" id="{E09247B0-B7D1-4F61-975F-AFF6BED0ACDF}"/>
              </a:ext>
            </a:extLst>
          </p:cNvPr>
          <p:cNvCxnSpPr>
            <a:cxnSpLocks/>
          </p:cNvCxnSpPr>
          <p:nvPr/>
        </p:nvCxnSpPr>
        <p:spPr bwMode="auto">
          <a:xfrm>
            <a:off x="3491732" y="2852738"/>
            <a:ext cx="287337" cy="0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2"/>
          <p:cNvSpPr txBox="1"/>
          <p:nvPr/>
        </p:nvSpPr>
        <p:spPr>
          <a:xfrm>
            <a:off x="5772150" y="1196752"/>
            <a:ext cx="3371850" cy="51403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dirty="0"/>
              <a:t>Call process:</a:t>
            </a:r>
          </a:p>
          <a:p>
            <a:pPr lvl="1">
              <a:defRPr/>
            </a:pPr>
            <a:r>
              <a:rPr lang="en-US" altLang="zh-CN" sz="2000" dirty="0">
                <a:solidFill>
                  <a:srgbClr val="0070C0"/>
                </a:solidFill>
              </a:rPr>
              <a:t>CWP++; </a:t>
            </a:r>
          </a:p>
          <a:p>
            <a:pPr lvl="1">
              <a:defRPr/>
            </a:pPr>
            <a:r>
              <a:rPr lang="en-US" altLang="zh-CN" sz="2000" dirty="0">
                <a:solidFill>
                  <a:srgbClr val="0070C0"/>
                </a:solidFill>
              </a:rPr>
              <a:t>If CWP = SWP (mod W)</a:t>
            </a:r>
          </a:p>
          <a:p>
            <a:pPr lvl="2">
              <a:defRPr/>
            </a:pPr>
            <a:r>
              <a:rPr lang="en-US" altLang="zh-CN" sz="2000" dirty="0">
                <a:solidFill>
                  <a:srgbClr val="00B050"/>
                </a:solidFill>
              </a:rPr>
              <a:t>Save window;  </a:t>
            </a:r>
          </a:p>
          <a:p>
            <a:pPr lvl="2">
              <a:defRPr/>
            </a:pPr>
            <a:r>
              <a:rPr lang="en-US" altLang="zh-CN" sz="2000" dirty="0">
                <a:solidFill>
                  <a:srgbClr val="00B050"/>
                </a:solidFill>
              </a:rPr>
              <a:t>SWP++;  </a:t>
            </a:r>
          </a:p>
          <a:p>
            <a:pPr lvl="2">
              <a:defRPr/>
            </a:pPr>
            <a:r>
              <a:rPr lang="en-US" altLang="zh-CN" sz="2000" dirty="0">
                <a:solidFill>
                  <a:srgbClr val="00B050"/>
                </a:solidFill>
              </a:rPr>
              <a:t>Call;</a:t>
            </a:r>
          </a:p>
          <a:p>
            <a:pPr lvl="1">
              <a:defRPr/>
            </a:pPr>
            <a:r>
              <a:rPr lang="en-US" altLang="zh-CN" sz="2000" dirty="0">
                <a:solidFill>
                  <a:srgbClr val="0070C0"/>
                </a:solidFill>
              </a:rPr>
              <a:t>Else  </a:t>
            </a:r>
          </a:p>
          <a:p>
            <a:pPr lvl="2">
              <a:defRPr/>
            </a:pPr>
            <a:r>
              <a:rPr lang="en-US" altLang="zh-CN" sz="2000" dirty="0">
                <a:solidFill>
                  <a:srgbClr val="00B050"/>
                </a:solidFill>
              </a:rPr>
              <a:t>Call;</a:t>
            </a:r>
          </a:p>
          <a:p>
            <a:pPr>
              <a:defRPr/>
            </a:pPr>
            <a:r>
              <a:rPr lang="en-US" altLang="zh-CN" b="1" dirty="0"/>
              <a:t>Return Process:</a:t>
            </a:r>
          </a:p>
          <a:p>
            <a:pPr lvl="1">
              <a:defRPr/>
            </a:pPr>
            <a:r>
              <a:rPr lang="en-US" altLang="zh-CN" sz="2000" dirty="0">
                <a:solidFill>
                  <a:srgbClr val="0070C0"/>
                </a:solidFill>
              </a:rPr>
              <a:t>CWP--; </a:t>
            </a:r>
          </a:p>
          <a:p>
            <a:pPr lvl="1">
              <a:defRPr/>
            </a:pPr>
            <a:r>
              <a:rPr lang="en-US" altLang="zh-CN" sz="2000" dirty="0">
                <a:solidFill>
                  <a:srgbClr val="0070C0"/>
                </a:solidFill>
              </a:rPr>
              <a:t>If CWP = SWP (mod W)</a:t>
            </a:r>
          </a:p>
          <a:p>
            <a:pPr lvl="2">
              <a:defRPr/>
            </a:pPr>
            <a:r>
              <a:rPr lang="en-US" altLang="zh-CN" sz="2000" dirty="0">
                <a:solidFill>
                  <a:srgbClr val="00B050"/>
                </a:solidFill>
              </a:rPr>
              <a:t>Restore window;  </a:t>
            </a:r>
          </a:p>
          <a:p>
            <a:pPr lvl="2">
              <a:defRPr/>
            </a:pPr>
            <a:r>
              <a:rPr lang="en-US" altLang="zh-CN" sz="2000" dirty="0">
                <a:solidFill>
                  <a:srgbClr val="00B050"/>
                </a:solidFill>
              </a:rPr>
              <a:t>SWP--;  </a:t>
            </a:r>
          </a:p>
          <a:p>
            <a:pPr lvl="2">
              <a:defRPr/>
            </a:pPr>
            <a:r>
              <a:rPr lang="en-US" altLang="zh-CN" sz="2000" dirty="0">
                <a:solidFill>
                  <a:srgbClr val="00B050"/>
                </a:solidFill>
              </a:rPr>
              <a:t>Return;</a:t>
            </a:r>
          </a:p>
          <a:p>
            <a:pPr lvl="1">
              <a:defRPr/>
            </a:pPr>
            <a:r>
              <a:rPr lang="en-US" altLang="zh-CN" sz="2000" dirty="0">
                <a:solidFill>
                  <a:srgbClr val="0070C0"/>
                </a:solidFill>
              </a:rPr>
              <a:t>Else</a:t>
            </a:r>
          </a:p>
          <a:p>
            <a:pPr lvl="2">
              <a:defRPr/>
            </a:pPr>
            <a:r>
              <a:rPr lang="en-US" altLang="zh-CN" sz="2000" dirty="0">
                <a:solidFill>
                  <a:srgbClr val="00B050"/>
                </a:solidFill>
              </a:rPr>
              <a:t>Return;</a:t>
            </a:r>
            <a:endParaRPr lang="zh-CN" altLang="en-US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="" xmlns:a16="http://schemas.microsoft.com/office/drawing/2014/main" id="{D819F27A-BEE9-467E-836D-1340F27119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Operation of Circular Buffer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="" xmlns:a16="http://schemas.microsoft.com/office/drawing/2014/main" id="{4EE0A3B0-C0EE-458B-B9ED-3EE9885514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dirty="0">
                <a:ea typeface="宋体" panose="02010600030101010101" pitchFamily="2" charset="-122"/>
              </a:rPr>
              <a:t>When a call is made, a </a:t>
            </a:r>
            <a:r>
              <a:rPr lang="en-GB" altLang="zh-CN" dirty="0">
                <a:solidFill>
                  <a:srgbClr val="FF0000"/>
                </a:solidFill>
                <a:ea typeface="宋体" panose="02010600030101010101" pitchFamily="2" charset="-122"/>
              </a:rPr>
              <a:t>current window pointer</a:t>
            </a:r>
            <a:r>
              <a:rPr lang="en-GB" altLang="zh-CN" dirty="0">
                <a:ea typeface="宋体" panose="02010600030101010101" pitchFamily="2" charset="-122"/>
              </a:rPr>
              <a:t> is moved to show the currently active register window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If all windows are </a:t>
            </a:r>
            <a:r>
              <a:rPr lang="en-GB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in use</a:t>
            </a:r>
            <a:r>
              <a:rPr lang="en-GB" altLang="zh-CN" dirty="0">
                <a:ea typeface="宋体" panose="02010600030101010101" pitchFamily="2" charset="-122"/>
              </a:rPr>
              <a:t>, an </a:t>
            </a:r>
            <a:r>
              <a:rPr lang="en-GB" altLang="zh-CN" b="1" dirty="0">
                <a:ea typeface="宋体" panose="02010600030101010101" pitchFamily="2" charset="-122"/>
              </a:rPr>
              <a:t>interrupt</a:t>
            </a:r>
            <a:r>
              <a:rPr lang="en-GB" altLang="zh-CN" dirty="0">
                <a:ea typeface="宋体" panose="02010600030101010101" pitchFamily="2" charset="-122"/>
              </a:rPr>
              <a:t> is generated and the oldest window (the one furthest back in the call nesting) is </a:t>
            </a:r>
            <a:r>
              <a:rPr lang="en-GB" altLang="zh-CN" i="1" dirty="0">
                <a:ea typeface="宋体" panose="02010600030101010101" pitchFamily="2" charset="-122"/>
              </a:rPr>
              <a:t>saved</a:t>
            </a:r>
            <a:r>
              <a:rPr lang="en-GB" altLang="zh-CN" dirty="0">
                <a:ea typeface="宋体" panose="02010600030101010101" pitchFamily="2" charset="-122"/>
              </a:rPr>
              <a:t> to </a:t>
            </a:r>
            <a:r>
              <a:rPr lang="en-GB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memory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A </a:t>
            </a:r>
            <a:r>
              <a:rPr lang="en-GB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saved window pointer </a:t>
            </a:r>
            <a:r>
              <a:rPr lang="en-GB" altLang="zh-CN" dirty="0">
                <a:ea typeface="宋体" panose="02010600030101010101" pitchFamily="2" charset="-122"/>
              </a:rPr>
              <a:t>indicates where the next saved windows should </a:t>
            </a:r>
            <a:r>
              <a:rPr lang="en-GB" altLang="zh-CN" i="1" dirty="0">
                <a:ea typeface="宋体" panose="02010600030101010101" pitchFamily="2" charset="-122"/>
              </a:rPr>
              <a:t>restore</a:t>
            </a:r>
            <a:r>
              <a:rPr lang="en-GB" altLang="zh-CN" dirty="0">
                <a:ea typeface="宋体" panose="02010600030101010101" pitchFamily="2" charset="-122"/>
              </a:rPr>
              <a:t> to</a:t>
            </a:r>
          </a:p>
          <a:p>
            <a:r>
              <a:rPr lang="en-GB" altLang="zh-CN" b="1" dirty="0">
                <a:ea typeface="宋体" panose="02010600030101010101" pitchFamily="2" charset="-122"/>
              </a:rPr>
              <a:t>An </a:t>
            </a:r>
            <a:r>
              <a:rPr lang="en-GB" altLang="zh-CN" b="1" u="sng" dirty="0">
                <a:solidFill>
                  <a:srgbClr val="C00000"/>
                </a:solidFill>
                <a:ea typeface="宋体" panose="02010600030101010101" pitchFamily="2" charset="-122"/>
              </a:rPr>
              <a:t>N-window</a:t>
            </a:r>
            <a:r>
              <a:rPr lang="en-GB" altLang="zh-CN" b="1" dirty="0">
                <a:ea typeface="宋体" panose="02010600030101010101" pitchFamily="2" charset="-122"/>
              </a:rPr>
              <a:t> register file can hold only  </a:t>
            </a:r>
            <a:r>
              <a:rPr lang="en-GB" altLang="zh-CN" b="1" i="1" u="sng" dirty="0">
                <a:solidFill>
                  <a:srgbClr val="C00000"/>
                </a:solidFill>
                <a:ea typeface="宋体" panose="02010600030101010101" pitchFamily="2" charset="-122"/>
              </a:rPr>
              <a:t>N-1 procedure </a:t>
            </a:r>
            <a:r>
              <a:rPr lang="en-GB" altLang="zh-CN" b="1" dirty="0">
                <a:ea typeface="宋体" panose="02010600030101010101" pitchFamily="2" charset="-122"/>
              </a:rPr>
              <a:t>activations</a:t>
            </a:r>
          </a:p>
          <a:p>
            <a:endParaRPr lang="en-GB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>
            <a:extLst>
              <a:ext uri="{FF2B5EF4-FFF2-40B4-BE49-F238E27FC236}">
                <a16:creationId xmlns="" xmlns:a16="http://schemas.microsoft.com/office/drawing/2014/main" id="{5B67CB47-F48E-44FD-982F-5AB5557BAF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Operation of Circular Buffer</a:t>
            </a:r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="" xmlns:a16="http://schemas.microsoft.com/office/drawing/2014/main" id="{FB65AB55-75B5-4E12-8C17-2012B37C15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203450"/>
            <a:ext cx="4129087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9">
            <a:extLst>
              <a:ext uri="{FF2B5EF4-FFF2-40B4-BE49-F238E27FC236}">
                <a16:creationId xmlns="" xmlns:a16="http://schemas.microsoft.com/office/drawing/2014/main" id="{C69EAFFF-5C52-46BF-B434-56C0C75B12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203450"/>
            <a:ext cx="4437062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>
            <a:extLst>
              <a:ext uri="{FF2B5EF4-FFF2-40B4-BE49-F238E27FC236}">
                <a16:creationId xmlns="" xmlns:a16="http://schemas.microsoft.com/office/drawing/2014/main" id="{6500703F-11A7-4761-A955-52FD93A339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8775" y="1674813"/>
            <a:ext cx="593725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0B7E90B3-6EBA-450C-996A-10278D67F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1579563"/>
            <a:ext cx="584200" cy="7921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794BE87A-FEDE-4D82-B6A0-3468EFD458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4550" y="2708275"/>
            <a:ext cx="6794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图片 14">
            <a:extLst>
              <a:ext uri="{FF2B5EF4-FFF2-40B4-BE49-F238E27FC236}">
                <a16:creationId xmlns="" xmlns:a16="http://schemas.microsoft.com/office/drawing/2014/main" id="{5FB59656-0FA8-4653-A393-8BBF725F11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203450"/>
            <a:ext cx="4437062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D9CCE4BB-AEED-4AE9-A98C-4F3E601BE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0" y="2781300"/>
            <a:ext cx="671513" cy="4206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="" xmlns:a16="http://schemas.microsoft.com/office/drawing/2014/main" id="{6EF800B9-DFF1-4E64-AB2A-3FA3B820A6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4713288"/>
            <a:ext cx="77152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F6941105-9D92-4F74-A795-395EB3925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6325" y="4648200"/>
            <a:ext cx="719138" cy="3492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="" xmlns:a16="http://schemas.microsoft.com/office/drawing/2014/main" id="{3D23F54C-2E60-4802-B1A3-3C55B110BB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4363" y="5715000"/>
            <a:ext cx="573087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图片 20">
            <a:extLst>
              <a:ext uri="{FF2B5EF4-FFF2-40B4-BE49-F238E27FC236}">
                <a16:creationId xmlns="" xmlns:a16="http://schemas.microsoft.com/office/drawing/2014/main" id="{0094FB29-329D-4274-9297-619C8F5F81D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203450"/>
            <a:ext cx="4437062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图片 21">
            <a:extLst>
              <a:ext uri="{FF2B5EF4-FFF2-40B4-BE49-F238E27FC236}">
                <a16:creationId xmlns="" xmlns:a16="http://schemas.microsoft.com/office/drawing/2014/main" id="{4CE13BA6-A5E4-42E7-AFC2-ADD2CECB59A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203450"/>
            <a:ext cx="4437062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矩形 22">
            <a:extLst>
              <a:ext uri="{FF2B5EF4-FFF2-40B4-BE49-F238E27FC236}">
                <a16:creationId xmlns="" xmlns:a16="http://schemas.microsoft.com/office/drawing/2014/main" id="{2188609A-3EFC-4FFC-9D24-5DD668289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5715000"/>
            <a:ext cx="450850" cy="8096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="" xmlns:a16="http://schemas.microsoft.com/office/drawing/2014/main" id="{6D20ADF6-C12F-4AE4-BAAC-B9118B2E193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4997450"/>
            <a:ext cx="803275" cy="5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图片 29">
            <a:extLst>
              <a:ext uri="{FF2B5EF4-FFF2-40B4-BE49-F238E27FC236}">
                <a16:creationId xmlns="" xmlns:a16="http://schemas.microsoft.com/office/drawing/2014/main" id="{3BE19A39-EF0F-49A3-8CBC-83F0B37DA2D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203450"/>
            <a:ext cx="4437062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82" name="矩形 30">
            <a:extLst>
              <a:ext uri="{FF2B5EF4-FFF2-40B4-BE49-F238E27FC236}">
                <a16:creationId xmlns="" xmlns:a16="http://schemas.microsoft.com/office/drawing/2014/main" id="{FDA9F52E-1CD1-4911-BC8D-A4FED654D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6425" y="5715000"/>
            <a:ext cx="946150" cy="717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="" xmlns:a16="http://schemas.microsoft.com/office/drawing/2014/main" id="{D79B8C01-E6F8-44AA-8E7B-523F31E5A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188" y="4956175"/>
            <a:ext cx="947737" cy="717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="" xmlns:a16="http://schemas.microsoft.com/office/drawing/2014/main" id="{F1F074C4-46C1-4602-AC35-BE64804A15A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3" y="2393950"/>
            <a:ext cx="1335087" cy="7905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图片 33">
            <a:extLst>
              <a:ext uri="{FF2B5EF4-FFF2-40B4-BE49-F238E27FC236}">
                <a16:creationId xmlns="" xmlns:a16="http://schemas.microsoft.com/office/drawing/2014/main" id="{E3AC997F-0620-4ED6-977F-ABD71361AA8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888" y="1474788"/>
            <a:ext cx="59531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图片 34">
            <a:extLst>
              <a:ext uri="{FF2B5EF4-FFF2-40B4-BE49-F238E27FC236}">
                <a16:creationId xmlns="" xmlns:a16="http://schemas.microsoft.com/office/drawing/2014/main" id="{D45FAE4A-C5EE-4783-8888-9FC6EFEA846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838" y="1160463"/>
            <a:ext cx="1655762" cy="149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矩形 36">
            <a:extLst>
              <a:ext uri="{FF2B5EF4-FFF2-40B4-BE49-F238E27FC236}">
                <a16:creationId xmlns="" xmlns:a16="http://schemas.microsoft.com/office/drawing/2014/main" id="{90DFAA55-B385-4A83-B1B0-3924AA4B2D38}"/>
              </a:ext>
            </a:extLst>
          </p:cNvPr>
          <p:cNvSpPr/>
          <p:nvPr/>
        </p:nvSpPr>
        <p:spPr>
          <a:xfrm>
            <a:off x="5746750" y="2651125"/>
            <a:ext cx="3217863" cy="16319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defRPr/>
            </a:pPr>
            <a:r>
              <a:rPr lang="en-GB" altLang="zh-CN" sz="1800" dirty="0">
                <a:ea typeface="宋体" panose="02010600030101010101" pitchFamily="2" charset="-122"/>
              </a:rPr>
              <a:t>When </a:t>
            </a:r>
            <a:r>
              <a:rPr lang="en-GB" altLang="zh-CN" sz="1800" b="1" dirty="0">
                <a:solidFill>
                  <a:srgbClr val="FF0000"/>
                </a:solidFill>
                <a:ea typeface="宋体" panose="02010600030101010101" pitchFamily="2" charset="-122"/>
              </a:rPr>
              <a:t>CWP</a:t>
            </a:r>
            <a:r>
              <a:rPr lang="en-GB" altLang="zh-CN" sz="1800" dirty="0">
                <a:ea typeface="宋体" panose="02010600030101010101" pitchFamily="2" charset="-122"/>
              </a:rPr>
              <a:t> is </a:t>
            </a:r>
            <a:r>
              <a:rPr lang="en-GB" altLang="zh-CN" sz="1800" b="1" dirty="0">
                <a:solidFill>
                  <a:srgbClr val="C00000"/>
                </a:solidFill>
                <a:ea typeface="宋体" panose="02010600030101010101" pitchFamily="2" charset="-122"/>
              </a:rPr>
              <a:t>incremented</a:t>
            </a:r>
            <a:r>
              <a:rPr lang="en-GB" altLang="zh-CN" sz="1800" dirty="0"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cs typeface="Times New Roman" panose="02020603050405020304" pitchFamily="18" charset="0"/>
              </a:rPr>
              <a:t>and becomes equal to SWP</a:t>
            </a:r>
            <a:r>
              <a:rPr lang="en-GB" altLang="zh-CN" sz="1800" dirty="0">
                <a:ea typeface="宋体" panose="02010600030101010101" pitchFamily="2" charset="-122"/>
              </a:rPr>
              <a:t>, </a:t>
            </a:r>
          </a:p>
          <a:p>
            <a:pPr marL="285750" indent="-285750" algn="just">
              <a:buFont typeface="Wingdings" panose="05000000000000000000" pitchFamily="2" charset="2"/>
              <a:buChar char="l"/>
              <a:defRPr/>
            </a:pPr>
            <a:r>
              <a:rPr lang="en-GB" altLang="zh-CN" sz="1600" b="1" dirty="0">
                <a:ea typeface="宋体" panose="02010600030101010101" pitchFamily="2" charset="-122"/>
              </a:rPr>
              <a:t>An interrupt occurs, </a:t>
            </a:r>
          </a:p>
          <a:p>
            <a:pPr marL="285750" indent="-285750" algn="just">
              <a:buFont typeface="Wingdings" panose="05000000000000000000" pitchFamily="2" charset="2"/>
              <a:buChar char="l"/>
              <a:defRPr/>
            </a:pPr>
            <a:r>
              <a:rPr lang="en-GB" altLang="zh-CN" sz="1600" b="1" dirty="0">
                <a:ea typeface="宋体" panose="02010600030101010101" pitchFamily="2" charset="-122"/>
              </a:rPr>
              <a:t>Window A  is saved to memory</a:t>
            </a:r>
          </a:p>
          <a:p>
            <a:pPr marL="285750" indent="-285750" algn="just">
              <a:buFont typeface="Wingdings" panose="05000000000000000000" pitchFamily="2" charset="2"/>
              <a:buChar char="l"/>
              <a:defRPr/>
            </a:pPr>
            <a:r>
              <a:rPr lang="en-GB" altLang="zh-CN" sz="1600" b="1" dirty="0">
                <a:ea typeface="宋体" panose="02010600030101010101" pitchFamily="2" charset="-122"/>
              </a:rPr>
              <a:t>The SWP is incremented </a:t>
            </a:r>
          </a:p>
          <a:p>
            <a:pPr marL="285750" indent="-285750" algn="just">
              <a:buFont typeface="Wingdings" panose="05000000000000000000" pitchFamily="2" charset="2"/>
              <a:buChar char="l"/>
              <a:defRPr/>
            </a:pPr>
            <a:r>
              <a:rPr lang="en-GB" altLang="zh-CN" sz="1600" b="1" dirty="0">
                <a:ea typeface="宋体" panose="02010600030101010101" pitchFamily="2" charset="-122"/>
              </a:rPr>
              <a:t>The call to F proceeds.</a:t>
            </a:r>
          </a:p>
        </p:txBody>
      </p:sp>
      <p:sp>
        <p:nvSpPr>
          <p:cNvPr id="38" name="右箭头 37">
            <a:extLst>
              <a:ext uri="{FF2B5EF4-FFF2-40B4-BE49-F238E27FC236}">
                <a16:creationId xmlns="" xmlns:a16="http://schemas.microsoft.com/office/drawing/2014/main" id="{1C5EECF4-F6F8-469B-A41D-161854E2B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1712913"/>
            <a:ext cx="449263" cy="314325"/>
          </a:xfrm>
          <a:prstGeom prst="rightArrow">
            <a:avLst>
              <a:gd name="adj1" fmla="val 50000"/>
              <a:gd name="adj2" fmla="val 49893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="" xmlns:a16="http://schemas.microsoft.com/office/drawing/2014/main" id="{D65E5DFF-28B4-404A-BA80-1CFCE631C57A}"/>
              </a:ext>
            </a:extLst>
          </p:cNvPr>
          <p:cNvSpPr/>
          <p:nvPr/>
        </p:nvSpPr>
        <p:spPr bwMode="auto">
          <a:xfrm>
            <a:off x="8023225" y="1176338"/>
            <a:ext cx="817563" cy="131603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zh-CN" sz="1800" b="1">
                <a:solidFill>
                  <a:srgbClr val="C00000"/>
                </a:solidFill>
                <a:ea typeface="宋体" panose="02010600030101010101" pitchFamily="2" charset="-122"/>
              </a:rPr>
              <a:t>memory</a:t>
            </a:r>
            <a:endParaRPr lang="zh-CN" altLang="en-US" sz="180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pic>
        <p:nvPicPr>
          <p:cNvPr id="40" name="图片 39">
            <a:extLst>
              <a:ext uri="{FF2B5EF4-FFF2-40B4-BE49-F238E27FC236}">
                <a16:creationId xmlns="" xmlns:a16="http://schemas.microsoft.com/office/drawing/2014/main" id="{AF9D7333-45B4-4A87-8DCE-E07A796D394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5800" y="4833938"/>
            <a:ext cx="1655763" cy="149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" name="右箭头 40">
            <a:extLst>
              <a:ext uri="{FF2B5EF4-FFF2-40B4-BE49-F238E27FC236}">
                <a16:creationId xmlns="" xmlns:a16="http://schemas.microsoft.com/office/drawing/2014/main" id="{1E84B7EE-82D5-4EBE-B8DF-EA5A9C46E1E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370763" y="5384800"/>
            <a:ext cx="449262" cy="314325"/>
          </a:xfrm>
          <a:prstGeom prst="rightArrow">
            <a:avLst>
              <a:gd name="adj1" fmla="val 50000"/>
              <a:gd name="adj2" fmla="val 49893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="" xmlns:a16="http://schemas.microsoft.com/office/drawing/2014/main" id="{256A7119-CD33-4D72-B79A-88BE7FEAEA7F}"/>
              </a:ext>
            </a:extLst>
          </p:cNvPr>
          <p:cNvSpPr/>
          <p:nvPr/>
        </p:nvSpPr>
        <p:spPr bwMode="auto">
          <a:xfrm>
            <a:off x="7848600" y="4848225"/>
            <a:ext cx="817563" cy="131603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zh-CN" sz="1800" b="1">
                <a:solidFill>
                  <a:srgbClr val="C00000"/>
                </a:solidFill>
                <a:ea typeface="宋体" panose="02010600030101010101" pitchFamily="2" charset="-122"/>
              </a:rPr>
              <a:t>memory</a:t>
            </a:r>
            <a:endParaRPr lang="zh-CN" altLang="en-US" sz="180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="" xmlns:a16="http://schemas.microsoft.com/office/drawing/2014/main" id="{A2EBB288-79D0-4A6C-996D-E9C5908F1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6249988"/>
            <a:ext cx="75247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When B </a:t>
            </a:r>
            <a:r>
              <a:rPr kumimoji="0" lang="en-US" altLang="zh-CN" sz="18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returns</a:t>
            </a:r>
            <a:r>
              <a:rPr kumimoji="0" lang="en-US" altLang="zh-CN" sz="1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to A, </a:t>
            </a:r>
            <a:r>
              <a:rPr kumimoji="0" lang="en-US" altLang="zh-CN" sz="18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CWP</a:t>
            </a:r>
            <a:r>
              <a:rPr kumimoji="0" lang="en-US" altLang="zh-CN" sz="1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is </a:t>
            </a:r>
            <a:r>
              <a:rPr kumimoji="0" lang="en-US" altLang="zh-CN" sz="18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decremented</a:t>
            </a:r>
            <a:r>
              <a:rPr kumimoji="0" lang="en-US" altLang="zh-CN" sz="1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and becomes equal to SWP. This causes an interrupt that results in the restoration of A’s window.</a:t>
            </a:r>
            <a:endParaRPr kumimoji="0" lang="zh-CN" altLang="en-US" sz="18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9" grpId="0" animBg="1"/>
      <p:bldP spid="23" grpId="0" animBg="1"/>
      <p:bldP spid="32" grpId="0" animBg="1"/>
      <p:bldP spid="37" grpId="0"/>
      <p:bldP spid="38" grpId="0" animBg="1"/>
      <p:bldP spid="39" grpId="0" animBg="1"/>
      <p:bldP spid="41" grpId="0" animBg="1"/>
      <p:bldP spid="42" grpId="0" animBg="1"/>
      <p:bldP spid="4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3713" y="1196752"/>
            <a:ext cx="4992769" cy="838200"/>
          </a:xfrm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</a:rPr>
              <a:t>Register Window based Call and Return</a:t>
            </a:r>
            <a:endParaRPr lang="zh-CN" altLang="en-US" dirty="0"/>
          </a:p>
        </p:txBody>
      </p:sp>
      <p:sp>
        <p:nvSpPr>
          <p:cNvPr id="11" name="内容占位符 2"/>
          <p:cNvSpPr txBox="1">
            <a:spLocks/>
          </p:cNvSpPr>
          <p:nvPr/>
        </p:nvSpPr>
        <p:spPr bwMode="auto">
          <a:xfrm>
            <a:off x="493713" y="3429000"/>
            <a:ext cx="8229600" cy="3314700"/>
          </a:xfrm>
          <a:prstGeom prst="rect">
            <a:avLst/>
          </a:prstGeom>
          <a:solidFill>
            <a:srgbClr val="DEDED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5125" indent="-255588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7225" indent="-246063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Georgia" pitchFamily="18" charset="0"/>
              <a:buChar char="▫"/>
              <a:defRPr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2338" indent="-219075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itchFamily="18" charset="2"/>
              <a:buChar char="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13" indent="-200025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itchFamily="18" charset="2"/>
              <a:buChar char="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063" indent="-182563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 kern="1200">
                <a:solidFill>
                  <a:srgbClr val="A04DA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125" marR="0" lvl="0" indent="-255588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SzTx/>
              <a:buFont typeface="Georgia" pitchFamily="18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宋体"/>
                <a:cs typeface="+mn-cs"/>
              </a:rPr>
              <a:t>Call :      A -&gt; B -&gt; C -&gt; D -&gt; E -&gt; F -&gt; G -&gt;  H</a:t>
            </a:r>
          </a:p>
          <a:p>
            <a:pPr marL="365125" marR="0" lvl="0" indent="-255588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SzTx/>
              <a:buFont typeface="Georgia" pitchFamily="18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宋体"/>
                <a:cs typeface="+mn-cs"/>
              </a:rPr>
              <a:t>CWP:    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宋体"/>
                <a:cs typeface="+mn-cs"/>
              </a:rPr>
              <a:t>0       1       2       3       4      5       0       1</a:t>
            </a:r>
          </a:p>
          <a:p>
            <a:pPr marL="365125" marR="0" lvl="0" indent="-255588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SzTx/>
              <a:buFont typeface="Georgia" pitchFamily="18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宋体"/>
                <a:cs typeface="+mn-cs"/>
              </a:rPr>
              <a:t>SWP:     -1      -1      -1     -1      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宋体"/>
                <a:cs typeface="+mn-cs"/>
              </a:rPr>
              <a:t>-1     0       1       2</a:t>
            </a:r>
          </a:p>
          <a:p>
            <a:pPr marL="365125" marR="0" lvl="0" indent="-255588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SzTx/>
              <a:buFont typeface="Georgia" pitchFamily="18" charset="0"/>
              <a:buChar char="•"/>
              <a:tabLst/>
              <a:defRPr/>
            </a:pP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宋体"/>
              <a:cs typeface="+mn-cs"/>
            </a:endParaRPr>
          </a:p>
          <a:p>
            <a:pPr marL="365125" marR="0" lvl="0" indent="-255588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SzTx/>
              <a:buFont typeface="Georgia" pitchFamily="18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宋体"/>
                <a:cs typeface="+mn-cs"/>
              </a:rPr>
              <a:t>Return : A &lt;- B &lt;- C &lt;- D &lt;- E &lt;- F &lt;- G &lt;-  H</a:t>
            </a:r>
          </a:p>
          <a:p>
            <a:pPr marL="365125" marR="0" lvl="0" indent="-255588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SzTx/>
              <a:buFont typeface="Georgia" pitchFamily="18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宋体"/>
                <a:cs typeface="+mn-cs"/>
              </a:rPr>
              <a:t>CWP:     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宋体"/>
                <a:cs typeface="+mn-cs"/>
              </a:rPr>
              <a:t>0       1       2       3       4      5       0       1</a:t>
            </a:r>
          </a:p>
          <a:p>
            <a:pPr marL="365125" marR="0" lvl="0" indent="-255588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SzTx/>
              <a:buFont typeface="Georgia" pitchFamily="18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宋体"/>
                <a:cs typeface="+mn-cs"/>
              </a:rPr>
              <a:t>SWP:     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宋体"/>
                <a:cs typeface="+mn-cs"/>
              </a:rPr>
              <a:t>-1      0       1       2       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宋体"/>
                <a:cs typeface="+mn-cs"/>
              </a:rPr>
              <a:t>2      2       2       2</a:t>
            </a:r>
          </a:p>
          <a:p>
            <a:pPr marL="365125" marR="0" lvl="0" indent="-255588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SzTx/>
              <a:buFont typeface="Georgia" pitchFamily="18" charset="0"/>
              <a:buChar char="•"/>
              <a:tabLst/>
              <a:defRPr/>
            </a:pP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宋体"/>
              <a:cs typeface="+mn-cs"/>
            </a:endParaRPr>
          </a:p>
          <a:p>
            <a:pPr marL="365125" marR="0" lvl="0" indent="-255588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SzTx/>
              <a:buFont typeface="Georgia" pitchFamily="18" charset="0"/>
              <a:buChar char="•"/>
              <a:tabLst/>
              <a:defRPr/>
            </a:pP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宋体"/>
              <a:cs typeface="+mn-cs"/>
            </a:endParaRPr>
          </a:p>
        </p:txBody>
      </p:sp>
      <p:cxnSp>
        <p:nvCxnSpPr>
          <p:cNvPr id="12" name="直接箭头连接符 11"/>
          <p:cNvCxnSpPr>
            <a:cxnSpLocks/>
          </p:cNvCxnSpPr>
          <p:nvPr/>
        </p:nvCxnSpPr>
        <p:spPr>
          <a:xfrm>
            <a:off x="5821363" y="4511675"/>
            <a:ext cx="325437" cy="0"/>
          </a:xfrm>
          <a:prstGeom prst="straightConnector1">
            <a:avLst/>
          </a:prstGeom>
          <a:noFill/>
          <a:ln w="57150" cap="flat" cmpd="sng" algn="ctr">
            <a:solidFill>
              <a:srgbClr val="53548A"/>
            </a:solidFill>
            <a:prstDash val="solid"/>
            <a:tailEnd type="triangle"/>
          </a:ln>
          <a:effectLst/>
        </p:spPr>
      </p:cxnSp>
      <p:cxnSp>
        <p:nvCxnSpPr>
          <p:cNvPr id="13" name="直接箭头连接符 12"/>
          <p:cNvCxnSpPr>
            <a:cxnSpLocks/>
          </p:cNvCxnSpPr>
          <p:nvPr/>
        </p:nvCxnSpPr>
        <p:spPr>
          <a:xfrm>
            <a:off x="6516688" y="4533900"/>
            <a:ext cx="358775" cy="0"/>
          </a:xfrm>
          <a:prstGeom prst="straightConnector1">
            <a:avLst/>
          </a:prstGeom>
          <a:noFill/>
          <a:ln w="57150" cap="flat" cmpd="sng" algn="ctr">
            <a:solidFill>
              <a:srgbClr val="53548A"/>
            </a:solidFill>
            <a:prstDash val="solid"/>
            <a:tailEnd type="triangle"/>
          </a:ln>
          <a:effectLst/>
        </p:spPr>
      </p:cxnSp>
      <p:cxnSp>
        <p:nvCxnSpPr>
          <p:cNvPr id="14" name="直接箭头连接符 13"/>
          <p:cNvCxnSpPr>
            <a:cxnSpLocks/>
          </p:cNvCxnSpPr>
          <p:nvPr/>
        </p:nvCxnSpPr>
        <p:spPr>
          <a:xfrm>
            <a:off x="7308850" y="4533900"/>
            <a:ext cx="358775" cy="0"/>
          </a:xfrm>
          <a:prstGeom prst="straightConnector1">
            <a:avLst/>
          </a:prstGeom>
          <a:noFill/>
          <a:ln w="57150" cap="flat" cmpd="sng" algn="ctr">
            <a:solidFill>
              <a:srgbClr val="53548A"/>
            </a:solidFill>
            <a:prstDash val="solid"/>
            <a:tailEnd type="triangle"/>
          </a:ln>
          <a:effectLst/>
        </p:spPr>
      </p:cxnSp>
      <p:cxnSp>
        <p:nvCxnSpPr>
          <p:cNvPr id="15" name="直接箭头连接符 14"/>
          <p:cNvCxnSpPr>
            <a:cxnSpLocks/>
          </p:cNvCxnSpPr>
          <p:nvPr/>
        </p:nvCxnSpPr>
        <p:spPr>
          <a:xfrm>
            <a:off x="4284663" y="6372225"/>
            <a:ext cx="358775" cy="0"/>
          </a:xfrm>
          <a:prstGeom prst="straightConnector1">
            <a:avLst/>
          </a:prstGeom>
          <a:noFill/>
          <a:ln w="57150" cap="flat" cmpd="sng" algn="ctr">
            <a:solidFill>
              <a:srgbClr val="53548A"/>
            </a:solidFill>
            <a:prstDash val="solid"/>
            <a:headEnd type="triangle" w="med" len="med"/>
            <a:tailEnd type="none" w="med" len="med"/>
          </a:ln>
          <a:effectLst/>
        </p:spPr>
      </p:cxnSp>
      <p:cxnSp>
        <p:nvCxnSpPr>
          <p:cNvPr id="16" name="直接箭头连接符 15"/>
          <p:cNvCxnSpPr>
            <a:cxnSpLocks/>
          </p:cNvCxnSpPr>
          <p:nvPr/>
        </p:nvCxnSpPr>
        <p:spPr>
          <a:xfrm>
            <a:off x="3492500" y="6381750"/>
            <a:ext cx="358775" cy="0"/>
          </a:xfrm>
          <a:prstGeom prst="straightConnector1">
            <a:avLst/>
          </a:prstGeom>
          <a:noFill/>
          <a:ln w="57150" cap="flat" cmpd="sng" algn="ctr">
            <a:solidFill>
              <a:srgbClr val="53548A"/>
            </a:solidFill>
            <a:prstDash val="solid"/>
            <a:headEnd type="triangle" w="med" len="med"/>
            <a:tailEnd type="none" w="med" len="med"/>
          </a:ln>
          <a:effectLst/>
        </p:spPr>
      </p:cxnSp>
      <p:cxnSp>
        <p:nvCxnSpPr>
          <p:cNvPr id="17" name="直接箭头连接符 16"/>
          <p:cNvCxnSpPr>
            <a:cxnSpLocks/>
          </p:cNvCxnSpPr>
          <p:nvPr/>
        </p:nvCxnSpPr>
        <p:spPr>
          <a:xfrm>
            <a:off x="2700338" y="6359525"/>
            <a:ext cx="358775" cy="0"/>
          </a:xfrm>
          <a:prstGeom prst="straightConnector1">
            <a:avLst/>
          </a:prstGeom>
          <a:noFill/>
          <a:ln w="57150" cap="flat" cmpd="sng" algn="ctr">
            <a:solidFill>
              <a:srgbClr val="53548A"/>
            </a:solidFill>
            <a:prstDash val="solid"/>
            <a:headEnd type="triangle" w="med" len="med"/>
            <a:tailEnd type="none" w="med" len="med"/>
          </a:ln>
          <a:effectLst/>
        </p:spPr>
      </p:cxnSp>
      <p:pic>
        <p:nvPicPr>
          <p:cNvPr id="18" name="图片 2">
            <a:extLst>
              <a:ext uri="{FF2B5EF4-FFF2-40B4-BE49-F238E27FC236}">
                <a16:creationId xmlns="" xmlns:a16="http://schemas.microsoft.com/office/drawing/2014/main" id="{5A7FFF63-AE39-4631-B8DE-B241310BDB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2391" y="116632"/>
            <a:ext cx="3150311" cy="3312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6538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="" xmlns:a16="http://schemas.microsoft.com/office/drawing/2014/main" id="{26AA6C7E-663A-4762-B615-9BDBAA881E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Global Variables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="" xmlns:a16="http://schemas.microsoft.com/office/drawing/2014/main" id="{2C99098D-7AE7-4015-8FE3-997D4C6F4E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dirty="0">
                <a:ea typeface="宋体" panose="02010600030101010101" pitchFamily="2" charset="-122"/>
              </a:rPr>
              <a:t>Allocated by the compiler to </a:t>
            </a:r>
            <a:r>
              <a:rPr lang="en-GB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memory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Inefficient for frequently accessed variables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Have a set of registers for </a:t>
            </a:r>
            <a:r>
              <a:rPr lang="en-GB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global variables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>
            <a:extLst>
              <a:ext uri="{FF2B5EF4-FFF2-40B4-BE49-F238E27FC236}">
                <a16:creationId xmlns="" xmlns:a16="http://schemas.microsoft.com/office/drawing/2014/main" id="{E9EA6B36-22F5-447A-8A2A-F935B6746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>
                <a:ea typeface="宋体" panose="02010600030101010101" pitchFamily="2" charset="-122"/>
              </a:rPr>
              <a:t>Register Windows cont.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7347" name="内容占位符 2">
            <a:extLst>
              <a:ext uri="{FF2B5EF4-FFF2-40B4-BE49-F238E27FC236}">
                <a16:creationId xmlns="" xmlns:a16="http://schemas.microsoft.com/office/drawing/2014/main" id="{0C0C26C8-9E08-42E2-B9F5-F88CC86B3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066800"/>
            <a:ext cx="2314575" cy="5638800"/>
          </a:xfrm>
        </p:spPr>
        <p:txBody>
          <a:bodyPr/>
          <a:lstStyle/>
          <a:p>
            <a:r>
              <a:rPr lang="en-US" altLang="zh-CN" sz="2000" dirty="0">
                <a:ea typeface="宋体" panose="02010600030101010101" pitchFamily="2" charset="-122"/>
              </a:rPr>
              <a:t>Each window consists of 24 registers.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Physical registers 0~7 are global registers shared by all procedures.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Each procedure sees logical registers 0 through 31. </a:t>
            </a:r>
            <a:br>
              <a:rPr lang="en-US" altLang="zh-CN" sz="2000" dirty="0">
                <a:ea typeface="宋体" panose="02010600030101010101" pitchFamily="2" charset="-122"/>
              </a:rPr>
            </a:br>
            <a:r>
              <a:rPr lang="en-US" altLang="zh-CN" sz="2000" dirty="0"/>
              <a:t/>
            </a:r>
            <a:br>
              <a:rPr lang="en-US" altLang="zh-CN" sz="2000" dirty="0"/>
            </a:br>
            <a:endParaRPr lang="zh-CN" altLang="en-US" sz="2000" dirty="0"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AAE0D1E2-35CD-4F78-BA59-F5BEBF86F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84" y="220257"/>
            <a:ext cx="6486525" cy="66198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="" xmlns:a16="http://schemas.microsoft.com/office/drawing/2014/main" id="{C528EF79-BE4C-4E05-826C-506343167584}"/>
              </a:ext>
            </a:extLst>
          </p:cNvPr>
          <p:cNvSpPr/>
          <p:nvPr/>
        </p:nvSpPr>
        <p:spPr bwMode="auto">
          <a:xfrm>
            <a:off x="4375149" y="220257"/>
            <a:ext cx="1368425" cy="6417486"/>
          </a:xfrm>
          <a:prstGeom prst="rect">
            <a:avLst/>
          </a:prstGeom>
          <a:noFill/>
          <a:ln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59484FB2-047D-BEF7-8AC3-236EC0045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A Circular Stack in  SPARC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2617F2C5-358D-04F6-A892-1FBEAF4EA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238" y="951438"/>
            <a:ext cx="5869524" cy="586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394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="" xmlns:a16="http://schemas.microsoft.com/office/drawing/2014/main" id="{3D0B56EA-6CF4-42AA-9F7D-EC855B8556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>
                <a:ea typeface="宋体" panose="02010600030101010101" pitchFamily="2" charset="-122"/>
              </a:rPr>
              <a:t>Registers v</a:t>
            </a:r>
            <a:r>
              <a:rPr lang="en-US" altLang="zh-CN" dirty="0">
                <a:ea typeface="宋体" panose="02010600030101010101" pitchFamily="2" charset="-122"/>
              </a:rPr>
              <a:t>s</a:t>
            </a:r>
            <a:r>
              <a:rPr lang="en-GB" altLang="zh-CN" dirty="0">
                <a:ea typeface="宋体" panose="02010600030101010101" pitchFamily="2" charset="-122"/>
              </a:rPr>
              <a:t> Cache</a:t>
            </a:r>
          </a:p>
        </p:txBody>
      </p:sp>
      <p:grpSp>
        <p:nvGrpSpPr>
          <p:cNvPr id="65539" name="Group 66">
            <a:extLst>
              <a:ext uri="{FF2B5EF4-FFF2-40B4-BE49-F238E27FC236}">
                <a16:creationId xmlns="" xmlns:a16="http://schemas.microsoft.com/office/drawing/2014/main" id="{5543801C-8A8C-4F4A-BFAC-074A14A054AC}"/>
              </a:ext>
            </a:extLst>
          </p:cNvPr>
          <p:cNvGrpSpPr>
            <a:grpSpLocks/>
          </p:cNvGrpSpPr>
          <p:nvPr/>
        </p:nvGrpSpPr>
        <p:grpSpPr bwMode="auto">
          <a:xfrm>
            <a:off x="1258888" y="1196975"/>
            <a:ext cx="7129462" cy="5327650"/>
            <a:chOff x="-3" y="-3"/>
            <a:chExt cx="3346" cy="2539"/>
          </a:xfrm>
        </p:grpSpPr>
        <p:grpSp>
          <p:nvGrpSpPr>
            <p:cNvPr id="65540" name="Group 64">
              <a:extLst>
                <a:ext uri="{FF2B5EF4-FFF2-40B4-BE49-F238E27FC236}">
                  <a16:creationId xmlns="" xmlns:a16="http://schemas.microsoft.com/office/drawing/2014/main" id="{3A7ED71E-9670-4167-BB38-AC27CB6347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340" cy="2533"/>
              <a:chOff x="0" y="0"/>
              <a:chExt cx="3340" cy="2533"/>
            </a:xfrm>
          </p:grpSpPr>
          <p:grpSp>
            <p:nvGrpSpPr>
              <p:cNvPr id="65542" name="Group 19">
                <a:extLst>
                  <a:ext uri="{FF2B5EF4-FFF2-40B4-BE49-F238E27FC236}">
                    <a16:creationId xmlns="" xmlns:a16="http://schemas.microsoft.com/office/drawing/2014/main" id="{B9BF5548-3973-4575-8129-9B542AD54E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1670" cy="403"/>
                <a:chOff x="0" y="0"/>
                <a:chExt cx="1670" cy="403"/>
              </a:xfrm>
            </p:grpSpPr>
            <p:sp>
              <p:nvSpPr>
                <p:cNvPr id="65598" name="Rectangle 18">
                  <a:extLst>
                    <a:ext uri="{FF2B5EF4-FFF2-40B4-BE49-F238E27FC236}">
                      <a16:creationId xmlns="" xmlns:a16="http://schemas.microsoft.com/office/drawing/2014/main" id="{34C31DC8-388C-4D40-8128-48B762FE5B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670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65599" name="Group 17">
                  <a:extLst>
                    <a:ext uri="{FF2B5EF4-FFF2-40B4-BE49-F238E27FC236}">
                      <a16:creationId xmlns="" xmlns:a16="http://schemas.microsoft.com/office/drawing/2014/main" id="{9174C8D7-D85D-43CE-8794-6E382078F43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1670" cy="403"/>
                  <a:chOff x="0" y="0"/>
                  <a:chExt cx="1670" cy="403"/>
                </a:xfrm>
              </p:grpSpPr>
              <p:sp>
                <p:nvSpPr>
                  <p:cNvPr id="65600" name="Rectangle 4">
                    <a:extLst>
                      <a:ext uri="{FF2B5EF4-FFF2-40B4-BE49-F238E27FC236}">
                        <a16:creationId xmlns="" xmlns:a16="http://schemas.microsoft.com/office/drawing/2014/main" id="{19F37B41-E046-45DC-928D-CF8F533E203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0"/>
                    <a:ext cx="1584" cy="403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400" b="1"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Large Register File</a:t>
                    </a:r>
                    <a:endParaRPr kumimoji="0" lang="en-US" altLang="zh-CN" sz="24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5601" name="Rectangle 16">
                    <a:extLst>
                      <a:ext uri="{FF2B5EF4-FFF2-40B4-BE49-F238E27FC236}">
                        <a16:creationId xmlns="" xmlns:a16="http://schemas.microsoft.com/office/drawing/2014/main" id="{5902E72D-42AA-42A8-9F1D-37BE5077F6B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167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24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65543" name="Group 23">
                <a:extLst>
                  <a:ext uri="{FF2B5EF4-FFF2-40B4-BE49-F238E27FC236}">
                    <a16:creationId xmlns="" xmlns:a16="http://schemas.microsoft.com/office/drawing/2014/main" id="{496AA4A8-F120-4B71-92D6-23DE29F241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70" y="0"/>
                <a:ext cx="1670" cy="403"/>
                <a:chOff x="1670" y="0"/>
                <a:chExt cx="1670" cy="403"/>
              </a:xfrm>
            </p:grpSpPr>
            <p:sp>
              <p:nvSpPr>
                <p:cNvPr id="65594" name="Rectangle 22">
                  <a:extLst>
                    <a:ext uri="{FF2B5EF4-FFF2-40B4-BE49-F238E27FC236}">
                      <a16:creationId xmlns="" xmlns:a16="http://schemas.microsoft.com/office/drawing/2014/main" id="{189D3DCE-DFCA-4C1B-9987-78E3FC654C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70" y="0"/>
                  <a:ext cx="1670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65595" name="Group 21">
                  <a:extLst>
                    <a:ext uri="{FF2B5EF4-FFF2-40B4-BE49-F238E27FC236}">
                      <a16:creationId xmlns="" xmlns:a16="http://schemas.microsoft.com/office/drawing/2014/main" id="{2FC8D310-FD12-49C3-80B1-77A2D649C56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670" y="0"/>
                  <a:ext cx="1670" cy="403"/>
                  <a:chOff x="1670" y="0"/>
                  <a:chExt cx="1670" cy="403"/>
                </a:xfrm>
              </p:grpSpPr>
              <p:sp>
                <p:nvSpPr>
                  <p:cNvPr id="65596" name="Rectangle 5">
                    <a:extLst>
                      <a:ext uri="{FF2B5EF4-FFF2-40B4-BE49-F238E27FC236}">
                        <a16:creationId xmlns="" xmlns:a16="http://schemas.microsoft.com/office/drawing/2014/main" id="{D492F34F-900D-4AF9-8AFA-F6BF10DAC29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13" y="0"/>
                    <a:ext cx="1584" cy="403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400" b="1"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Cache</a:t>
                    </a:r>
                    <a:endParaRPr kumimoji="0" lang="en-US" altLang="zh-CN" sz="24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5597" name="Rectangle 20">
                    <a:extLst>
                      <a:ext uri="{FF2B5EF4-FFF2-40B4-BE49-F238E27FC236}">
                        <a16:creationId xmlns="" xmlns:a16="http://schemas.microsoft.com/office/drawing/2014/main" id="{873E56EA-FFCD-41A7-B364-CD15D65408F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70" y="0"/>
                    <a:ext cx="167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24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65544" name="Group 27">
                <a:extLst>
                  <a:ext uri="{FF2B5EF4-FFF2-40B4-BE49-F238E27FC236}">
                    <a16:creationId xmlns="" xmlns:a16="http://schemas.microsoft.com/office/drawing/2014/main" id="{4421F7ED-F1AB-4400-A567-57C57EE7D6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03"/>
                <a:ext cx="1670" cy="403"/>
                <a:chOff x="0" y="403"/>
                <a:chExt cx="1670" cy="403"/>
              </a:xfrm>
            </p:grpSpPr>
            <p:sp>
              <p:nvSpPr>
                <p:cNvPr id="65590" name="Rectangle 26">
                  <a:extLst>
                    <a:ext uri="{FF2B5EF4-FFF2-40B4-BE49-F238E27FC236}">
                      <a16:creationId xmlns="" xmlns:a16="http://schemas.microsoft.com/office/drawing/2014/main" id="{3DBC49D7-006B-4536-9B39-32C8891764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403"/>
                  <a:ext cx="1670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65591" name="Group 25">
                  <a:extLst>
                    <a:ext uri="{FF2B5EF4-FFF2-40B4-BE49-F238E27FC236}">
                      <a16:creationId xmlns="" xmlns:a16="http://schemas.microsoft.com/office/drawing/2014/main" id="{4DED38C8-2DA7-474F-BB81-9E7A3DD7534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403"/>
                  <a:ext cx="1670" cy="403"/>
                  <a:chOff x="0" y="403"/>
                  <a:chExt cx="1670" cy="403"/>
                </a:xfrm>
              </p:grpSpPr>
              <p:sp>
                <p:nvSpPr>
                  <p:cNvPr id="65592" name="Rectangle 6">
                    <a:extLst>
                      <a:ext uri="{FF2B5EF4-FFF2-40B4-BE49-F238E27FC236}">
                        <a16:creationId xmlns="" xmlns:a16="http://schemas.microsoft.com/office/drawing/2014/main" id="{B3ACB947-A09E-4F27-8FE1-B2E3391828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403"/>
                    <a:ext cx="1584" cy="403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000"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All </a:t>
                    </a:r>
                    <a:r>
                      <a:rPr kumimoji="0" lang="en-US" altLang="zh-CN" sz="2000" b="1">
                        <a:solidFill>
                          <a:srgbClr val="FF0000"/>
                        </a:solidFill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local</a:t>
                    </a:r>
                    <a:r>
                      <a:rPr kumimoji="0" lang="en-US" altLang="zh-CN" sz="2000"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 scalars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5593" name="Rectangle 24">
                    <a:extLst>
                      <a:ext uri="{FF2B5EF4-FFF2-40B4-BE49-F238E27FC236}">
                        <a16:creationId xmlns="" xmlns:a16="http://schemas.microsoft.com/office/drawing/2014/main" id="{3184E22D-5C47-4311-8D3C-A49EC051C2E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403"/>
                    <a:ext cx="167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24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65545" name="Group 31">
                <a:extLst>
                  <a:ext uri="{FF2B5EF4-FFF2-40B4-BE49-F238E27FC236}">
                    <a16:creationId xmlns="" xmlns:a16="http://schemas.microsoft.com/office/drawing/2014/main" id="{E2F1C0A8-D3A5-429D-9FEA-43CEF5B672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70" y="403"/>
                <a:ext cx="1670" cy="403"/>
                <a:chOff x="1670" y="403"/>
                <a:chExt cx="1670" cy="403"/>
              </a:xfrm>
            </p:grpSpPr>
            <p:sp>
              <p:nvSpPr>
                <p:cNvPr id="65586" name="Rectangle 30">
                  <a:extLst>
                    <a:ext uri="{FF2B5EF4-FFF2-40B4-BE49-F238E27FC236}">
                      <a16:creationId xmlns="" xmlns:a16="http://schemas.microsoft.com/office/drawing/2014/main" id="{66727532-501C-40F9-B011-4CF31AF699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70" y="403"/>
                  <a:ext cx="1670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65587" name="Group 29">
                  <a:extLst>
                    <a:ext uri="{FF2B5EF4-FFF2-40B4-BE49-F238E27FC236}">
                      <a16:creationId xmlns="" xmlns:a16="http://schemas.microsoft.com/office/drawing/2014/main" id="{FD5EA778-B590-446B-8807-A69E92AB551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670" y="403"/>
                  <a:ext cx="1670" cy="403"/>
                  <a:chOff x="1670" y="403"/>
                  <a:chExt cx="1670" cy="403"/>
                </a:xfrm>
              </p:grpSpPr>
              <p:sp>
                <p:nvSpPr>
                  <p:cNvPr id="65588" name="Rectangle 7">
                    <a:extLst>
                      <a:ext uri="{FF2B5EF4-FFF2-40B4-BE49-F238E27FC236}">
                        <a16:creationId xmlns="" xmlns:a16="http://schemas.microsoft.com/office/drawing/2014/main" id="{56561F24-8B8B-4830-BCCA-2352E1DD644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13" y="403"/>
                    <a:ext cx="1584" cy="403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000" b="1">
                        <a:solidFill>
                          <a:srgbClr val="FF0000"/>
                        </a:solidFill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Recently-used</a:t>
                    </a:r>
                    <a:r>
                      <a:rPr kumimoji="0" lang="en-US" altLang="zh-CN" sz="2000"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 </a:t>
                    </a:r>
                    <a:r>
                      <a:rPr kumimoji="0" lang="en-US" altLang="zh-CN" sz="2000" b="1">
                        <a:solidFill>
                          <a:srgbClr val="FF0000"/>
                        </a:solidFill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local</a:t>
                    </a:r>
                    <a:r>
                      <a:rPr kumimoji="0" lang="en-US" altLang="zh-CN" sz="2000"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 scalars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5589" name="Rectangle 28">
                    <a:extLst>
                      <a:ext uri="{FF2B5EF4-FFF2-40B4-BE49-F238E27FC236}">
                        <a16:creationId xmlns="" xmlns:a16="http://schemas.microsoft.com/office/drawing/2014/main" id="{D5DC84C0-8F1A-4A99-8D8D-5398CCFCB29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70" y="403"/>
                    <a:ext cx="167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24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65546" name="Group 35">
                <a:extLst>
                  <a:ext uri="{FF2B5EF4-FFF2-40B4-BE49-F238E27FC236}">
                    <a16:creationId xmlns="" xmlns:a16="http://schemas.microsoft.com/office/drawing/2014/main" id="{5B993FCD-7B87-432C-8454-5531D0B9C7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806"/>
                <a:ext cx="1670" cy="403"/>
                <a:chOff x="0" y="806"/>
                <a:chExt cx="1670" cy="403"/>
              </a:xfrm>
            </p:grpSpPr>
            <p:sp>
              <p:nvSpPr>
                <p:cNvPr id="65582" name="Rectangle 34">
                  <a:extLst>
                    <a:ext uri="{FF2B5EF4-FFF2-40B4-BE49-F238E27FC236}">
                      <a16:creationId xmlns="" xmlns:a16="http://schemas.microsoft.com/office/drawing/2014/main" id="{1E2B6138-9F4E-4E73-8435-CB3FB2D8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806"/>
                  <a:ext cx="1670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65583" name="Group 33">
                  <a:extLst>
                    <a:ext uri="{FF2B5EF4-FFF2-40B4-BE49-F238E27FC236}">
                      <a16:creationId xmlns="" xmlns:a16="http://schemas.microsoft.com/office/drawing/2014/main" id="{81B4AD68-BE4B-4021-9BA1-D7707C88671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806"/>
                  <a:ext cx="1670" cy="403"/>
                  <a:chOff x="0" y="806"/>
                  <a:chExt cx="1670" cy="403"/>
                </a:xfrm>
              </p:grpSpPr>
              <p:sp>
                <p:nvSpPr>
                  <p:cNvPr id="65584" name="Rectangle 8">
                    <a:extLst>
                      <a:ext uri="{FF2B5EF4-FFF2-40B4-BE49-F238E27FC236}">
                        <a16:creationId xmlns="" xmlns:a16="http://schemas.microsoft.com/office/drawing/2014/main" id="{A8FB1A62-BD66-4A06-AF78-FCD948D8ED0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806"/>
                    <a:ext cx="1584" cy="403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000" b="1">
                        <a:solidFill>
                          <a:srgbClr val="FF0000"/>
                        </a:solidFill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Individual</a:t>
                    </a:r>
                    <a:r>
                      <a:rPr kumimoji="0" lang="en-US" altLang="zh-CN" sz="2000"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 variables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5585" name="Rectangle 32">
                    <a:extLst>
                      <a:ext uri="{FF2B5EF4-FFF2-40B4-BE49-F238E27FC236}">
                        <a16:creationId xmlns="" xmlns:a16="http://schemas.microsoft.com/office/drawing/2014/main" id="{9334728B-0185-490B-854F-0BF38405186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806"/>
                    <a:ext cx="167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24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65547" name="Group 39">
                <a:extLst>
                  <a:ext uri="{FF2B5EF4-FFF2-40B4-BE49-F238E27FC236}">
                    <a16:creationId xmlns="" xmlns:a16="http://schemas.microsoft.com/office/drawing/2014/main" id="{E1D1BD66-48E2-4DDA-A774-8612AE2971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70" y="806"/>
                <a:ext cx="1670" cy="403"/>
                <a:chOff x="1670" y="806"/>
                <a:chExt cx="1670" cy="403"/>
              </a:xfrm>
            </p:grpSpPr>
            <p:sp>
              <p:nvSpPr>
                <p:cNvPr id="65578" name="Rectangle 38">
                  <a:extLst>
                    <a:ext uri="{FF2B5EF4-FFF2-40B4-BE49-F238E27FC236}">
                      <a16:creationId xmlns="" xmlns:a16="http://schemas.microsoft.com/office/drawing/2014/main" id="{46A9291D-DA6A-495F-ABB0-A4B7BAAB20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70" y="806"/>
                  <a:ext cx="1670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65579" name="Group 37">
                  <a:extLst>
                    <a:ext uri="{FF2B5EF4-FFF2-40B4-BE49-F238E27FC236}">
                      <a16:creationId xmlns="" xmlns:a16="http://schemas.microsoft.com/office/drawing/2014/main" id="{4A2ECF91-51FE-474D-86A9-0795F7D681D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670" y="806"/>
                  <a:ext cx="1670" cy="403"/>
                  <a:chOff x="1670" y="806"/>
                  <a:chExt cx="1670" cy="403"/>
                </a:xfrm>
              </p:grpSpPr>
              <p:sp>
                <p:nvSpPr>
                  <p:cNvPr id="65580" name="Rectangle 9">
                    <a:extLst>
                      <a:ext uri="{FF2B5EF4-FFF2-40B4-BE49-F238E27FC236}">
                        <a16:creationId xmlns="" xmlns:a16="http://schemas.microsoft.com/office/drawing/2014/main" id="{CE356741-5127-4868-9C8D-1A5EA52AE1E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13" y="806"/>
                    <a:ext cx="1584" cy="403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000" b="1">
                        <a:solidFill>
                          <a:srgbClr val="FF0000"/>
                        </a:solidFill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Blocks</a:t>
                    </a:r>
                    <a:r>
                      <a:rPr kumimoji="0" lang="en-US" altLang="zh-CN" sz="2000"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 of memory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5581" name="Rectangle 36">
                    <a:extLst>
                      <a:ext uri="{FF2B5EF4-FFF2-40B4-BE49-F238E27FC236}">
                        <a16:creationId xmlns="" xmlns:a16="http://schemas.microsoft.com/office/drawing/2014/main" id="{7ED860D7-E55A-41AF-8B0E-55D452D0626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70" y="806"/>
                    <a:ext cx="167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24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65548" name="Group 43">
                <a:extLst>
                  <a:ext uri="{FF2B5EF4-FFF2-40B4-BE49-F238E27FC236}">
                    <a16:creationId xmlns="" xmlns:a16="http://schemas.microsoft.com/office/drawing/2014/main" id="{47FC0057-D4A2-46DC-AE2D-CD68734643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209"/>
                <a:ext cx="1670" cy="403"/>
                <a:chOff x="0" y="1209"/>
                <a:chExt cx="1670" cy="403"/>
              </a:xfrm>
            </p:grpSpPr>
            <p:sp>
              <p:nvSpPr>
                <p:cNvPr id="65574" name="Rectangle 42">
                  <a:extLst>
                    <a:ext uri="{FF2B5EF4-FFF2-40B4-BE49-F238E27FC236}">
                      <a16:creationId xmlns="" xmlns:a16="http://schemas.microsoft.com/office/drawing/2014/main" id="{C6DC3A5B-2909-493D-93F8-91286EBB62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209"/>
                  <a:ext cx="1670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65575" name="Group 41">
                  <a:extLst>
                    <a:ext uri="{FF2B5EF4-FFF2-40B4-BE49-F238E27FC236}">
                      <a16:creationId xmlns="" xmlns:a16="http://schemas.microsoft.com/office/drawing/2014/main" id="{43D956D6-0518-4E47-A6B3-D023F3D35DA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1209"/>
                  <a:ext cx="1670" cy="403"/>
                  <a:chOff x="0" y="1209"/>
                  <a:chExt cx="1670" cy="403"/>
                </a:xfrm>
              </p:grpSpPr>
              <p:sp>
                <p:nvSpPr>
                  <p:cNvPr id="65576" name="Rectangle 10">
                    <a:extLst>
                      <a:ext uri="{FF2B5EF4-FFF2-40B4-BE49-F238E27FC236}">
                        <a16:creationId xmlns="" xmlns:a16="http://schemas.microsoft.com/office/drawing/2014/main" id="{A6A283A6-E13D-4FCB-97CF-F9915EA5BE5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1209"/>
                    <a:ext cx="1584" cy="403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000"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Compiler-assigned global variables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5577" name="Rectangle 40">
                    <a:extLst>
                      <a:ext uri="{FF2B5EF4-FFF2-40B4-BE49-F238E27FC236}">
                        <a16:creationId xmlns="" xmlns:a16="http://schemas.microsoft.com/office/drawing/2014/main" id="{F2E4F309-E614-4CF1-A285-018F07A9DEB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1209"/>
                    <a:ext cx="167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24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65549" name="Group 47">
                <a:extLst>
                  <a:ext uri="{FF2B5EF4-FFF2-40B4-BE49-F238E27FC236}">
                    <a16:creationId xmlns="" xmlns:a16="http://schemas.microsoft.com/office/drawing/2014/main" id="{A8D5C692-28C8-41AE-899C-F8820DD7C4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70" y="1209"/>
                <a:ext cx="1670" cy="403"/>
                <a:chOff x="1670" y="1209"/>
                <a:chExt cx="1670" cy="403"/>
              </a:xfrm>
            </p:grpSpPr>
            <p:sp>
              <p:nvSpPr>
                <p:cNvPr id="65570" name="Rectangle 46">
                  <a:extLst>
                    <a:ext uri="{FF2B5EF4-FFF2-40B4-BE49-F238E27FC236}">
                      <a16:creationId xmlns="" xmlns:a16="http://schemas.microsoft.com/office/drawing/2014/main" id="{5464753D-8DAA-4CFF-B752-91D5D14C49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70" y="1209"/>
                  <a:ext cx="1670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65571" name="Group 45">
                  <a:extLst>
                    <a:ext uri="{FF2B5EF4-FFF2-40B4-BE49-F238E27FC236}">
                      <a16:creationId xmlns="" xmlns:a16="http://schemas.microsoft.com/office/drawing/2014/main" id="{C2F0B98B-657D-4297-98FD-005F41D6B00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670" y="1209"/>
                  <a:ext cx="1670" cy="403"/>
                  <a:chOff x="1670" y="1209"/>
                  <a:chExt cx="1670" cy="403"/>
                </a:xfrm>
              </p:grpSpPr>
              <p:sp>
                <p:nvSpPr>
                  <p:cNvPr id="65572" name="Rectangle 11">
                    <a:extLst>
                      <a:ext uri="{FF2B5EF4-FFF2-40B4-BE49-F238E27FC236}">
                        <a16:creationId xmlns="" xmlns:a16="http://schemas.microsoft.com/office/drawing/2014/main" id="{5D99F228-9AF9-461A-91DD-7418A93F858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13" y="1209"/>
                    <a:ext cx="1584" cy="403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000" b="1">
                        <a:solidFill>
                          <a:srgbClr val="FF0000"/>
                        </a:solidFill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Recently-used global </a:t>
                    </a:r>
                    <a:r>
                      <a:rPr kumimoji="0" lang="en-US" altLang="zh-CN" sz="2000"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variables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5573" name="Rectangle 44">
                    <a:extLst>
                      <a:ext uri="{FF2B5EF4-FFF2-40B4-BE49-F238E27FC236}">
                        <a16:creationId xmlns="" xmlns:a16="http://schemas.microsoft.com/office/drawing/2014/main" id="{D5C0BDAA-0490-4644-A6BA-B5EF20E2A4E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70" y="1209"/>
                    <a:ext cx="167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24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65550" name="Group 51">
                <a:extLst>
                  <a:ext uri="{FF2B5EF4-FFF2-40B4-BE49-F238E27FC236}">
                    <a16:creationId xmlns="" xmlns:a16="http://schemas.microsoft.com/office/drawing/2014/main" id="{5D59143C-6458-453B-8588-5A70E0CB2C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612"/>
                <a:ext cx="1670" cy="518"/>
                <a:chOff x="0" y="1612"/>
                <a:chExt cx="1670" cy="518"/>
              </a:xfrm>
            </p:grpSpPr>
            <p:sp>
              <p:nvSpPr>
                <p:cNvPr id="65566" name="Rectangle 50">
                  <a:extLst>
                    <a:ext uri="{FF2B5EF4-FFF2-40B4-BE49-F238E27FC236}">
                      <a16:creationId xmlns="" xmlns:a16="http://schemas.microsoft.com/office/drawing/2014/main" id="{FAAE2E77-C86D-44D3-9DAE-48EBAF2537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612"/>
                  <a:ext cx="1670" cy="518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65567" name="Group 49">
                  <a:extLst>
                    <a:ext uri="{FF2B5EF4-FFF2-40B4-BE49-F238E27FC236}">
                      <a16:creationId xmlns="" xmlns:a16="http://schemas.microsoft.com/office/drawing/2014/main" id="{2919AEA6-A4B6-4428-B717-01C9C070D51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1612"/>
                  <a:ext cx="1670" cy="518"/>
                  <a:chOff x="0" y="1612"/>
                  <a:chExt cx="1670" cy="518"/>
                </a:xfrm>
              </p:grpSpPr>
              <p:sp>
                <p:nvSpPr>
                  <p:cNvPr id="65568" name="Rectangle 12">
                    <a:extLst>
                      <a:ext uri="{FF2B5EF4-FFF2-40B4-BE49-F238E27FC236}">
                        <a16:creationId xmlns="" xmlns:a16="http://schemas.microsoft.com/office/drawing/2014/main" id="{D9AEB7C1-9AEE-4056-899D-22E9105A4DE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1612"/>
                    <a:ext cx="1584" cy="518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000"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Save/Restore based on procedure </a:t>
                    </a:r>
                    <a:r>
                      <a:rPr kumimoji="0" lang="en-US" altLang="zh-CN" sz="2000" b="1">
                        <a:solidFill>
                          <a:srgbClr val="FF0000"/>
                        </a:solidFill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nesting depth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5569" name="Rectangle 48">
                    <a:extLst>
                      <a:ext uri="{FF2B5EF4-FFF2-40B4-BE49-F238E27FC236}">
                        <a16:creationId xmlns="" xmlns:a16="http://schemas.microsoft.com/office/drawing/2014/main" id="{6ACCF902-FCE1-4E56-AF36-2E183B0DCF1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1612"/>
                    <a:ext cx="1670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24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65551" name="Group 55">
                <a:extLst>
                  <a:ext uri="{FF2B5EF4-FFF2-40B4-BE49-F238E27FC236}">
                    <a16:creationId xmlns="" xmlns:a16="http://schemas.microsoft.com/office/drawing/2014/main" id="{A64E1D0C-ADF7-4031-A99B-E668F568BB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70" y="1612"/>
                <a:ext cx="1670" cy="518"/>
                <a:chOff x="1670" y="1612"/>
                <a:chExt cx="1670" cy="518"/>
              </a:xfrm>
            </p:grpSpPr>
            <p:sp>
              <p:nvSpPr>
                <p:cNvPr id="65562" name="Rectangle 54">
                  <a:extLst>
                    <a:ext uri="{FF2B5EF4-FFF2-40B4-BE49-F238E27FC236}">
                      <a16:creationId xmlns="" xmlns:a16="http://schemas.microsoft.com/office/drawing/2014/main" id="{48EF6B51-2C06-44D7-BD31-D68BBA5C54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70" y="1612"/>
                  <a:ext cx="1670" cy="518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65563" name="Group 53">
                  <a:extLst>
                    <a:ext uri="{FF2B5EF4-FFF2-40B4-BE49-F238E27FC236}">
                      <a16:creationId xmlns="" xmlns:a16="http://schemas.microsoft.com/office/drawing/2014/main" id="{BA999019-066A-459D-9E23-CB6A39BB092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670" y="1612"/>
                  <a:ext cx="1670" cy="518"/>
                  <a:chOff x="1670" y="1612"/>
                  <a:chExt cx="1670" cy="518"/>
                </a:xfrm>
              </p:grpSpPr>
              <p:sp>
                <p:nvSpPr>
                  <p:cNvPr id="65564" name="Rectangle 13">
                    <a:extLst>
                      <a:ext uri="{FF2B5EF4-FFF2-40B4-BE49-F238E27FC236}">
                        <a16:creationId xmlns="" xmlns:a16="http://schemas.microsoft.com/office/drawing/2014/main" id="{9ACEFBC5-EFC3-4D79-AB05-98666CF62FA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13" y="1612"/>
                    <a:ext cx="1584" cy="518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000"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Save/Restore based on cache </a:t>
                    </a:r>
                    <a:r>
                      <a:rPr kumimoji="0" lang="en-US" altLang="zh-CN" sz="2000" b="1">
                        <a:solidFill>
                          <a:srgbClr val="FF0000"/>
                        </a:solidFill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replacement</a:t>
                    </a:r>
                    <a:r>
                      <a:rPr kumimoji="0" lang="en-US" altLang="zh-CN" sz="2000"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 algorithm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5565" name="Rectangle 52">
                    <a:extLst>
                      <a:ext uri="{FF2B5EF4-FFF2-40B4-BE49-F238E27FC236}">
                        <a16:creationId xmlns="" xmlns:a16="http://schemas.microsoft.com/office/drawing/2014/main" id="{C5DE5540-BFB2-4A2B-8CE5-68571FF2B43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70" y="1612"/>
                    <a:ext cx="1670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24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65552" name="Group 59">
                <a:extLst>
                  <a:ext uri="{FF2B5EF4-FFF2-40B4-BE49-F238E27FC236}">
                    <a16:creationId xmlns="" xmlns:a16="http://schemas.microsoft.com/office/drawing/2014/main" id="{D5BCF1F6-40E3-454B-BFC9-72A90A597F3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130"/>
                <a:ext cx="1670" cy="403"/>
                <a:chOff x="0" y="2130"/>
                <a:chExt cx="1670" cy="403"/>
              </a:xfrm>
            </p:grpSpPr>
            <p:sp>
              <p:nvSpPr>
                <p:cNvPr id="65558" name="Rectangle 58">
                  <a:extLst>
                    <a:ext uri="{FF2B5EF4-FFF2-40B4-BE49-F238E27FC236}">
                      <a16:creationId xmlns="" xmlns:a16="http://schemas.microsoft.com/office/drawing/2014/main" id="{481F13E0-B610-45AA-ACFB-E549021E56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130"/>
                  <a:ext cx="1670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65559" name="Group 57">
                  <a:extLst>
                    <a:ext uri="{FF2B5EF4-FFF2-40B4-BE49-F238E27FC236}">
                      <a16:creationId xmlns="" xmlns:a16="http://schemas.microsoft.com/office/drawing/2014/main" id="{10DD2008-804E-4C9D-9F4E-7C08DDBDF79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2130"/>
                  <a:ext cx="1670" cy="403"/>
                  <a:chOff x="0" y="2130"/>
                  <a:chExt cx="1670" cy="403"/>
                </a:xfrm>
              </p:grpSpPr>
              <p:sp>
                <p:nvSpPr>
                  <p:cNvPr id="65560" name="Rectangle 14">
                    <a:extLst>
                      <a:ext uri="{FF2B5EF4-FFF2-40B4-BE49-F238E27FC236}">
                        <a16:creationId xmlns="" xmlns:a16="http://schemas.microsoft.com/office/drawing/2014/main" id="{46F8EDA5-CBAF-47EC-8BBB-1F98F615898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2130"/>
                    <a:ext cx="1584" cy="403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000" b="1">
                        <a:solidFill>
                          <a:srgbClr val="FF0000"/>
                        </a:solidFill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Register</a:t>
                    </a:r>
                    <a:r>
                      <a:rPr kumimoji="0" lang="en-US" altLang="zh-CN" sz="2000"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 addressing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5561" name="Rectangle 56">
                    <a:extLst>
                      <a:ext uri="{FF2B5EF4-FFF2-40B4-BE49-F238E27FC236}">
                        <a16:creationId xmlns="" xmlns:a16="http://schemas.microsoft.com/office/drawing/2014/main" id="{D03C2AAA-AB40-42FD-8E73-52359321814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2130"/>
                    <a:ext cx="167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24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65553" name="Group 63">
                <a:extLst>
                  <a:ext uri="{FF2B5EF4-FFF2-40B4-BE49-F238E27FC236}">
                    <a16:creationId xmlns="" xmlns:a16="http://schemas.microsoft.com/office/drawing/2014/main" id="{E082D5FA-C711-4423-989A-4CE2FA8066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70" y="2130"/>
                <a:ext cx="1670" cy="403"/>
                <a:chOff x="1670" y="2130"/>
                <a:chExt cx="1670" cy="403"/>
              </a:xfrm>
            </p:grpSpPr>
            <p:sp>
              <p:nvSpPr>
                <p:cNvPr id="65554" name="Rectangle 62">
                  <a:extLst>
                    <a:ext uri="{FF2B5EF4-FFF2-40B4-BE49-F238E27FC236}">
                      <a16:creationId xmlns="" xmlns:a16="http://schemas.microsoft.com/office/drawing/2014/main" id="{C3C3F1C0-2ADB-4637-894E-A95127A5C5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70" y="2130"/>
                  <a:ext cx="1670" cy="403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65555" name="Group 61">
                  <a:extLst>
                    <a:ext uri="{FF2B5EF4-FFF2-40B4-BE49-F238E27FC236}">
                      <a16:creationId xmlns="" xmlns:a16="http://schemas.microsoft.com/office/drawing/2014/main" id="{F880A91B-F996-46B9-BB3B-02C4805566C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670" y="2130"/>
                  <a:ext cx="1670" cy="403"/>
                  <a:chOff x="1670" y="2130"/>
                  <a:chExt cx="1670" cy="403"/>
                </a:xfrm>
              </p:grpSpPr>
              <p:sp>
                <p:nvSpPr>
                  <p:cNvPr id="65556" name="Rectangle 15">
                    <a:extLst>
                      <a:ext uri="{FF2B5EF4-FFF2-40B4-BE49-F238E27FC236}">
                        <a16:creationId xmlns="" xmlns:a16="http://schemas.microsoft.com/office/drawing/2014/main" id="{5A6DC61A-4874-4707-B14C-9D9E7EC0279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13" y="2130"/>
                    <a:ext cx="1584" cy="403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000" b="1">
                        <a:solidFill>
                          <a:srgbClr val="FF0000"/>
                        </a:solidFill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Memory </a:t>
                    </a:r>
                    <a:r>
                      <a:rPr kumimoji="0" lang="en-US" altLang="zh-CN" sz="2000">
                        <a:latin typeface="Times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addressing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5557" name="Rectangle 60">
                    <a:extLst>
                      <a:ext uri="{FF2B5EF4-FFF2-40B4-BE49-F238E27FC236}">
                        <a16:creationId xmlns="" xmlns:a16="http://schemas.microsoft.com/office/drawing/2014/main" id="{7DD2114F-FCCF-41EA-B6F2-19A0DBE23F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70" y="2130"/>
                    <a:ext cx="167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Char char="—"/>
                      <a:defRPr kumimoji="1"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+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o"/>
                      <a:defRPr kumimoji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24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</p:grpSp>
        <p:sp>
          <p:nvSpPr>
            <p:cNvPr id="65541" name="Rectangle 65">
              <a:extLst>
                <a:ext uri="{FF2B5EF4-FFF2-40B4-BE49-F238E27FC236}">
                  <a16:creationId xmlns="" xmlns:a16="http://schemas.microsoft.com/office/drawing/2014/main" id="{B8E40F03-45F4-4162-941D-645C9CA387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" y="-3"/>
              <a:ext cx="3346" cy="2539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Char char="—"/>
                <a:defRPr kumimoji="1"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Char char="–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0000"/>
                </a:buClr>
                <a:buChar char="+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="" xmlns:a16="http://schemas.microsoft.com/office/drawing/2014/main" id="{45B337E9-3237-4A1F-8FCE-FA548D1E75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Referencing a Scalar - </a:t>
            </a:r>
            <a:br>
              <a:rPr lang="en-GB" altLang="zh-CN">
                <a:ea typeface="宋体" panose="02010600030101010101" pitchFamily="2" charset="-122"/>
              </a:rPr>
            </a:br>
            <a:r>
              <a:rPr lang="en-GB" altLang="zh-CN">
                <a:ea typeface="宋体" panose="02010600030101010101" pitchFamily="2" charset="-122"/>
              </a:rPr>
              <a:t>Window Based Register File</a:t>
            </a:r>
          </a:p>
        </p:txBody>
      </p:sp>
      <p:pic>
        <p:nvPicPr>
          <p:cNvPr id="67587" name="图片 1">
            <a:extLst>
              <a:ext uri="{FF2B5EF4-FFF2-40B4-BE49-F238E27FC236}">
                <a16:creationId xmlns="" xmlns:a16="http://schemas.microsoft.com/office/drawing/2014/main" id="{12656FF3-A803-49DD-8497-C6132E7604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628775"/>
            <a:ext cx="7488237" cy="358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图片 2">
            <a:extLst>
              <a:ext uri="{FF2B5EF4-FFF2-40B4-BE49-F238E27FC236}">
                <a16:creationId xmlns="" xmlns:a16="http://schemas.microsoft.com/office/drawing/2014/main" id="{6BF292FE-2727-4766-BDDA-7B1346E2BF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096963"/>
            <a:ext cx="6143625" cy="557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5" name="Rectangle 2">
            <a:extLst>
              <a:ext uri="{FF2B5EF4-FFF2-40B4-BE49-F238E27FC236}">
                <a16:creationId xmlns="" xmlns:a16="http://schemas.microsoft.com/office/drawing/2014/main" id="{E9B5857C-B84D-4788-AD24-BB262208ED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Referencing a Scalar - Cache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="" xmlns:a16="http://schemas.microsoft.com/office/drawing/2014/main" id="{2F9F2D13-6FD2-4111-B0E6-2639867FC5A2}"/>
              </a:ext>
            </a:extLst>
          </p:cNvPr>
          <p:cNvSpPr/>
          <p:nvPr/>
        </p:nvSpPr>
        <p:spPr bwMode="auto">
          <a:xfrm>
            <a:off x="2411760" y="4941168"/>
            <a:ext cx="3384376" cy="100811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="" xmlns:a16="http://schemas.microsoft.com/office/drawing/2014/main" id="{DD8CE677-C34F-4462-83E6-652069CDB1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>
                <a:ea typeface="宋体" panose="02010600030101010101" pitchFamily="2" charset="-122"/>
              </a:rPr>
              <a:t>15.3 Compiler Based Register Optimization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="" xmlns:a16="http://schemas.microsoft.com/office/drawing/2014/main" id="{32BC8E2F-8448-4E4C-B1D9-30676BF101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RISC </a:t>
            </a:r>
            <a:r>
              <a:rPr lang="zh-CN" altLang="en-US" dirty="0">
                <a:ea typeface="宋体" pitchFamily="2" charset="-122"/>
              </a:rPr>
              <a:t>：</a:t>
            </a:r>
            <a:r>
              <a:rPr lang="en-US" altLang="zh-CN" dirty="0">
                <a:ea typeface="宋体" pitchFamily="2" charset="-122"/>
              </a:rPr>
              <a:t>Assignment predominate-&gt;simple </a:t>
            </a:r>
            <a:r>
              <a:rPr lang="en-US" altLang="zh-CN" b="1" i="1" dirty="0">
                <a:ea typeface="宋体" pitchFamily="2" charset="-122"/>
              </a:rPr>
              <a:t>movement of data </a:t>
            </a:r>
            <a:r>
              <a:rPr lang="en-US" altLang="zh-CN" dirty="0">
                <a:ea typeface="宋体" pitchFamily="2" charset="-122"/>
              </a:rPr>
              <a:t>should be optimized</a:t>
            </a:r>
          </a:p>
          <a:p>
            <a:pPr marL="0" indent="0">
              <a:buFontTx/>
              <a:buNone/>
              <a:defRPr/>
            </a:pPr>
            <a:endParaRPr lang="en-GB" altLang="zh-CN" dirty="0">
              <a:ea typeface="宋体" panose="02010600030101010101" pitchFamily="2" charset="-122"/>
            </a:endParaRPr>
          </a:p>
          <a:p>
            <a:pPr>
              <a:defRPr/>
            </a:pPr>
            <a:r>
              <a:rPr lang="en-GB" altLang="zh-CN" dirty="0">
                <a:ea typeface="宋体" panose="02010600030101010101" pitchFamily="2" charset="-122"/>
              </a:rPr>
              <a:t>Hardware solution</a:t>
            </a:r>
          </a:p>
          <a:p>
            <a:pPr lvl="1">
              <a:defRPr/>
            </a:pPr>
            <a:r>
              <a:rPr lang="en-US" altLang="zh-CN" dirty="0">
                <a:ea typeface="宋体" panose="02010600030101010101" pitchFamily="2" charset="-122"/>
              </a:rPr>
              <a:t>Memory access     ;    Reg. access</a:t>
            </a:r>
          </a:p>
          <a:p>
            <a:pPr lvl="1">
              <a:defRPr/>
            </a:pPr>
            <a:r>
              <a:rPr lang="en-GB" altLang="zh-CN" dirty="0">
                <a:ea typeface="宋体" panose="02010600030101010101" pitchFamily="2" charset="-122"/>
              </a:rPr>
              <a:t>Have </a:t>
            </a:r>
            <a:r>
              <a:rPr lang="en-GB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more registers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：</a:t>
            </a:r>
            <a:r>
              <a:rPr lang="en-US" altLang="zh-CN" dirty="0">
                <a:ea typeface="宋体" panose="02010600030101010101" pitchFamily="2" charset="-122"/>
              </a:rPr>
              <a:t>A large register file</a:t>
            </a:r>
          </a:p>
          <a:p>
            <a:pPr marL="457200" lvl="1" indent="0">
              <a:buFontTx/>
              <a:buNone/>
              <a:defRPr/>
            </a:pPr>
            <a:endParaRPr lang="en-GB" altLang="zh-CN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defRPr/>
            </a:pPr>
            <a:endParaRPr lang="en-GB" altLang="zh-CN" i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pic>
        <p:nvPicPr>
          <p:cNvPr id="21508" name="图片 1">
            <a:extLst>
              <a:ext uri="{FF2B5EF4-FFF2-40B4-BE49-F238E27FC236}">
                <a16:creationId xmlns="" xmlns:a16="http://schemas.microsoft.com/office/drawing/2014/main" id="{B5B270C4-1E8D-4533-ADE0-011C845CB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763" y="3986213"/>
            <a:ext cx="6467475" cy="278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椭圆 1">
            <a:extLst>
              <a:ext uri="{FF2B5EF4-FFF2-40B4-BE49-F238E27FC236}">
                <a16:creationId xmlns="" xmlns:a16="http://schemas.microsoft.com/office/drawing/2014/main" id="{961A5BD2-A5E0-4617-B6D3-A65A8AB3B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092575"/>
            <a:ext cx="1800225" cy="2735263"/>
          </a:xfrm>
          <a:prstGeom prst="ellipse">
            <a:avLst/>
          </a:prstGeom>
          <a:noFill/>
          <a:ln w="9525" algn="ctr">
            <a:solidFill>
              <a:srgbClr val="C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21510" name="直接箭头连接符 3">
            <a:extLst>
              <a:ext uri="{FF2B5EF4-FFF2-40B4-BE49-F238E27FC236}">
                <a16:creationId xmlns="" xmlns:a16="http://schemas.microsoft.com/office/drawing/2014/main" id="{D72ACD5B-92C2-4BF8-9D2C-3C296C1452B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851275" y="3068638"/>
            <a:ext cx="0" cy="360362"/>
          </a:xfrm>
          <a:prstGeom prst="straightConnector1">
            <a:avLst/>
          </a:prstGeom>
          <a:noFill/>
          <a:ln w="53975" algn="ctr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1" name="直接箭头连接符 7">
            <a:extLst>
              <a:ext uri="{FF2B5EF4-FFF2-40B4-BE49-F238E27FC236}">
                <a16:creationId xmlns="" xmlns:a16="http://schemas.microsoft.com/office/drawing/2014/main" id="{AB34F0A3-F974-4062-8255-2B65A07DDA37}"/>
              </a:ext>
            </a:extLst>
          </p:cNvPr>
          <p:cNvCxnSpPr>
            <a:cxnSpLocks/>
          </p:cNvCxnSpPr>
          <p:nvPr/>
        </p:nvCxnSpPr>
        <p:spPr bwMode="auto">
          <a:xfrm flipV="1">
            <a:off x="6732588" y="2997200"/>
            <a:ext cx="0" cy="360363"/>
          </a:xfrm>
          <a:prstGeom prst="straightConnector1">
            <a:avLst/>
          </a:prstGeom>
          <a:noFill/>
          <a:ln w="53975" algn="ctr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="" xmlns:a16="http://schemas.microsoft.com/office/drawing/2014/main" id="{7DEAD79B-DB41-47A9-A3EB-EBF79F6CA2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Compiler Based Register Optimization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="" xmlns:a16="http://schemas.microsoft.com/office/drawing/2014/main" id="{8E6B5BE5-CE49-489C-8E21-3EADDD9041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178800" cy="1289050"/>
          </a:xfrm>
        </p:spPr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Software solution</a:t>
            </a:r>
          </a:p>
          <a:p>
            <a:pPr lvl="1"/>
            <a:r>
              <a:rPr lang="en-GB" altLang="zh-CN">
                <a:ea typeface="宋体" panose="02010600030101010101" pitchFamily="2" charset="-122"/>
              </a:rPr>
              <a:t>Require </a:t>
            </a:r>
            <a:r>
              <a:rPr lang="en-GB" altLang="zh-CN" i="1">
                <a:solidFill>
                  <a:srgbClr val="FF0000"/>
                </a:solidFill>
                <a:ea typeface="宋体" panose="02010600030101010101" pitchFamily="2" charset="-122"/>
              </a:rPr>
              <a:t>compiler</a:t>
            </a:r>
            <a:r>
              <a:rPr lang="en-GB" altLang="zh-CN">
                <a:ea typeface="宋体" panose="02010600030101010101" pitchFamily="2" charset="-122"/>
              </a:rPr>
              <a:t> to allocate registers</a:t>
            </a:r>
          </a:p>
          <a:p>
            <a:pPr>
              <a:lnSpc>
                <a:spcPct val="90000"/>
              </a:lnSpc>
            </a:pPr>
            <a:endParaRPr lang="en-GB" altLang="zh-CN" i="1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3556" name="文本框 2">
            <a:extLst>
              <a:ext uri="{FF2B5EF4-FFF2-40B4-BE49-F238E27FC236}">
                <a16:creationId xmlns="" xmlns:a16="http://schemas.microsoft.com/office/drawing/2014/main" id="{C02EE6A6-1884-4783-9F6A-BC3E176D3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300" y="2044700"/>
            <a:ext cx="2449513" cy="3046413"/>
          </a:xfrm>
          <a:prstGeom prst="rect">
            <a:avLst/>
          </a:prstGeom>
          <a:noFill/>
          <a:ln w="9525">
            <a:solidFill>
              <a:srgbClr val="00B0F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int function1(int i)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 int </a:t>
            </a:r>
            <a:r>
              <a:rPr kumimoji="0"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 int </a:t>
            </a:r>
            <a:r>
              <a:rPr kumimoji="0"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 int </a:t>
            </a:r>
            <a:r>
              <a:rPr kumimoji="0"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 ……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 return </a:t>
            </a:r>
            <a:r>
              <a:rPr kumimoji="0"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} </a:t>
            </a: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7" name="矩形 4">
            <a:extLst>
              <a:ext uri="{FF2B5EF4-FFF2-40B4-BE49-F238E27FC236}">
                <a16:creationId xmlns="" xmlns:a16="http://schemas.microsoft.com/office/drawing/2014/main" id="{AAEB3AD6-B36E-4166-8975-1DB1F9B33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3198813"/>
            <a:ext cx="54133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GB" altLang="zh-CN" i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unlimited </a:t>
            </a:r>
            <a:r>
              <a:rPr kumimoji="0" lang="en-GB" altLang="zh-CN">
                <a:latin typeface="Times New Roman" panose="02020603050405020304" pitchFamily="18" charset="0"/>
                <a:ea typeface="宋体" panose="02010600030101010101" pitchFamily="2" charset="-122"/>
              </a:rPr>
              <a:t>Symbolic/virtual Register </a:t>
            </a:r>
            <a:endParaRPr kumimoji="0"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左大括号 7">
            <a:extLst>
              <a:ext uri="{FF2B5EF4-FFF2-40B4-BE49-F238E27FC236}">
                <a16:creationId xmlns="" xmlns:a16="http://schemas.microsoft.com/office/drawing/2014/main" id="{720479E4-7CCF-42A6-AD40-9115EF3F053F}"/>
              </a:ext>
            </a:extLst>
          </p:cNvPr>
          <p:cNvSpPr/>
          <p:nvPr/>
        </p:nvSpPr>
        <p:spPr bwMode="auto">
          <a:xfrm rot="10800000">
            <a:off x="2982913" y="2852738"/>
            <a:ext cx="215900" cy="1289050"/>
          </a:xfrm>
          <a:prstGeom prst="leftBrac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23559" name="图片 8">
            <a:extLst>
              <a:ext uri="{FF2B5EF4-FFF2-40B4-BE49-F238E27FC236}">
                <a16:creationId xmlns="" xmlns:a16="http://schemas.microsoft.com/office/drawing/2014/main" id="{9315B990-63E4-4197-BA7F-34D68D8D8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638" y="4776788"/>
            <a:ext cx="3067050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0" name="矩形 9">
            <a:extLst>
              <a:ext uri="{FF2B5EF4-FFF2-40B4-BE49-F238E27FC236}">
                <a16:creationId xmlns="" xmlns:a16="http://schemas.microsoft.com/office/drawing/2014/main" id="{884B62C2-E87A-4CCF-B874-61BDD5A0B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338" y="4332288"/>
            <a:ext cx="46783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GB" altLang="zh-CN">
                <a:latin typeface="Times New Roman" panose="02020603050405020304" pitchFamily="18" charset="0"/>
                <a:ea typeface="宋体" panose="02010600030101010101" pitchFamily="2" charset="-122"/>
              </a:rPr>
              <a:t>a </a:t>
            </a:r>
            <a:r>
              <a:rPr kumimoji="0" lang="en-GB" altLang="zh-CN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fixed</a:t>
            </a:r>
            <a:r>
              <a:rPr kumimoji="0" lang="en-GB" altLang="zh-CN">
                <a:latin typeface="Times New Roman" panose="02020603050405020304" pitchFamily="18" charset="0"/>
                <a:ea typeface="宋体" panose="02010600030101010101" pitchFamily="2" charset="-122"/>
              </a:rPr>
              <a:t> number of </a:t>
            </a:r>
            <a:r>
              <a:rPr kumimoji="0" lang="en-GB" altLang="zh-CN" u="sng">
                <a:latin typeface="Times New Roman" panose="02020603050405020304" pitchFamily="18" charset="0"/>
                <a:ea typeface="宋体" panose="02010600030101010101" pitchFamily="2" charset="-122"/>
              </a:rPr>
              <a:t>real registers</a:t>
            </a:r>
            <a:endParaRPr kumimoji="0"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61" name="箭头: 下 10">
            <a:extLst>
              <a:ext uri="{FF2B5EF4-FFF2-40B4-BE49-F238E27FC236}">
                <a16:creationId xmlns="" xmlns:a16="http://schemas.microsoft.com/office/drawing/2014/main" id="{FEE003F5-F63B-450C-9956-096E2A9D6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3789363"/>
            <a:ext cx="287337" cy="603250"/>
          </a:xfrm>
          <a:prstGeom prst="downArrow">
            <a:avLst>
              <a:gd name="adj1" fmla="val 50000"/>
              <a:gd name="adj2" fmla="val 50056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62" name="矩形 11">
            <a:extLst>
              <a:ext uri="{FF2B5EF4-FFF2-40B4-BE49-F238E27FC236}">
                <a16:creationId xmlns="" xmlns:a16="http://schemas.microsoft.com/office/drawing/2014/main" id="{100A2768-FF43-4277-8474-82E126613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9850" y="3795713"/>
            <a:ext cx="7667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GB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Map</a:t>
            </a: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63" name="矩形 1">
            <a:extLst>
              <a:ext uri="{FF2B5EF4-FFF2-40B4-BE49-F238E27FC236}">
                <a16:creationId xmlns="" xmlns:a16="http://schemas.microsoft.com/office/drawing/2014/main" id="{21B39B0D-24C8-4C5F-B4C6-25CB514DA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6400" y="5040313"/>
            <a:ext cx="6096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GB" altLang="zh-CN" sz="24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GB" altLang="zh-CN" sz="24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  <a:endParaRPr kumimoji="0" lang="zh-CN" altLang="en-US" sz="240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64" name="矩形 1">
            <a:extLst>
              <a:ext uri="{FF2B5EF4-FFF2-40B4-BE49-F238E27FC236}">
                <a16:creationId xmlns="" xmlns:a16="http://schemas.microsoft.com/office/drawing/2014/main" id="{E986D3AD-23AB-45DC-8A35-A5D6AA268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4688" y="2228850"/>
            <a:ext cx="1346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GB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Variables</a:t>
            </a: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65" name="箭头: 下 10">
            <a:extLst>
              <a:ext uri="{FF2B5EF4-FFF2-40B4-BE49-F238E27FC236}">
                <a16:creationId xmlns="" xmlns:a16="http://schemas.microsoft.com/office/drawing/2014/main" id="{5378AC6E-483D-4916-877F-028408372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6488" y="2698750"/>
            <a:ext cx="287337" cy="603250"/>
          </a:xfrm>
          <a:prstGeom prst="downArrow">
            <a:avLst>
              <a:gd name="adj1" fmla="val 50000"/>
              <a:gd name="adj2" fmla="val 50056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="" xmlns:a16="http://schemas.microsoft.com/office/drawing/2014/main" id="{43BC7789-02A5-4F8C-B9C2-5F3B771BD0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Compiler Based Register Optimization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="" xmlns:a16="http://schemas.microsoft.com/office/drawing/2014/main" id="{EC8B2199-19BA-4494-B831-B5AD39687D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zh-CN" sz="2400" dirty="0">
                <a:ea typeface="宋体" panose="02010600030101010101" pitchFamily="2" charset="-122"/>
              </a:rPr>
              <a:t>Assume </a:t>
            </a:r>
            <a:r>
              <a:rPr lang="en-GB" altLang="zh-CN" sz="2400" i="1" dirty="0">
                <a:solidFill>
                  <a:srgbClr val="FF0000"/>
                </a:solidFill>
                <a:ea typeface="宋体" panose="02010600030101010101" pitchFamily="2" charset="-122"/>
              </a:rPr>
              <a:t>small</a:t>
            </a:r>
            <a:r>
              <a:rPr lang="en-GB" altLang="zh-CN" sz="2400" dirty="0">
                <a:ea typeface="宋体" panose="02010600030101010101" pitchFamily="2" charset="-122"/>
              </a:rPr>
              <a:t> </a:t>
            </a:r>
            <a:r>
              <a:rPr lang="en-GB" altLang="zh-CN" sz="2400" i="1" dirty="0">
                <a:solidFill>
                  <a:srgbClr val="FF0000"/>
                </a:solidFill>
                <a:ea typeface="宋体" panose="02010600030101010101" pitchFamily="2" charset="-122"/>
              </a:rPr>
              <a:t>number</a:t>
            </a:r>
            <a:r>
              <a:rPr lang="en-GB" altLang="zh-CN" sz="2400" dirty="0">
                <a:ea typeface="宋体" panose="02010600030101010101" pitchFamily="2" charset="-122"/>
              </a:rPr>
              <a:t> of registers (16-32)</a:t>
            </a:r>
          </a:p>
          <a:p>
            <a:pPr>
              <a:lnSpc>
                <a:spcPct val="90000"/>
              </a:lnSpc>
            </a:pPr>
            <a:r>
              <a:rPr lang="en-GB" altLang="zh-CN" sz="2400" dirty="0">
                <a:ea typeface="宋体" panose="02010600030101010101" pitchFamily="2" charset="-122"/>
              </a:rPr>
              <a:t>Optimizing use is up to </a:t>
            </a:r>
            <a:r>
              <a:rPr lang="en-GB" altLang="zh-CN" sz="2400" i="1" dirty="0">
                <a:solidFill>
                  <a:srgbClr val="FF0000"/>
                </a:solidFill>
                <a:ea typeface="宋体" panose="02010600030101010101" pitchFamily="2" charset="-122"/>
              </a:rPr>
              <a:t>compiler</a:t>
            </a:r>
          </a:p>
          <a:p>
            <a:pPr>
              <a:lnSpc>
                <a:spcPct val="90000"/>
              </a:lnSpc>
            </a:pPr>
            <a:r>
              <a:rPr lang="en-GB" altLang="zh-CN" sz="2400" dirty="0">
                <a:ea typeface="宋体" panose="02010600030101010101" pitchFamily="2" charset="-122"/>
              </a:rPr>
              <a:t>HLL programs have no explicit references to registers</a:t>
            </a:r>
          </a:p>
          <a:p>
            <a:pPr>
              <a:lnSpc>
                <a:spcPct val="90000"/>
              </a:lnSpc>
            </a:pPr>
            <a:r>
              <a:rPr lang="en-GB" altLang="zh-CN" sz="2400" dirty="0">
                <a:ea typeface="宋体" panose="02010600030101010101" pitchFamily="2" charset="-122"/>
              </a:rPr>
              <a:t>Compiler task </a:t>
            </a:r>
          </a:p>
          <a:p>
            <a:pPr lvl="1">
              <a:lnSpc>
                <a:spcPct val="90000"/>
              </a:lnSpc>
            </a:pPr>
            <a:r>
              <a:rPr lang="en-GB" altLang="zh-CN" i="1" dirty="0">
                <a:solidFill>
                  <a:srgbClr val="C00000"/>
                </a:solidFill>
                <a:ea typeface="宋体" panose="02010600030101010101" pitchFamily="2" charset="-122"/>
              </a:rPr>
              <a:t>Map :</a:t>
            </a:r>
            <a:r>
              <a:rPr lang="en-GB" altLang="zh-CN" i="1" u="sng" dirty="0">
                <a:ea typeface="宋体" panose="02010600030101010101" pitchFamily="2" charset="-122"/>
              </a:rPr>
              <a:t>Assign</a:t>
            </a:r>
            <a:r>
              <a:rPr lang="en-GB" altLang="zh-CN" dirty="0">
                <a:ea typeface="宋体" panose="02010600030101010101" pitchFamily="2" charset="-122"/>
              </a:rPr>
              <a:t> symbolic or virtual register </a:t>
            </a:r>
            <a:r>
              <a:rPr lang="en-GB" altLang="zh-CN" u="sng" dirty="0">
                <a:ea typeface="宋体" panose="02010600030101010101" pitchFamily="2" charset="-122"/>
              </a:rPr>
              <a:t>to</a:t>
            </a:r>
            <a:r>
              <a:rPr lang="en-GB" altLang="zh-CN" dirty="0">
                <a:ea typeface="宋体" panose="02010600030101010101" pitchFamily="2" charset="-122"/>
              </a:rPr>
              <a:t> real register</a:t>
            </a:r>
            <a:endParaRPr lang="en-GB" altLang="zh-CN" u="sng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GB" altLang="zh-CN" sz="2400" dirty="0">
                <a:ea typeface="宋体" panose="02010600030101010101" pitchFamily="2" charset="-122"/>
              </a:rPr>
              <a:t>Rules: </a:t>
            </a:r>
          </a:p>
          <a:p>
            <a:pPr lvl="1">
              <a:lnSpc>
                <a:spcPct val="90000"/>
              </a:lnSpc>
            </a:pPr>
            <a:r>
              <a:rPr lang="en-GB" altLang="zh-CN" dirty="0">
                <a:ea typeface="宋体" panose="02010600030101010101" pitchFamily="2" charset="-122"/>
              </a:rPr>
              <a:t>Symbolic registers that </a:t>
            </a:r>
            <a:r>
              <a:rPr lang="en-GB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do not overlap </a:t>
            </a:r>
            <a:r>
              <a:rPr lang="en-GB" altLang="zh-CN" dirty="0">
                <a:solidFill>
                  <a:srgbClr val="FF0000"/>
                </a:solidFill>
                <a:ea typeface="宋体" panose="02010600030101010101" pitchFamily="2" charset="-122"/>
              </a:rPr>
              <a:t>(?) </a:t>
            </a:r>
            <a:r>
              <a:rPr lang="en-GB" altLang="zh-CN" dirty="0">
                <a:ea typeface="宋体" panose="02010600030101010101" pitchFamily="2" charset="-122"/>
              </a:rPr>
              <a:t>can share real registers</a:t>
            </a:r>
          </a:p>
          <a:p>
            <a:pPr lvl="1">
              <a:lnSpc>
                <a:spcPct val="90000"/>
              </a:lnSpc>
            </a:pPr>
            <a:r>
              <a:rPr lang="en-GB" altLang="zh-CN" dirty="0">
                <a:ea typeface="宋体" panose="02010600030101010101" pitchFamily="2" charset="-122"/>
              </a:rPr>
              <a:t>If you run out of real registers, some variables use </a:t>
            </a:r>
            <a:r>
              <a:rPr lang="en-GB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03B8150F-E96E-4150-8757-D6F93A45AAF4}"/>
              </a:ext>
            </a:extLst>
          </p:cNvPr>
          <p:cNvSpPr/>
          <p:nvPr/>
        </p:nvSpPr>
        <p:spPr>
          <a:xfrm>
            <a:off x="1917578" y="5819850"/>
            <a:ext cx="322395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4400" dirty="0">
                <a:highlight>
                  <a:srgbClr val="FFFF00"/>
                </a:highlight>
              </a:rPr>
              <a:t>How to map?</a:t>
            </a:r>
            <a:endParaRPr lang="zh-CN" altLang="en-US" sz="4400" dirty="0">
              <a:highlight>
                <a:srgbClr val="FFFF00"/>
              </a:highlight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6033D0A7-C9B1-49A8-8C55-51952E46E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9" y="5589239"/>
            <a:ext cx="801956" cy="1267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="" xmlns:a16="http://schemas.microsoft.com/office/drawing/2014/main" id="{D27A7591-C9A0-460F-9B60-DEC497326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3038" y="5791200"/>
            <a:ext cx="3741737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44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Graph Coloring</a:t>
            </a:r>
            <a:endParaRPr kumimoji="0" lang="zh-CN" altLang="en-US" sz="440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>
            <a:extLst>
              <a:ext uri="{FF2B5EF4-FFF2-40B4-BE49-F238E27FC236}">
                <a16:creationId xmlns="" xmlns:a16="http://schemas.microsoft.com/office/drawing/2014/main" id="{95E7BAC3-6A0C-46BE-B4A7-70579E1E0A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The Four Color Problem</a:t>
            </a:r>
            <a:endParaRPr lang="zh-CN" altLang="en-US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651" name="内容占位符 2">
            <a:extLst>
              <a:ext uri="{FF2B5EF4-FFF2-40B4-BE49-F238E27FC236}">
                <a16:creationId xmlns="" xmlns:a16="http://schemas.microsoft.com/office/drawing/2014/main" id="{3F1A3089-E0F1-4AB3-BBE8-B2D4CED27A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66800"/>
            <a:ext cx="8291513" cy="2814638"/>
          </a:xfrm>
        </p:spPr>
        <p:txBody>
          <a:bodyPr/>
          <a:lstStyle/>
          <a:p>
            <a:pPr algn="just"/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Four Color Problem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dates back to 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1852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: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Francis Guthrie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Frederick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De Morgan</a:t>
            </a:r>
            <a:r>
              <a:rPr lang="en-US" altLang="zh-CN" sz="32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Hamilton</a:t>
            </a:r>
            <a:r>
              <a:rPr lang="en-US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(1865)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first printed reference is due to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Cayley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in 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1878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 1890,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every planar map can be colored with 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Five Colors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It influenced the development of certain branches of 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graph theory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 1976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 affirmative answer to the four-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colour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problem, with the use of a computer, was announced.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7652" name="图片 2">
            <a:extLst>
              <a:ext uri="{FF2B5EF4-FFF2-40B4-BE49-F238E27FC236}">
                <a16:creationId xmlns="" xmlns:a16="http://schemas.microsoft.com/office/drawing/2014/main" id="{EC63D930-8010-457C-8035-5F11A38C1C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225" y="3998913"/>
            <a:ext cx="6067425" cy="281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图片 7">
            <a:extLst>
              <a:ext uri="{FF2B5EF4-FFF2-40B4-BE49-F238E27FC236}">
                <a16:creationId xmlns="" xmlns:a16="http://schemas.microsoft.com/office/drawing/2014/main" id="{9468E37A-E871-437B-A5F0-5A021838F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998913"/>
            <a:ext cx="2436813" cy="277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="" xmlns:a16="http://schemas.microsoft.com/office/drawing/2014/main" id="{A508072C-7347-4D6E-88A4-873CEE718B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>
                <a:ea typeface="宋体" panose="02010600030101010101" pitchFamily="2" charset="-122"/>
              </a:rPr>
              <a:t>Graph </a:t>
            </a:r>
            <a:r>
              <a:rPr lang="en-GB" altLang="zh-CN" dirty="0" err="1">
                <a:ea typeface="宋体" panose="02010600030101010101" pitchFamily="2" charset="-122"/>
              </a:rPr>
              <a:t>Coloring</a:t>
            </a:r>
            <a:r>
              <a:rPr lang="en-GB" altLang="zh-CN" dirty="0">
                <a:ea typeface="宋体" panose="02010600030101010101" pitchFamily="2" charset="-122"/>
              </a:rPr>
              <a:t> – Mapping Method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="" xmlns:a16="http://schemas.microsoft.com/office/drawing/2014/main" id="{F88E69F8-3B5F-4BCD-8725-4F5827DD43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52513"/>
            <a:ext cx="8178800" cy="2160587"/>
          </a:xfrm>
        </p:spPr>
        <p:txBody>
          <a:bodyPr/>
          <a:lstStyle/>
          <a:p>
            <a:pPr>
              <a:defRPr/>
            </a:pPr>
            <a:r>
              <a:rPr lang="en-GB" altLang="zh-CN" dirty="0">
                <a:ea typeface="宋体" panose="02010600030101010101" pitchFamily="2" charset="-122"/>
              </a:rPr>
              <a:t>Given a graph of </a:t>
            </a:r>
            <a:r>
              <a:rPr lang="en-GB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nodes</a:t>
            </a:r>
            <a:r>
              <a:rPr lang="en-GB" altLang="zh-CN" dirty="0">
                <a:ea typeface="宋体" panose="02010600030101010101" pitchFamily="2" charset="-122"/>
              </a:rPr>
              <a:t> and </a:t>
            </a:r>
            <a:r>
              <a:rPr lang="en-GB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edges</a:t>
            </a:r>
          </a:p>
          <a:p>
            <a:pPr marL="0" indent="0">
              <a:buFontTx/>
              <a:buNone/>
              <a:defRPr/>
            </a:pPr>
            <a:r>
              <a:rPr lang="en-GB" altLang="zh-CN" dirty="0">
                <a:ea typeface="宋体" panose="02010600030101010101" pitchFamily="2" charset="-122"/>
              </a:rPr>
              <a:t>   Assign a </a:t>
            </a:r>
            <a:r>
              <a:rPr lang="en-GB" altLang="zh-CN" dirty="0" err="1">
                <a:ea typeface="宋体" panose="02010600030101010101" pitchFamily="2" charset="-122"/>
              </a:rPr>
              <a:t>color</a:t>
            </a:r>
            <a:r>
              <a:rPr lang="en-GB" altLang="zh-CN" dirty="0">
                <a:ea typeface="宋体" panose="02010600030101010101" pitchFamily="2" charset="-122"/>
              </a:rPr>
              <a:t> to each node</a:t>
            </a:r>
          </a:p>
          <a:p>
            <a:pPr marL="0" indent="0">
              <a:buFontTx/>
              <a:buNone/>
              <a:defRPr/>
            </a:pPr>
            <a:r>
              <a:rPr lang="en-GB" altLang="zh-CN" dirty="0">
                <a:ea typeface="宋体" panose="02010600030101010101" pitchFamily="2" charset="-122"/>
              </a:rPr>
              <a:t>   Adjacent nodes have different </a:t>
            </a:r>
            <a:r>
              <a:rPr lang="en-GB" altLang="zh-CN" dirty="0" err="1">
                <a:ea typeface="宋体" panose="02010600030101010101" pitchFamily="2" charset="-122"/>
              </a:rPr>
              <a:t>colors</a:t>
            </a:r>
            <a:r>
              <a:rPr lang="en-GB" altLang="zh-CN" dirty="0">
                <a:ea typeface="宋体" panose="02010600030101010101" pitchFamily="2" charset="-122"/>
              </a:rPr>
              <a:t> </a:t>
            </a:r>
          </a:p>
          <a:p>
            <a:pPr marL="0" indent="0">
              <a:buFontTx/>
              <a:buNone/>
              <a:defRPr/>
            </a:pPr>
            <a:r>
              <a:rPr lang="en-GB" altLang="zh-CN" dirty="0">
                <a:ea typeface="宋体" panose="02010600030101010101" pitchFamily="2" charset="-122"/>
              </a:rPr>
              <a:t>   Use minimum number of </a:t>
            </a:r>
            <a:r>
              <a:rPr lang="en-GB" altLang="zh-CN" dirty="0" err="1">
                <a:ea typeface="宋体" panose="02010600030101010101" pitchFamily="2" charset="-122"/>
              </a:rPr>
              <a:t>colors</a:t>
            </a:r>
            <a:endParaRPr lang="en-GB" altLang="zh-CN" dirty="0">
              <a:ea typeface="宋体" panose="02010600030101010101" pitchFamily="2" charset="-122"/>
            </a:endParaRPr>
          </a:p>
        </p:txBody>
      </p:sp>
      <p:sp>
        <p:nvSpPr>
          <p:cNvPr id="2" name="左大括号 1">
            <a:extLst>
              <a:ext uri="{FF2B5EF4-FFF2-40B4-BE49-F238E27FC236}">
                <a16:creationId xmlns="" xmlns:a16="http://schemas.microsoft.com/office/drawing/2014/main" id="{67B88D5C-2F37-4534-AFEF-B9FC9AC74171}"/>
              </a:ext>
            </a:extLst>
          </p:cNvPr>
          <p:cNvSpPr/>
          <p:nvPr/>
        </p:nvSpPr>
        <p:spPr bwMode="auto">
          <a:xfrm>
            <a:off x="684213" y="1773238"/>
            <a:ext cx="142875" cy="1150937"/>
          </a:xfrm>
          <a:prstGeom prst="leftBrac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9701" name="椭圆 2">
            <a:extLst>
              <a:ext uri="{FF2B5EF4-FFF2-40B4-BE49-F238E27FC236}">
                <a16:creationId xmlns="" xmlns:a16="http://schemas.microsoft.com/office/drawing/2014/main" id="{A04EB0D7-6773-4001-9704-E253C44D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3484563"/>
            <a:ext cx="433388" cy="431800"/>
          </a:xfrm>
          <a:prstGeom prst="ellipse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02" name="椭圆 6">
            <a:extLst>
              <a:ext uri="{FF2B5EF4-FFF2-40B4-BE49-F238E27FC236}">
                <a16:creationId xmlns="" xmlns:a16="http://schemas.microsoft.com/office/drawing/2014/main" id="{525BC441-7BF9-4A9A-93B4-645C4F5E7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3484563"/>
            <a:ext cx="433388" cy="431800"/>
          </a:xfrm>
          <a:prstGeom prst="ellipse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03" name="椭圆 7">
            <a:extLst>
              <a:ext uri="{FF2B5EF4-FFF2-40B4-BE49-F238E27FC236}">
                <a16:creationId xmlns="" xmlns:a16="http://schemas.microsoft.com/office/drawing/2014/main" id="{D46EFAB7-CF2E-48A5-9353-39A28F4A2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4851400"/>
            <a:ext cx="433388" cy="433388"/>
          </a:xfrm>
          <a:prstGeom prst="ellipse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04" name="椭圆 8">
            <a:extLst>
              <a:ext uri="{FF2B5EF4-FFF2-40B4-BE49-F238E27FC236}">
                <a16:creationId xmlns="" xmlns:a16="http://schemas.microsoft.com/office/drawing/2014/main" id="{951B0687-AAEC-4F4D-80AF-806390263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4851400"/>
            <a:ext cx="433388" cy="433388"/>
          </a:xfrm>
          <a:prstGeom prst="ellipse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05" name="椭圆 9">
            <a:extLst>
              <a:ext uri="{FF2B5EF4-FFF2-40B4-BE49-F238E27FC236}">
                <a16:creationId xmlns="" xmlns:a16="http://schemas.microsoft.com/office/drawing/2014/main" id="{60A04BD9-BCEB-4F87-85B6-51A422E42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4851400"/>
            <a:ext cx="431800" cy="433388"/>
          </a:xfrm>
          <a:prstGeom prst="ellipse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="" xmlns:a16="http://schemas.microsoft.com/office/drawing/2014/main" id="{52BD172B-4200-40BF-B072-4E50795B6E37}"/>
              </a:ext>
            </a:extLst>
          </p:cNvPr>
          <p:cNvCxnSpPr>
            <a:stCxn id="29701" idx="4"/>
            <a:endCxn id="29703" idx="0"/>
          </p:cNvCxnSpPr>
          <p:nvPr/>
        </p:nvCxnSpPr>
        <p:spPr bwMode="auto">
          <a:xfrm>
            <a:off x="2052638" y="3916363"/>
            <a:ext cx="0" cy="93503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="" xmlns:a16="http://schemas.microsoft.com/office/drawing/2014/main" id="{AB847134-E539-4469-B665-B4C9B92F9A90}"/>
              </a:ext>
            </a:extLst>
          </p:cNvPr>
          <p:cNvCxnSpPr>
            <a:stCxn id="29703" idx="6"/>
            <a:endCxn id="29704" idx="2"/>
          </p:cNvCxnSpPr>
          <p:nvPr/>
        </p:nvCxnSpPr>
        <p:spPr bwMode="auto">
          <a:xfrm>
            <a:off x="2268538" y="5068888"/>
            <a:ext cx="158273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="" xmlns:a16="http://schemas.microsoft.com/office/drawing/2014/main" id="{7D53EC1B-B621-4A90-88C3-128E31746C89}"/>
              </a:ext>
            </a:extLst>
          </p:cNvPr>
          <p:cNvCxnSpPr>
            <a:stCxn id="29701" idx="6"/>
            <a:endCxn id="29702" idx="2"/>
          </p:cNvCxnSpPr>
          <p:nvPr/>
        </p:nvCxnSpPr>
        <p:spPr bwMode="auto">
          <a:xfrm>
            <a:off x="2268538" y="3700463"/>
            <a:ext cx="158273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="" xmlns:a16="http://schemas.microsoft.com/office/drawing/2014/main" id="{BAC01F70-2685-4683-AD10-5511DE4EA252}"/>
              </a:ext>
            </a:extLst>
          </p:cNvPr>
          <p:cNvCxnSpPr>
            <a:stCxn id="29704" idx="6"/>
            <a:endCxn id="29705" idx="2"/>
          </p:cNvCxnSpPr>
          <p:nvPr/>
        </p:nvCxnSpPr>
        <p:spPr bwMode="auto">
          <a:xfrm>
            <a:off x="4284663" y="5068888"/>
            <a:ext cx="86360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710" name="直接连接符 19">
            <a:extLst>
              <a:ext uri="{FF2B5EF4-FFF2-40B4-BE49-F238E27FC236}">
                <a16:creationId xmlns="" xmlns:a16="http://schemas.microsoft.com/office/drawing/2014/main" id="{AD05CC6D-D07A-4305-91AA-209DF0E292A8}"/>
              </a:ext>
            </a:extLst>
          </p:cNvPr>
          <p:cNvCxnSpPr>
            <a:cxnSpLocks/>
            <a:stCxn id="29702" idx="6"/>
            <a:endCxn id="29705" idx="0"/>
          </p:cNvCxnSpPr>
          <p:nvPr/>
        </p:nvCxnSpPr>
        <p:spPr bwMode="auto">
          <a:xfrm>
            <a:off x="4284663" y="3700463"/>
            <a:ext cx="1079500" cy="1150937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1" name="直接连接符 22">
            <a:extLst>
              <a:ext uri="{FF2B5EF4-FFF2-40B4-BE49-F238E27FC236}">
                <a16:creationId xmlns="" xmlns:a16="http://schemas.microsoft.com/office/drawing/2014/main" id="{3A3052E6-41D0-4135-BB9C-A5BBB2E41CC6}"/>
              </a:ext>
            </a:extLst>
          </p:cNvPr>
          <p:cNvCxnSpPr>
            <a:cxnSpLocks noChangeShapeType="1"/>
            <a:stCxn id="29702" idx="4"/>
            <a:endCxn id="29704" idx="0"/>
          </p:cNvCxnSpPr>
          <p:nvPr/>
        </p:nvCxnSpPr>
        <p:spPr bwMode="auto">
          <a:xfrm>
            <a:off x="4068763" y="3916363"/>
            <a:ext cx="0" cy="93503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06375FF5-2D4B-42FA-9FC8-7381F973D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3141663"/>
            <a:ext cx="332494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zh-CN" sz="2400" dirty="0" err="1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Nodes</a:t>
            </a:r>
            <a:r>
              <a:rPr lang="en-GB" altLang="zh-CN" dirty="0" err="1">
                <a:ea typeface="宋体" panose="02010600030101010101" pitchFamily="2" charset="-122"/>
              </a:rPr>
              <a:t>:</a:t>
            </a:r>
            <a:r>
              <a:rPr kumimoji="0" lang="en-GB" altLang="zh-CN" dirty="0" err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Symbolic</a:t>
            </a:r>
            <a:r>
              <a:rPr kumimoji="0" lang="en-GB" altLang="zh-CN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en-GB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Reg</a:t>
            </a:r>
            <a:endParaRPr kumimoji="0" lang="zh-CN" altLang="en-US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="" xmlns:a16="http://schemas.microsoft.com/office/drawing/2014/main" id="{EC513877-AEB8-48CD-B148-649019014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3484563"/>
            <a:ext cx="433388" cy="431800"/>
          </a:xfrm>
          <a:prstGeom prst="ellipse">
            <a:avLst/>
          </a:prstGeom>
          <a:solidFill>
            <a:schemeClr val="bg1"/>
          </a:solidFill>
          <a:ln w="44450" algn="ctr">
            <a:solidFill>
              <a:srgbClr val="C000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="" xmlns:a16="http://schemas.microsoft.com/office/drawing/2014/main" id="{BF8AC88A-199C-40DB-BF16-2B3F4369BA30}"/>
              </a:ext>
            </a:extLst>
          </p:cNvPr>
          <p:cNvCxnSpPr>
            <a:cxnSpLocks noChangeShapeType="1"/>
            <a:stCxn id="28" idx="7"/>
          </p:cNvCxnSpPr>
          <p:nvPr/>
        </p:nvCxnSpPr>
        <p:spPr bwMode="auto">
          <a:xfrm flipV="1">
            <a:off x="4221195" y="3376615"/>
            <a:ext cx="1358868" cy="171184"/>
          </a:xfrm>
          <a:prstGeom prst="straightConnector1">
            <a:avLst/>
          </a:prstGeom>
          <a:noFill/>
          <a:ln w="22225" algn="ctr">
            <a:solidFill>
              <a:srgbClr val="C00000"/>
            </a:solidFill>
            <a:prstDash val="sys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" name="直接箭头连接符 31">
            <a:extLst>
              <a:ext uri="{FF2B5EF4-FFF2-40B4-BE49-F238E27FC236}">
                <a16:creationId xmlns="" xmlns:a16="http://schemas.microsoft.com/office/drawing/2014/main" id="{A2CD42E6-6EF7-489A-9D5F-16C6D7BBB359}"/>
              </a:ext>
            </a:extLst>
          </p:cNvPr>
          <p:cNvCxnSpPr>
            <a:cxnSpLocks/>
          </p:cNvCxnSpPr>
          <p:nvPr/>
        </p:nvCxnSpPr>
        <p:spPr bwMode="auto">
          <a:xfrm flipV="1">
            <a:off x="5156200" y="4283075"/>
            <a:ext cx="1079500" cy="287338"/>
          </a:xfrm>
          <a:prstGeom prst="straightConnector1">
            <a:avLst/>
          </a:prstGeom>
          <a:noFill/>
          <a:ln w="22225" algn="ctr">
            <a:solidFill>
              <a:srgbClr val="0070C0"/>
            </a:solidFill>
            <a:prstDash val="sys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矩形 29">
            <a:extLst>
              <a:ext uri="{FF2B5EF4-FFF2-40B4-BE49-F238E27FC236}">
                <a16:creationId xmlns="" xmlns:a16="http://schemas.microsoft.com/office/drawing/2014/main" id="{9EBE9A9B-E77D-4D03-83D6-221667881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4210" y="3716337"/>
            <a:ext cx="294957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GB" altLang="zh-CN" sz="2400" dirty="0">
                <a:ea typeface="宋体" panose="02010600030101010101" pitchFamily="2" charset="-122"/>
              </a:rPr>
              <a:t>Two registers that are </a:t>
            </a:r>
            <a:r>
              <a:rPr lang="en-GB" altLang="zh-CN" sz="2400" i="1" dirty="0">
                <a:solidFill>
                  <a:srgbClr val="0000FF"/>
                </a:solidFill>
                <a:ea typeface="宋体" panose="02010600030101010101" pitchFamily="2" charset="-122"/>
              </a:rPr>
              <a:t>live in the same program fragment </a:t>
            </a:r>
            <a:r>
              <a:rPr lang="en-GB" altLang="zh-CN" sz="2400" dirty="0">
                <a:ea typeface="宋体" panose="02010600030101010101" pitchFamily="2" charset="-122"/>
              </a:rPr>
              <a:t>are joined by an </a:t>
            </a:r>
            <a:r>
              <a:rPr lang="en-GB" altLang="zh-CN" sz="24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edge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="" xmlns:a16="http://schemas.microsoft.com/office/drawing/2014/main" id="{86B75124-48DF-401C-8B94-231A8FA69736}"/>
              </a:ext>
            </a:extLst>
          </p:cNvPr>
          <p:cNvCxnSpPr>
            <a:cxnSpLocks/>
          </p:cNvCxnSpPr>
          <p:nvPr/>
        </p:nvCxnSpPr>
        <p:spPr bwMode="auto">
          <a:xfrm>
            <a:off x="4284663" y="3700463"/>
            <a:ext cx="1079500" cy="1150937"/>
          </a:xfrm>
          <a:prstGeom prst="line">
            <a:avLst/>
          </a:prstGeom>
          <a:noFill/>
          <a:ln w="28575" algn="ctr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椭圆 34">
            <a:extLst>
              <a:ext uri="{FF2B5EF4-FFF2-40B4-BE49-F238E27FC236}">
                <a16:creationId xmlns="" xmlns:a16="http://schemas.microsoft.com/office/drawing/2014/main" id="{AE81CC70-BEA1-4113-9761-5D83871F4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4851400"/>
            <a:ext cx="431800" cy="433388"/>
          </a:xfrm>
          <a:prstGeom prst="ellipse">
            <a:avLst/>
          </a:prstGeom>
          <a:solidFill>
            <a:schemeClr val="bg1"/>
          </a:solidFill>
          <a:ln w="38100" algn="ctr">
            <a:solidFill>
              <a:srgbClr val="0070C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19" name="矩形 32">
            <a:extLst>
              <a:ext uri="{FF2B5EF4-FFF2-40B4-BE49-F238E27FC236}">
                <a16:creationId xmlns="" xmlns:a16="http://schemas.microsoft.com/office/drawing/2014/main" id="{4A87A687-247B-4862-8BEC-020A75EDD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463" y="5788025"/>
            <a:ext cx="8999537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GB" altLang="zh-CN">
                <a:latin typeface="Times New Roman" panose="02020603050405020304" pitchFamily="18" charset="0"/>
                <a:ea typeface="宋体" panose="02010600030101010101" pitchFamily="2" charset="-122"/>
              </a:rPr>
              <a:t>Color the graph with </a:t>
            </a:r>
            <a:r>
              <a:rPr kumimoji="0" lang="en-GB" altLang="zh-CN" i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0" lang="en-GB" altLang="zh-CN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colors. </a:t>
            </a:r>
            <a:r>
              <a:rPr kumimoji="0" lang="en-GB" altLang="zh-CN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en-GB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0" lang="en-GB" altLang="zh-CN">
                <a:latin typeface="Times New Roman" panose="02020603050405020304" pitchFamily="18" charset="0"/>
                <a:ea typeface="宋体" panose="02010600030101010101" pitchFamily="2" charset="-122"/>
              </a:rPr>
              <a:t> is the number of real Reg.s)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GB" altLang="zh-CN">
                <a:latin typeface="Times New Roman" panose="02020603050405020304" pitchFamily="18" charset="0"/>
                <a:ea typeface="宋体" panose="02010600030101010101" pitchFamily="2" charset="-122"/>
              </a:rPr>
              <a:t>Nodes that can not be colored are placed in </a:t>
            </a:r>
            <a:r>
              <a:rPr kumimoji="0" lang="en-GB" altLang="zh-CN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memory.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8" grpId="0" animBg="1"/>
      <p:bldP spid="30" grpId="0"/>
      <p:bldP spid="3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="" xmlns:a16="http://schemas.microsoft.com/office/drawing/2014/main" id="{FB2FDAE9-9C95-40C0-B841-DBA5A2151A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Graph Coloring Approach</a:t>
            </a:r>
          </a:p>
        </p:txBody>
      </p:sp>
      <p:pic>
        <p:nvPicPr>
          <p:cNvPr id="77827" name="Picture 4">
            <a:extLst>
              <a:ext uri="{FF2B5EF4-FFF2-40B4-BE49-F238E27FC236}">
                <a16:creationId xmlns="" xmlns:a16="http://schemas.microsoft.com/office/drawing/2014/main" id="{DFC4CFDC-CD3A-41B2-A7A3-090082686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911"/>
          <a:stretch>
            <a:fillRect/>
          </a:stretch>
        </p:blipFill>
        <p:spPr bwMode="auto">
          <a:xfrm>
            <a:off x="533400" y="1752600"/>
            <a:ext cx="7924800" cy="416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直接箭头连接符 2">
            <a:extLst>
              <a:ext uri="{FF2B5EF4-FFF2-40B4-BE49-F238E27FC236}">
                <a16:creationId xmlns="" xmlns:a16="http://schemas.microsoft.com/office/drawing/2014/main" id="{FD1F7804-C92A-4C26-8C35-94019EB9C004}"/>
              </a:ext>
            </a:extLst>
          </p:cNvPr>
          <p:cNvCxnSpPr/>
          <p:nvPr/>
        </p:nvCxnSpPr>
        <p:spPr bwMode="auto">
          <a:xfrm>
            <a:off x="179512" y="1892921"/>
            <a:ext cx="0" cy="3528392"/>
          </a:xfrm>
          <a:prstGeom prst="straightConnector1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cxnSp>
      <p:sp>
        <p:nvSpPr>
          <p:cNvPr id="77829" name="TextBox 3">
            <a:extLst>
              <a:ext uri="{FF2B5EF4-FFF2-40B4-BE49-F238E27FC236}">
                <a16:creationId xmlns="" xmlns:a16="http://schemas.microsoft.com/office/drawing/2014/main" id="{EC6CD7BF-F7D9-4BD1-A6DE-78CD9F4A7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1438" y="1136650"/>
            <a:ext cx="755651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="1" i="1">
                <a:latin typeface="Arial Unicode MS" pitchFamily="34" charset="-122"/>
                <a:ea typeface="Arial Unicode MS" pitchFamily="34" charset="-122"/>
              </a:rPr>
              <a:t>Live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="1" i="1">
                <a:latin typeface="Arial Unicode MS" pitchFamily="34" charset="-122"/>
                <a:ea typeface="Arial Unicode MS" pitchFamily="34" charset="-122"/>
              </a:rPr>
              <a:t>Time</a:t>
            </a:r>
            <a:endParaRPr kumimoji="0" lang="zh-CN" altLang="en-US" sz="2000" b="1" i="1">
              <a:latin typeface="Arial Unicode MS" pitchFamily="34" charset="-122"/>
              <a:ea typeface="Arial Unicode MS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C9025AD0-90BC-42F4-832E-D3D5644196BF}"/>
              </a:ext>
            </a:extLst>
          </p:cNvPr>
          <p:cNvSpPr/>
          <p:nvPr/>
        </p:nvSpPr>
        <p:spPr bwMode="auto">
          <a:xfrm>
            <a:off x="467544" y="1988840"/>
            <a:ext cx="3318520" cy="360040"/>
          </a:xfrm>
          <a:prstGeom prst="rect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0070C0">
                <a:alpha val="60000"/>
              </a:srgbClr>
            </a:glow>
          </a:effectLst>
        </p:spPr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D88393CB-7E39-4C23-9E57-D65FA6990773}"/>
              </a:ext>
            </a:extLst>
          </p:cNvPr>
          <p:cNvSpPr/>
          <p:nvPr/>
        </p:nvSpPr>
        <p:spPr bwMode="auto">
          <a:xfrm>
            <a:off x="467544" y="4869160"/>
            <a:ext cx="1659260" cy="36004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77836" name="TextBox 8">
            <a:extLst>
              <a:ext uri="{FF2B5EF4-FFF2-40B4-BE49-F238E27FC236}">
                <a16:creationId xmlns="" xmlns:a16="http://schemas.microsoft.com/office/drawing/2014/main" id="{C26D10B0-3BC0-4020-BDA5-AF8EE438F0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1484313"/>
            <a:ext cx="17700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="1" i="1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</a:rPr>
              <a:t>Symbolic Reg</a:t>
            </a:r>
            <a:endParaRPr kumimoji="0" lang="zh-CN" altLang="en-US" sz="2000" b="1" i="1">
              <a:solidFill>
                <a:srgbClr val="0000FF"/>
              </a:solidFill>
              <a:latin typeface="Arial Unicode MS" pitchFamily="34" charset="-122"/>
              <a:ea typeface="Arial Unicode MS" pitchFamily="34" charset="-122"/>
            </a:endParaRPr>
          </a:p>
        </p:txBody>
      </p:sp>
      <p:sp>
        <p:nvSpPr>
          <p:cNvPr id="77837" name="TextBox 9">
            <a:extLst>
              <a:ext uri="{FF2B5EF4-FFF2-40B4-BE49-F238E27FC236}">
                <a16:creationId xmlns="" xmlns:a16="http://schemas.microsoft.com/office/drawing/2014/main" id="{D25FD321-AA23-484C-84FC-4FA8F3505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13" y="5260975"/>
            <a:ext cx="1257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="1" i="1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</a:rPr>
              <a:t>Real Reg</a:t>
            </a:r>
            <a:endParaRPr kumimoji="0" lang="zh-CN" altLang="en-US" sz="2000" b="1" i="1">
              <a:solidFill>
                <a:srgbClr val="FF0000"/>
              </a:solidFill>
              <a:latin typeface="Arial Unicode MS" pitchFamily="34" charset="-122"/>
              <a:ea typeface="Arial Unicode MS" pitchFamily="34" charset="-122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="" xmlns:a16="http://schemas.microsoft.com/office/drawing/2014/main" id="{52EABAC2-660D-4B67-B3AC-C22673099488}"/>
              </a:ext>
            </a:extLst>
          </p:cNvPr>
          <p:cNvSpPr/>
          <p:nvPr/>
        </p:nvSpPr>
        <p:spPr bwMode="auto">
          <a:xfrm>
            <a:off x="7524328" y="3861048"/>
            <a:ext cx="717848" cy="74652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91469CC8-ACDE-4CB5-8833-C9F4A6115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588" y="4005263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>
                <a:solidFill>
                  <a:srgbClr val="FF0000"/>
                </a:solidFill>
                <a:latin typeface="Arial Black" panose="020B0A04020102020204" pitchFamily="34" charset="0"/>
                <a:ea typeface="宋体" panose="02010600030101010101" pitchFamily="2" charset="-122"/>
              </a:rPr>
              <a:t>？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="" xmlns:a16="http://schemas.microsoft.com/office/drawing/2014/main" id="{C819E1A2-1EBF-4F3F-90BE-E7DDACBAD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938" y="4078288"/>
            <a:ext cx="357187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图片 16">
            <a:extLst>
              <a:ext uri="{FF2B5EF4-FFF2-40B4-BE49-F238E27FC236}">
                <a16:creationId xmlns="" xmlns:a16="http://schemas.microsoft.com/office/drawing/2014/main" id="{37520479-0E9D-459C-82A0-BCB195896E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7025" y="4078288"/>
            <a:ext cx="358775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图片 17">
            <a:extLst>
              <a:ext uri="{FF2B5EF4-FFF2-40B4-BE49-F238E27FC236}">
                <a16:creationId xmlns="" xmlns:a16="http://schemas.microsoft.com/office/drawing/2014/main" id="{4BD58187-7221-494D-B910-B6C93520D6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6100" y="2509838"/>
            <a:ext cx="350838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图片 20">
            <a:extLst>
              <a:ext uri="{FF2B5EF4-FFF2-40B4-BE49-F238E27FC236}">
                <a16:creationId xmlns="" xmlns:a16="http://schemas.microsoft.com/office/drawing/2014/main" id="{E0889F30-E8F3-4875-8F3A-CD2F96E70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938" y="2509838"/>
            <a:ext cx="350837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图片 21">
            <a:extLst>
              <a:ext uri="{FF2B5EF4-FFF2-40B4-BE49-F238E27FC236}">
                <a16:creationId xmlns="" xmlns:a16="http://schemas.microsoft.com/office/drawing/2014/main" id="{38EA0965-A673-4DC5-8DE2-F1B5171E4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8163" y="4078288"/>
            <a:ext cx="350837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矩形 22">
            <a:extLst>
              <a:ext uri="{FF2B5EF4-FFF2-40B4-BE49-F238E27FC236}">
                <a16:creationId xmlns="" xmlns:a16="http://schemas.microsoft.com/office/drawing/2014/main" id="{02EE32EB-76E3-413A-96A2-3A3A2976F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9700" y="4959350"/>
            <a:ext cx="2403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GB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placed in </a:t>
            </a:r>
            <a:r>
              <a:rPr kumimoji="0" lang="en-GB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memory</a:t>
            </a: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77848" name="图片 23">
            <a:extLst>
              <a:ext uri="{FF2B5EF4-FFF2-40B4-BE49-F238E27FC236}">
                <a16:creationId xmlns="" xmlns:a16="http://schemas.microsoft.com/office/drawing/2014/main" id="{BCFB9EF0-49B6-462A-A72F-01BE5B60B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7075" y="2154238"/>
            <a:ext cx="427038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49" name="图片 24">
            <a:extLst>
              <a:ext uri="{FF2B5EF4-FFF2-40B4-BE49-F238E27FC236}">
                <a16:creationId xmlns="" xmlns:a16="http://schemas.microsoft.com/office/drawing/2014/main" id="{55C4BFB7-5D5A-4028-9ED8-AC1727CB8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0225" y="4365625"/>
            <a:ext cx="427038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50" name="矩形 25">
            <a:extLst>
              <a:ext uri="{FF2B5EF4-FFF2-40B4-BE49-F238E27FC236}">
                <a16:creationId xmlns="" xmlns:a16="http://schemas.microsoft.com/office/drawing/2014/main" id="{AB29F2E9-4ECE-4371-ACF1-0A293E858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8913" y="1041400"/>
            <a:ext cx="4784725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>
                <a:solidFill>
                  <a:srgbClr val="3333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1)Color a node with the smallest degree.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>
                <a:solidFill>
                  <a:srgbClr val="3333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Degree(A,B,C,D,E,F)=[2,5,3,4,3,3] 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>
                <a:solidFill>
                  <a:srgbClr val="3333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2) Color a non-adjacent node</a:t>
            </a:r>
            <a:endParaRPr kumimoji="0" lang="zh-CN" altLang="en-US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suctio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suctio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="" xmlns:a16="http://schemas.microsoft.com/office/drawing/2014/main" id="{8185B97B-9A15-4CF8-989B-6D3915FDC3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Graph Coloring Approach</a:t>
            </a:r>
          </a:p>
        </p:txBody>
      </p:sp>
      <p:pic>
        <p:nvPicPr>
          <p:cNvPr id="79875" name="Picture 4">
            <a:extLst>
              <a:ext uri="{FF2B5EF4-FFF2-40B4-BE49-F238E27FC236}">
                <a16:creationId xmlns="" xmlns:a16="http://schemas.microsoft.com/office/drawing/2014/main" id="{0782852B-1998-492E-8EB1-7881A5117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81" r="-2339" b="19911"/>
          <a:stretch>
            <a:fillRect/>
          </a:stretch>
        </p:blipFill>
        <p:spPr bwMode="auto">
          <a:xfrm>
            <a:off x="34925" y="1752600"/>
            <a:ext cx="4324350" cy="416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椭圆 5">
            <a:extLst>
              <a:ext uri="{FF2B5EF4-FFF2-40B4-BE49-F238E27FC236}">
                <a16:creationId xmlns="" xmlns:a16="http://schemas.microsoft.com/office/drawing/2014/main" id="{52EABAC2-660D-4B67-B3AC-C22673099488}"/>
              </a:ext>
            </a:extLst>
          </p:cNvPr>
          <p:cNvSpPr/>
          <p:nvPr/>
        </p:nvSpPr>
        <p:spPr bwMode="auto">
          <a:xfrm>
            <a:off x="1156193" y="2245200"/>
            <a:ext cx="717848" cy="74652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4599E0A4-23FD-49D3-ADF1-47EA93EFF4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7538" y="2405063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>
                <a:solidFill>
                  <a:srgbClr val="FF0000"/>
                </a:solidFill>
                <a:latin typeface="Arial Black" panose="020B0A04020102020204" pitchFamily="34" charset="0"/>
                <a:ea typeface="宋体" panose="02010600030101010101" pitchFamily="2" charset="-122"/>
              </a:rPr>
              <a:t>？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="" xmlns:a16="http://schemas.microsoft.com/office/drawing/2014/main" id="{E9C6DE60-93B0-486C-848E-05595B28F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563" y="1666875"/>
            <a:ext cx="24034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GB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placed in </a:t>
            </a:r>
            <a:r>
              <a:rPr kumimoji="0" lang="en-GB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memory</a:t>
            </a: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79881" name="图片 23">
            <a:extLst>
              <a:ext uri="{FF2B5EF4-FFF2-40B4-BE49-F238E27FC236}">
                <a16:creationId xmlns="" xmlns:a16="http://schemas.microsoft.com/office/drawing/2014/main" id="{493E22B4-B509-446F-8C63-99E87CFF9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2154238"/>
            <a:ext cx="427037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882" name="图片 26">
            <a:extLst>
              <a:ext uri="{FF2B5EF4-FFF2-40B4-BE49-F238E27FC236}">
                <a16:creationId xmlns="" xmlns:a16="http://schemas.microsoft.com/office/drawing/2014/main" id="{51FB103D-13F1-4A95-9DE4-218D5FAFC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4351338"/>
            <a:ext cx="385763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883" name="Picture 4">
            <a:extLst>
              <a:ext uri="{FF2B5EF4-FFF2-40B4-BE49-F238E27FC236}">
                <a16:creationId xmlns="" xmlns:a16="http://schemas.microsoft.com/office/drawing/2014/main" id="{EE0FE390-5F3D-4EFE-A098-AFDDE7999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81" r="-2341" b="19911"/>
          <a:stretch>
            <a:fillRect/>
          </a:stretch>
        </p:blipFill>
        <p:spPr bwMode="auto">
          <a:xfrm>
            <a:off x="4833938" y="1785938"/>
            <a:ext cx="4322762" cy="416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椭圆 30">
            <a:extLst>
              <a:ext uri="{FF2B5EF4-FFF2-40B4-BE49-F238E27FC236}">
                <a16:creationId xmlns="" xmlns:a16="http://schemas.microsoft.com/office/drawing/2014/main" id="{EBC0181C-A06C-4B18-B3CE-83DB598BE0FE}"/>
              </a:ext>
            </a:extLst>
          </p:cNvPr>
          <p:cNvSpPr/>
          <p:nvPr/>
        </p:nvSpPr>
        <p:spPr bwMode="auto">
          <a:xfrm>
            <a:off x="5940484" y="2206275"/>
            <a:ext cx="717848" cy="74652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32" name="TextBox 6">
            <a:extLst>
              <a:ext uri="{FF2B5EF4-FFF2-40B4-BE49-F238E27FC236}">
                <a16:creationId xmlns="" xmlns:a16="http://schemas.microsoft.com/office/drawing/2014/main" id="{985E4A85-6632-418E-AFAD-011129D59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7663" y="2284413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>
                <a:solidFill>
                  <a:srgbClr val="FF0000"/>
                </a:solidFill>
                <a:latin typeface="Arial Black" panose="020B0A04020102020204" pitchFamily="34" charset="0"/>
                <a:ea typeface="宋体" panose="02010600030101010101" pitchFamily="2" charset="-122"/>
              </a:rPr>
              <a:t>？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="" xmlns:a16="http://schemas.microsoft.com/office/drawing/2014/main" id="{91A6233E-D544-4E17-93F9-5AD8A3568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6125" y="1655763"/>
            <a:ext cx="2403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GB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placed in </a:t>
            </a:r>
            <a:r>
              <a:rPr kumimoji="0" lang="en-GB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memory</a:t>
            </a: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79889" name="图片 38">
            <a:extLst>
              <a:ext uri="{FF2B5EF4-FFF2-40B4-BE49-F238E27FC236}">
                <a16:creationId xmlns="" xmlns:a16="http://schemas.microsoft.com/office/drawing/2014/main" id="{2F0E5C0D-3F61-4513-B931-D0F0FCEEE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2185988"/>
            <a:ext cx="427038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890" name="图片 39">
            <a:extLst>
              <a:ext uri="{FF2B5EF4-FFF2-40B4-BE49-F238E27FC236}">
                <a16:creationId xmlns="" xmlns:a16="http://schemas.microsoft.com/office/drawing/2014/main" id="{6667420D-1482-4A00-945A-F556C763D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4384675"/>
            <a:ext cx="387350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891" name="图片 27">
            <a:extLst>
              <a:ext uri="{FF2B5EF4-FFF2-40B4-BE49-F238E27FC236}">
                <a16:creationId xmlns="" xmlns:a16="http://schemas.microsoft.com/office/drawing/2014/main" id="{6F4B1033-BBEF-4784-8AD2-55562F0A4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675" y="2509838"/>
            <a:ext cx="358775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892" name="图片 28">
            <a:extLst>
              <a:ext uri="{FF2B5EF4-FFF2-40B4-BE49-F238E27FC236}">
                <a16:creationId xmlns="" xmlns:a16="http://schemas.microsoft.com/office/drawing/2014/main" id="{518F5397-D117-4AB5-B4FD-7FCD91E04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5688" y="2538413"/>
            <a:ext cx="358775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893" name="图片 42">
            <a:extLst>
              <a:ext uri="{FF2B5EF4-FFF2-40B4-BE49-F238E27FC236}">
                <a16:creationId xmlns="" xmlns:a16="http://schemas.microsoft.com/office/drawing/2014/main" id="{A4733794-A432-4736-9C15-DE9C3902B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88" y="2506663"/>
            <a:ext cx="358775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894" name="图片 43">
            <a:extLst>
              <a:ext uri="{FF2B5EF4-FFF2-40B4-BE49-F238E27FC236}">
                <a16:creationId xmlns="" xmlns:a16="http://schemas.microsoft.com/office/drawing/2014/main" id="{26294088-25C7-4BA9-B874-113FE319E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88" y="4071938"/>
            <a:ext cx="358775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895" name="图片 44">
            <a:extLst>
              <a:ext uri="{FF2B5EF4-FFF2-40B4-BE49-F238E27FC236}">
                <a16:creationId xmlns="" xmlns:a16="http://schemas.microsoft.com/office/drawing/2014/main" id="{16B49D15-E583-4D3E-A7C8-0EC6E4F21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850" y="4084638"/>
            <a:ext cx="358775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896" name="图片 45">
            <a:extLst>
              <a:ext uri="{FF2B5EF4-FFF2-40B4-BE49-F238E27FC236}">
                <a16:creationId xmlns="" xmlns:a16="http://schemas.microsoft.com/office/drawing/2014/main" id="{24C0052F-1333-42E1-9C15-4919ACAA3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600" y="4079875"/>
            <a:ext cx="358775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897" name="图片 46">
            <a:extLst>
              <a:ext uri="{FF2B5EF4-FFF2-40B4-BE49-F238E27FC236}">
                <a16:creationId xmlns="" xmlns:a16="http://schemas.microsoft.com/office/drawing/2014/main" id="{949C2F1B-62E1-4634-B638-C8E49751D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6300" y="4078288"/>
            <a:ext cx="357188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图片 15">
            <a:extLst>
              <a:ext uri="{FF2B5EF4-FFF2-40B4-BE49-F238E27FC236}">
                <a16:creationId xmlns="" xmlns:a16="http://schemas.microsoft.com/office/drawing/2014/main" id="{8B9B79A3-B10E-43A9-9C0A-004F9ECA2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4068763"/>
            <a:ext cx="357188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图片 16">
            <a:extLst>
              <a:ext uri="{FF2B5EF4-FFF2-40B4-BE49-F238E27FC236}">
                <a16:creationId xmlns="" xmlns:a16="http://schemas.microsoft.com/office/drawing/2014/main" id="{457153DA-A27D-40E7-A316-61A69BD33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4713" y="4068763"/>
            <a:ext cx="357187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图片 17">
            <a:extLst>
              <a:ext uri="{FF2B5EF4-FFF2-40B4-BE49-F238E27FC236}">
                <a16:creationId xmlns="" xmlns:a16="http://schemas.microsoft.com/office/drawing/2014/main" id="{BE94F42A-F515-4546-A16C-C1DE1A772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850" y="4076700"/>
            <a:ext cx="350838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图片 20">
            <a:extLst>
              <a:ext uri="{FF2B5EF4-FFF2-40B4-BE49-F238E27FC236}">
                <a16:creationId xmlns="" xmlns:a16="http://schemas.microsoft.com/office/drawing/2014/main" id="{925E756B-3E35-4B76-A64F-0BA05C64BD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13" y="2508250"/>
            <a:ext cx="34925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图片 21">
            <a:extLst>
              <a:ext uri="{FF2B5EF4-FFF2-40B4-BE49-F238E27FC236}">
                <a16:creationId xmlns="" xmlns:a16="http://schemas.microsoft.com/office/drawing/2014/main" id="{2C87062F-669D-4953-8C9D-FD624CB7D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600" y="4068763"/>
            <a:ext cx="35083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903" name="图片 47">
            <a:extLst>
              <a:ext uri="{FF2B5EF4-FFF2-40B4-BE49-F238E27FC236}">
                <a16:creationId xmlns="" xmlns:a16="http://schemas.microsoft.com/office/drawing/2014/main" id="{BF423E5E-F70E-49AE-B17E-48233E32F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288" y="2530475"/>
            <a:ext cx="358775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904" name="图片 48">
            <a:extLst>
              <a:ext uri="{FF2B5EF4-FFF2-40B4-BE49-F238E27FC236}">
                <a16:creationId xmlns="" xmlns:a16="http://schemas.microsoft.com/office/drawing/2014/main" id="{32E44693-1C40-4A19-976A-2BAC4F466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7463" y="4103688"/>
            <a:ext cx="358775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905" name="图片 49">
            <a:extLst>
              <a:ext uri="{FF2B5EF4-FFF2-40B4-BE49-F238E27FC236}">
                <a16:creationId xmlns="" xmlns:a16="http://schemas.microsoft.com/office/drawing/2014/main" id="{C60904E4-9377-444B-BE85-7C652B6674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7275" y="4105275"/>
            <a:ext cx="358775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906" name="图片 50">
            <a:extLst>
              <a:ext uri="{FF2B5EF4-FFF2-40B4-BE49-F238E27FC236}">
                <a16:creationId xmlns="" xmlns:a16="http://schemas.microsoft.com/office/drawing/2014/main" id="{FA2E655F-67AD-47E0-816E-9DDDFA7D0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6613" y="4106863"/>
            <a:ext cx="357187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907" name="图片 51">
            <a:extLst>
              <a:ext uri="{FF2B5EF4-FFF2-40B4-BE49-F238E27FC236}">
                <a16:creationId xmlns="" xmlns:a16="http://schemas.microsoft.com/office/drawing/2014/main" id="{3EA2D35C-653E-4AB0-AFE0-E5E5031B5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1663" y="4114800"/>
            <a:ext cx="358775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图片 32">
            <a:extLst>
              <a:ext uri="{FF2B5EF4-FFF2-40B4-BE49-F238E27FC236}">
                <a16:creationId xmlns="" xmlns:a16="http://schemas.microsoft.com/office/drawing/2014/main" id="{26D8B056-4BEB-4E21-B316-69B1F4844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700" y="4103688"/>
            <a:ext cx="358775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图片 33">
            <a:extLst>
              <a:ext uri="{FF2B5EF4-FFF2-40B4-BE49-F238E27FC236}">
                <a16:creationId xmlns="" xmlns:a16="http://schemas.microsoft.com/office/drawing/2014/main" id="{78889D15-D79D-4901-A0D6-70EBD39A5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1850" y="4103688"/>
            <a:ext cx="357188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图片 34">
            <a:extLst>
              <a:ext uri="{FF2B5EF4-FFF2-40B4-BE49-F238E27FC236}">
                <a16:creationId xmlns="" xmlns:a16="http://schemas.microsoft.com/office/drawing/2014/main" id="{00E28F97-F1A8-45D7-B1D2-7AFB65F19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100" y="4103688"/>
            <a:ext cx="34925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图片 35">
            <a:extLst>
              <a:ext uri="{FF2B5EF4-FFF2-40B4-BE49-F238E27FC236}">
                <a16:creationId xmlns="" xmlns:a16="http://schemas.microsoft.com/office/drawing/2014/main" id="{16AE4A0C-FBB6-409E-BEDA-D5AB0D21F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700" y="2535238"/>
            <a:ext cx="35083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图片 36">
            <a:extLst>
              <a:ext uri="{FF2B5EF4-FFF2-40B4-BE49-F238E27FC236}">
                <a16:creationId xmlns="" xmlns:a16="http://schemas.microsoft.com/office/drawing/2014/main" id="{68DC626A-EA9B-4B58-AB03-CC96B1AD0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1663" y="4095750"/>
            <a:ext cx="35083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913" name="矩形 52">
            <a:extLst>
              <a:ext uri="{FF2B5EF4-FFF2-40B4-BE49-F238E27FC236}">
                <a16:creationId xmlns="" xmlns:a16="http://schemas.microsoft.com/office/drawing/2014/main" id="{CDA7235E-BCAF-4465-8734-7791DDA94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3" y="5362575"/>
            <a:ext cx="9059862" cy="1016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>
                <a:solidFill>
                  <a:srgbClr val="3333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1) Color a node with the smallest degree. Degree(A,B,C,D,E,F)=[2,5,3,4,3,3] 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>
                <a:solidFill>
                  <a:srgbClr val="3333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2) Color a non-adjacent node until we cannot find them.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>
                <a:solidFill>
                  <a:srgbClr val="3333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3) Go to step1) and color the remaining nodes with a </a:t>
            </a:r>
            <a:r>
              <a:rPr kumimoji="0" lang="en-US" altLang="zh-CN" sz="20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new</a:t>
            </a:r>
            <a:r>
              <a:rPr kumimoji="0" lang="en-US" altLang="zh-CN" sz="2000">
                <a:solidFill>
                  <a:srgbClr val="3333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color.</a:t>
            </a:r>
            <a:endParaRPr kumimoji="0" lang="zh-CN" altLang="en-US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79914" name="图片 53">
            <a:extLst>
              <a:ext uri="{FF2B5EF4-FFF2-40B4-BE49-F238E27FC236}">
                <a16:creationId xmlns="" xmlns:a16="http://schemas.microsoft.com/office/drawing/2014/main" id="{ECB69577-A117-4388-A108-B844471A1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75" y="4387850"/>
            <a:ext cx="427038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915" name="图片 54">
            <a:extLst>
              <a:ext uri="{FF2B5EF4-FFF2-40B4-BE49-F238E27FC236}">
                <a16:creationId xmlns="" xmlns:a16="http://schemas.microsoft.com/office/drawing/2014/main" id="{D56327F2-CB99-49C1-AB51-BF697BD40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5088" y="4335463"/>
            <a:ext cx="4270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3" grpId="0"/>
      <p:bldP spid="32" grpId="0"/>
      <p:bldP spid="3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="" xmlns:a16="http://schemas.microsoft.com/office/drawing/2014/main" id="{D3D4E258-FC79-4CF8-9087-5971353A9B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15.4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R</a:t>
            </a:r>
            <a:r>
              <a:rPr lang="en-US" altLang="zh-CN" dirty="0">
                <a:ea typeface="宋体" panose="02010600030101010101" pitchFamily="2" charset="-122"/>
              </a:rPr>
              <a:t>educed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nstruction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S</a:t>
            </a:r>
            <a:r>
              <a:rPr lang="en-US" altLang="zh-CN" dirty="0">
                <a:ea typeface="宋体" panose="02010600030101010101" pitchFamily="2" charset="-122"/>
              </a:rPr>
              <a:t>et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>
                <a:ea typeface="宋体" panose="02010600030101010101" pitchFamily="2" charset="-122"/>
              </a:rPr>
              <a:t>rchitecture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="" xmlns:a16="http://schemas.microsoft.com/office/drawing/2014/main" id="{434F95AA-A02F-47F1-A22F-3D75FD5722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dirty="0">
                <a:ea typeface="宋体" panose="02010600030101010101" pitchFamily="2" charset="-122"/>
              </a:rPr>
              <a:t>Why CISC</a:t>
            </a:r>
            <a:r>
              <a:rPr lang="en-US" altLang="zh-CN" sz="3200" dirty="0">
                <a:solidFill>
                  <a:srgbClr val="242021"/>
                </a:solidFill>
                <a:latin typeface="TimesTenLTStd-Roman"/>
              </a:rPr>
              <a:t>(a desire to simplify compilers &amp; a desire to improve performance)</a:t>
            </a:r>
            <a:endParaRPr lang="en-GB" altLang="zh-CN" sz="3200" dirty="0">
              <a:ea typeface="宋体" panose="02010600030101010101" pitchFamily="2" charset="-122"/>
            </a:endParaRPr>
          </a:p>
          <a:p>
            <a:r>
              <a:rPr lang="en-GB" altLang="zh-CN" dirty="0">
                <a:ea typeface="宋体" panose="02010600030101010101" pitchFamily="2" charset="-122"/>
              </a:rPr>
              <a:t>RIS Architecture Characteristics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RISC vs CISC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="" xmlns:a16="http://schemas.microsoft.com/office/drawing/2014/main" id="{D17FAAA6-9FF8-4646-9D6D-224379E324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Why CISC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="" xmlns:a16="http://schemas.microsoft.com/office/drawing/2014/main" id="{74D4BA2C-E54D-4723-87B1-7653F93C24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sz="2400" dirty="0">
                <a:ea typeface="宋体" panose="02010600030101010101" pitchFamily="2" charset="-122"/>
              </a:rPr>
              <a:t>Compiler simplification?</a:t>
            </a:r>
          </a:p>
          <a:p>
            <a:pPr lvl="1"/>
            <a:r>
              <a:rPr lang="en-GB" altLang="zh-CN" sz="2000" dirty="0">
                <a:ea typeface="宋体" panose="02010600030101010101" pitchFamily="2" charset="-122"/>
              </a:rPr>
              <a:t>Complex machine instructions </a:t>
            </a:r>
            <a:r>
              <a:rPr lang="en-GB" altLang="zh-CN" sz="2000" i="1" dirty="0">
                <a:solidFill>
                  <a:srgbClr val="FF0000"/>
                </a:solidFill>
                <a:ea typeface="宋体" panose="02010600030101010101" pitchFamily="2" charset="-122"/>
              </a:rPr>
              <a:t>harder</a:t>
            </a:r>
            <a:r>
              <a:rPr lang="en-GB" altLang="zh-CN" sz="2000" dirty="0">
                <a:ea typeface="宋体" panose="02010600030101010101" pitchFamily="2" charset="-122"/>
              </a:rPr>
              <a:t> to exploit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Complier </a:t>
            </a:r>
            <a:r>
              <a:rPr lang="en-GB" altLang="zh-CN" sz="2000" dirty="0">
                <a:ea typeface="宋体" panose="02010600030101010101" pitchFamily="2" charset="-122"/>
              </a:rPr>
              <a:t>Optimization more </a:t>
            </a:r>
            <a:r>
              <a:rPr lang="en-GB" altLang="zh-CN" sz="2000" i="1" dirty="0">
                <a:solidFill>
                  <a:srgbClr val="FF0000"/>
                </a:solidFill>
                <a:ea typeface="宋体" panose="02010600030101010101" pitchFamily="2" charset="-122"/>
              </a:rPr>
              <a:t>difficult</a:t>
            </a:r>
          </a:p>
          <a:p>
            <a:r>
              <a:rPr lang="en-GB" altLang="zh-CN" sz="2400" dirty="0">
                <a:ea typeface="宋体" panose="02010600030101010101" pitchFamily="2" charset="-122"/>
              </a:rPr>
              <a:t>Smaller programs?</a:t>
            </a:r>
          </a:p>
          <a:p>
            <a:pPr lvl="1"/>
            <a:r>
              <a:rPr lang="en-GB" altLang="zh-CN" sz="2000" dirty="0">
                <a:ea typeface="宋体" panose="02010600030101010101" pitchFamily="2" charset="-122"/>
              </a:rPr>
              <a:t>Program takes up less memory but memory is now </a:t>
            </a:r>
            <a:r>
              <a:rPr lang="en-GB" altLang="zh-CN" sz="2000" i="1" dirty="0">
                <a:solidFill>
                  <a:srgbClr val="FF0000"/>
                </a:solidFill>
                <a:ea typeface="宋体" panose="02010600030101010101" pitchFamily="2" charset="-122"/>
              </a:rPr>
              <a:t>cheap</a:t>
            </a:r>
          </a:p>
          <a:p>
            <a:pPr lvl="1"/>
            <a:r>
              <a:rPr lang="en-GB" altLang="zh-CN" sz="2000" dirty="0">
                <a:ea typeface="宋体" panose="02010600030101010101" pitchFamily="2" charset="-122"/>
              </a:rPr>
              <a:t>May </a:t>
            </a:r>
            <a:r>
              <a:rPr lang="en-GB" altLang="zh-CN" sz="2000" b="1" dirty="0">
                <a:ea typeface="宋体" panose="02010600030101010101" pitchFamily="2" charset="-122"/>
              </a:rPr>
              <a:t>not</a:t>
            </a:r>
            <a:r>
              <a:rPr lang="en-GB" altLang="zh-CN" sz="2000" dirty="0">
                <a:ea typeface="宋体" panose="02010600030101010101" pitchFamily="2" charset="-122"/>
              </a:rPr>
              <a:t> occupy less bits </a:t>
            </a:r>
            <a:r>
              <a:rPr lang="en-US" altLang="zh-CN" sz="2000" dirty="0">
                <a:ea typeface="宋体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Table 15.6</a:t>
            </a:r>
            <a:r>
              <a:rPr lang="en-US" altLang="zh-CN" sz="2000" dirty="0">
                <a:ea typeface="宋体" panose="02010600030101010101" pitchFamily="2" charset="-122"/>
              </a:rPr>
              <a:t>)</a:t>
            </a:r>
            <a:endParaRPr lang="en-GB" altLang="zh-CN" sz="2000" dirty="0">
              <a:ea typeface="宋体" panose="0201060003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="" xmlns:a16="http://schemas.microsoft.com/office/drawing/2014/main" id="{BA02CE5F-FCF3-469A-B27A-2FF04561B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637" y="3867150"/>
            <a:ext cx="8467725" cy="283845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="" xmlns:a16="http://schemas.microsoft.com/office/drawing/2014/main" id="{D17FAAA6-9FF8-4646-9D6D-224379E324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Why CISC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="" xmlns:a16="http://schemas.microsoft.com/office/drawing/2014/main" id="{74D4BA2C-E54D-4723-87B1-7653F93C24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91264" cy="2074168"/>
          </a:xfrm>
        </p:spPr>
        <p:txBody>
          <a:bodyPr/>
          <a:lstStyle/>
          <a:p>
            <a:r>
              <a:rPr lang="en-GB" altLang="zh-CN" sz="2400" dirty="0">
                <a:ea typeface="宋体" panose="02010600030101010101" pitchFamily="2" charset="-122"/>
              </a:rPr>
              <a:t>Faster programs?</a:t>
            </a:r>
          </a:p>
          <a:p>
            <a:pPr lvl="1"/>
            <a:r>
              <a:rPr lang="en-GB" altLang="zh-CN" sz="2000" dirty="0">
                <a:ea typeface="宋体" panose="02010600030101010101" pitchFamily="2" charset="-122"/>
              </a:rPr>
              <a:t>Bias towards use of </a:t>
            </a:r>
            <a:r>
              <a:rPr lang="en-GB" altLang="zh-CN" sz="2000" i="1" dirty="0">
                <a:solidFill>
                  <a:srgbClr val="FF0000"/>
                </a:solidFill>
                <a:ea typeface="宋体" panose="02010600030101010101" pitchFamily="2" charset="-122"/>
              </a:rPr>
              <a:t>simpler</a:t>
            </a:r>
            <a:r>
              <a:rPr lang="en-GB" altLang="zh-CN" sz="2000" dirty="0">
                <a:ea typeface="宋体" panose="02010600030101010101" pitchFamily="2" charset="-122"/>
              </a:rPr>
              <a:t> instructions</a:t>
            </a:r>
          </a:p>
          <a:p>
            <a:pPr lvl="1"/>
            <a:r>
              <a:rPr lang="en-GB" altLang="zh-CN" sz="2000" dirty="0">
                <a:ea typeface="宋体" panose="02010600030101010101" pitchFamily="2" charset="-122"/>
              </a:rPr>
              <a:t>More </a:t>
            </a:r>
            <a:r>
              <a:rPr lang="en-GB" altLang="zh-CN" sz="2000" i="1" dirty="0">
                <a:solidFill>
                  <a:srgbClr val="FF0000"/>
                </a:solidFill>
                <a:ea typeface="宋体" panose="02010600030101010101" pitchFamily="2" charset="-122"/>
              </a:rPr>
              <a:t>complex</a:t>
            </a:r>
            <a:r>
              <a:rPr lang="en-GB" altLang="zh-CN" sz="2000" dirty="0">
                <a:ea typeface="宋体" panose="02010600030101010101" pitchFamily="2" charset="-122"/>
              </a:rPr>
              <a:t> control unit</a:t>
            </a:r>
          </a:p>
          <a:p>
            <a:pPr lvl="1"/>
            <a:r>
              <a:rPr lang="en-GB" altLang="zh-CN" sz="2000" dirty="0">
                <a:ea typeface="宋体" panose="02010600030101010101" pitchFamily="2" charset="-122"/>
              </a:rPr>
              <a:t>Microprogram control store </a:t>
            </a:r>
            <a:r>
              <a:rPr lang="en-GB" altLang="zh-CN" sz="2000" i="1" dirty="0">
                <a:solidFill>
                  <a:srgbClr val="FF0000"/>
                </a:solidFill>
                <a:ea typeface="宋体" panose="02010600030101010101" pitchFamily="2" charset="-122"/>
              </a:rPr>
              <a:t>larger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Increase the execution time of</a:t>
            </a:r>
            <a:r>
              <a:rPr lang="en-GB" altLang="zh-CN" sz="2000" dirty="0">
                <a:ea typeface="宋体" panose="02010600030101010101" pitchFamily="2" charset="-122"/>
              </a:rPr>
              <a:t> simple instructions</a:t>
            </a:r>
          </a:p>
          <a:p>
            <a:pPr marL="0" indent="0">
              <a:buNone/>
            </a:pPr>
            <a:endParaRPr lang="en-GB" altLang="zh-CN" sz="2400" dirty="0">
              <a:ea typeface="宋体" panose="02010600030101010101" pitchFamily="2" charset="-122"/>
            </a:endParaRPr>
          </a:p>
        </p:txBody>
      </p:sp>
      <p:graphicFrame>
        <p:nvGraphicFramePr>
          <p:cNvPr id="5" name="图示 4">
            <a:extLst>
              <a:ext uri="{FF2B5EF4-FFF2-40B4-BE49-F238E27FC236}">
                <a16:creationId xmlns="" xmlns:a16="http://schemas.microsoft.com/office/drawing/2014/main" id="{EFBA3652-6F5C-433E-A105-31F66FB2B7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9334422"/>
              </p:ext>
            </p:extLst>
          </p:nvPr>
        </p:nvGraphicFramePr>
        <p:xfrm>
          <a:off x="5364088" y="3420319"/>
          <a:ext cx="4104456" cy="25853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矩形 2">
            <a:extLst>
              <a:ext uri="{FF2B5EF4-FFF2-40B4-BE49-F238E27FC236}">
                <a16:creationId xmlns="" xmlns:a16="http://schemas.microsoft.com/office/drawing/2014/main" id="{4A9454AE-7A8B-4D53-921A-B9DB683E4070}"/>
              </a:ext>
            </a:extLst>
          </p:cNvPr>
          <p:cNvSpPr/>
          <p:nvPr/>
        </p:nvSpPr>
        <p:spPr>
          <a:xfrm>
            <a:off x="409291" y="3736621"/>
            <a:ext cx="5482952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en-GB" altLang="zh-CN" sz="2800" dirty="0">
                <a:ea typeface="宋体" panose="02010600030101010101" pitchFamily="2" charset="-122"/>
              </a:rPr>
              <a:t>It is far from clear that CISC is the appropriate solution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>
                <a:ea typeface="宋体" panose="02010600030101010101" pitchFamily="2" charset="-122"/>
              </a:rPr>
              <a:t>Point out some of the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potential pitfalls </a:t>
            </a:r>
            <a:r>
              <a:rPr lang="en-US" altLang="zh-CN" dirty="0">
                <a:ea typeface="宋体" panose="02010600030101010101" pitchFamily="2" charset="-122"/>
              </a:rPr>
              <a:t>in the CISC approach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>
                <a:ea typeface="宋体" panose="02010600030101010101" pitchFamily="2" charset="-122"/>
              </a:rPr>
              <a:t>Provide some understanding of the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motivation</a:t>
            </a:r>
            <a:r>
              <a:rPr lang="en-US" altLang="zh-CN" dirty="0">
                <a:ea typeface="宋体" panose="02010600030101010101" pitchFamily="2" charset="-122"/>
              </a:rPr>
              <a:t> of the RISC adherents </a:t>
            </a:r>
            <a:endParaRPr lang="zh-CN" altLang="en-US" dirty="0"/>
          </a:p>
        </p:txBody>
      </p:sp>
      <p:sp>
        <p:nvSpPr>
          <p:cNvPr id="2" name="箭头: 上弧形 1">
            <a:extLst>
              <a:ext uri="{FF2B5EF4-FFF2-40B4-BE49-F238E27FC236}">
                <a16:creationId xmlns="" xmlns:a16="http://schemas.microsoft.com/office/drawing/2014/main" id="{43B4881E-FCB0-4410-B2FD-8BFC20C98C2C}"/>
              </a:ext>
            </a:extLst>
          </p:cNvPr>
          <p:cNvSpPr/>
          <p:nvPr/>
        </p:nvSpPr>
        <p:spPr bwMode="auto">
          <a:xfrm rot="5400000">
            <a:off x="7614338" y="2348880"/>
            <a:ext cx="648072" cy="360040"/>
          </a:xfrm>
          <a:prstGeom prst="curvedDownArrow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" name="右大括号 3">
            <a:extLst>
              <a:ext uri="{FF2B5EF4-FFF2-40B4-BE49-F238E27FC236}">
                <a16:creationId xmlns="" xmlns:a16="http://schemas.microsoft.com/office/drawing/2014/main" id="{686B9B7F-9407-4C05-8939-A3E16572D6B8}"/>
              </a:ext>
            </a:extLst>
          </p:cNvPr>
          <p:cNvSpPr/>
          <p:nvPr/>
        </p:nvSpPr>
        <p:spPr bwMode="auto">
          <a:xfrm>
            <a:off x="7542330" y="2042516"/>
            <a:ext cx="216024" cy="432048"/>
          </a:xfrm>
          <a:prstGeom prst="rightBrace">
            <a:avLst>
              <a:gd name="adj1" fmla="val 36993"/>
              <a:gd name="adj2" fmla="val 50000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0944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="" xmlns:a16="http://schemas.microsoft.com/office/drawing/2014/main" id="{480E59DE-AF5C-4D13-B60E-7639250AED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>
                <a:ea typeface="宋体" panose="02010600030101010101" pitchFamily="2" charset="-122"/>
              </a:rPr>
              <a:t>RIS Architecture Characteristics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="" xmlns:a16="http://schemas.microsoft.com/office/drawing/2014/main" id="{DABE77B4-02E3-4765-9890-75F18318A9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052736"/>
            <a:ext cx="8641655" cy="5805264"/>
          </a:xfrm>
        </p:spPr>
        <p:txBody>
          <a:bodyPr/>
          <a:lstStyle/>
          <a:p>
            <a:r>
              <a:rPr lang="en-GB" altLang="zh-CN" sz="2400" b="1" dirty="0">
                <a:ea typeface="宋体" panose="02010600030101010101" pitchFamily="2" charset="-122"/>
              </a:rPr>
              <a:t>One </a:t>
            </a:r>
            <a:r>
              <a:rPr lang="en-GB" altLang="zh-CN" sz="2400" b="1" i="1" dirty="0">
                <a:solidFill>
                  <a:srgbClr val="FF0000"/>
                </a:solidFill>
                <a:ea typeface="宋体" panose="02010600030101010101" pitchFamily="2" charset="-122"/>
              </a:rPr>
              <a:t>machine</a:t>
            </a:r>
            <a:r>
              <a:rPr lang="en-GB" altLang="zh-CN" sz="2400" b="1" dirty="0">
                <a:ea typeface="宋体" panose="02010600030101010101" pitchFamily="2" charset="-122"/>
              </a:rPr>
              <a:t> instruction per </a:t>
            </a:r>
            <a:r>
              <a:rPr lang="en-GB" altLang="zh-CN" sz="2400" b="1" i="1" dirty="0">
                <a:solidFill>
                  <a:srgbClr val="FF0000"/>
                </a:solidFill>
                <a:ea typeface="宋体" panose="02010600030101010101" pitchFamily="2" charset="-122"/>
              </a:rPr>
              <a:t>machine</a:t>
            </a:r>
            <a:r>
              <a:rPr lang="en-GB" altLang="zh-CN" sz="2400" b="1" dirty="0">
                <a:ea typeface="宋体" panose="02010600030101010101" pitchFamily="2" charset="-122"/>
              </a:rPr>
              <a:t> cycle</a:t>
            </a:r>
          </a:p>
          <a:p>
            <a:pPr lvl="1"/>
            <a:r>
              <a:rPr lang="en-GB" altLang="zh-CN" sz="2000" dirty="0">
                <a:ea typeface="宋体" panose="02010600030101010101" pitchFamily="2" charset="-122"/>
              </a:rPr>
              <a:t>Machine Cycle: fetch 2 Operands from Reg. + ALU + Write Operand in Reg.</a:t>
            </a:r>
          </a:p>
          <a:p>
            <a:pPr lvl="1"/>
            <a:r>
              <a:rPr lang="en-GB" altLang="zh-CN" sz="2000" dirty="0">
                <a:ea typeface="宋体" panose="02010600030101010101" pitchFamily="2" charset="-122"/>
              </a:rPr>
              <a:t>no need for Microprogram/microprogram control store </a:t>
            </a:r>
          </a:p>
          <a:p>
            <a:pPr lvl="1"/>
            <a:r>
              <a:rPr lang="en-GB" altLang="zh-CN" sz="2000" dirty="0">
                <a:ea typeface="宋体" panose="02010600030101010101" pitchFamily="2" charset="-122"/>
              </a:rPr>
              <a:t>Thus </a:t>
            </a:r>
            <a:r>
              <a:rPr lang="en-GB" altLang="zh-CN" sz="2000" b="1" dirty="0">
                <a:ea typeface="宋体" panose="02010600030101010101" pitchFamily="2" charset="-122"/>
              </a:rPr>
              <a:t>faster</a:t>
            </a:r>
            <a:r>
              <a:rPr lang="en-GB" altLang="zh-CN" sz="2000" dirty="0">
                <a:ea typeface="宋体" panose="02010600030101010101" pitchFamily="2" charset="-122"/>
              </a:rPr>
              <a:t> than CISC</a:t>
            </a:r>
            <a:endParaRPr lang="en-GB" altLang="zh-CN" dirty="0">
              <a:ea typeface="宋体" panose="02010600030101010101" pitchFamily="2" charset="-122"/>
            </a:endParaRPr>
          </a:p>
          <a:p>
            <a:r>
              <a:rPr lang="en-GB" altLang="zh-CN" sz="2400" b="1" dirty="0">
                <a:ea typeface="宋体" panose="02010600030101010101" pitchFamily="2" charset="-122"/>
              </a:rPr>
              <a:t>Register to register operations</a:t>
            </a:r>
          </a:p>
          <a:p>
            <a:pPr lvl="1"/>
            <a:r>
              <a:rPr lang="en-GB" altLang="zh-CN" sz="2000" dirty="0">
                <a:ea typeface="宋体" panose="02010600030101010101" pitchFamily="2" charset="-122"/>
              </a:rPr>
              <a:t>most operations from Reg to Reg</a:t>
            </a:r>
          </a:p>
          <a:p>
            <a:pPr lvl="1"/>
            <a:r>
              <a:rPr lang="en-GB" altLang="zh-CN" sz="2000" dirty="0">
                <a:ea typeface="宋体" panose="02010600030101010101" pitchFamily="2" charset="-122"/>
              </a:rPr>
              <a:t>only LOAD, STORE for memory access</a:t>
            </a:r>
          </a:p>
          <a:p>
            <a:pPr lvl="1"/>
            <a:r>
              <a:rPr lang="en-GB" altLang="zh-CN" sz="2000" dirty="0">
                <a:ea typeface="宋体" panose="02010600030101010101" pitchFamily="2" charset="-122"/>
              </a:rPr>
              <a:t>Thus, </a:t>
            </a:r>
            <a:r>
              <a:rPr lang="en-GB" altLang="zh-CN" sz="2000" b="1" dirty="0">
                <a:ea typeface="宋体" panose="02010600030101010101" pitchFamily="2" charset="-122"/>
              </a:rPr>
              <a:t>Simpler (</a:t>
            </a:r>
            <a:r>
              <a:rPr lang="en-GB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?</a:t>
            </a:r>
            <a:r>
              <a:rPr lang="en-GB" altLang="zh-CN" sz="2000" b="1" dirty="0">
                <a:ea typeface="宋体" panose="02010600030101010101" pitchFamily="2" charset="-122"/>
              </a:rPr>
              <a:t>)</a:t>
            </a:r>
            <a:r>
              <a:rPr lang="en-GB" altLang="zh-CN" sz="2000" dirty="0">
                <a:ea typeface="宋体" panose="02010600030101010101" pitchFamily="2" charset="-122"/>
              </a:rPr>
              <a:t> and </a:t>
            </a:r>
            <a:r>
              <a:rPr lang="en-GB" altLang="zh-CN" sz="2000" b="1" dirty="0">
                <a:ea typeface="宋体" panose="02010600030101010101" pitchFamily="2" charset="-122"/>
              </a:rPr>
              <a:t>faster (</a:t>
            </a:r>
            <a:r>
              <a:rPr lang="en-GB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?</a:t>
            </a:r>
            <a:r>
              <a:rPr lang="en-GB" altLang="zh-CN" sz="2000" b="1" dirty="0">
                <a:ea typeface="宋体" panose="02010600030101010101" pitchFamily="2" charset="-122"/>
              </a:rPr>
              <a:t>)</a:t>
            </a:r>
            <a:r>
              <a:rPr lang="en-GB" altLang="zh-CN" sz="2000" dirty="0">
                <a:ea typeface="宋体" panose="02010600030101010101" pitchFamily="2" charset="-122"/>
              </a:rPr>
              <a:t> than CISC</a:t>
            </a:r>
            <a:endParaRPr lang="en-GB" altLang="zh-CN" dirty="0">
              <a:ea typeface="宋体" panose="02010600030101010101" pitchFamily="2" charset="-122"/>
            </a:endParaRPr>
          </a:p>
          <a:p>
            <a:r>
              <a:rPr lang="en-GB" altLang="zh-CN" sz="2400" b="1" dirty="0">
                <a:ea typeface="宋体" panose="02010600030101010101" pitchFamily="2" charset="-122"/>
              </a:rPr>
              <a:t>Few, simple addressing modes</a:t>
            </a:r>
          </a:p>
          <a:p>
            <a:pPr lvl="1"/>
            <a:r>
              <a:rPr lang="en-GB" altLang="zh-CN" sz="2000" dirty="0">
                <a:ea typeface="宋体" panose="02010600030101010101" pitchFamily="2" charset="-122"/>
              </a:rPr>
              <a:t>most </a:t>
            </a:r>
            <a:r>
              <a:rPr lang="en-GB" altLang="zh-CN" sz="2000" b="1" dirty="0">
                <a:ea typeface="宋体" panose="02010600030101010101" pitchFamily="2" charset="-122"/>
              </a:rPr>
              <a:t>Reg</a:t>
            </a:r>
            <a:r>
              <a:rPr lang="en-GB" altLang="zh-CN" sz="2000" dirty="0">
                <a:ea typeface="宋体" panose="02010600030101010101" pitchFamily="2" charset="-122"/>
              </a:rPr>
              <a:t> addressing mode</a:t>
            </a:r>
            <a:endParaRPr lang="en-US" altLang="zh-CN" dirty="0"/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Simplify the instruction set and the control unit </a:t>
            </a:r>
            <a:endParaRPr lang="en-GB" altLang="zh-CN" dirty="0">
              <a:ea typeface="宋体" panose="02010600030101010101" pitchFamily="2" charset="-122"/>
            </a:endParaRPr>
          </a:p>
          <a:p>
            <a:r>
              <a:rPr lang="en-GB" altLang="zh-CN" sz="2400" b="1" dirty="0">
                <a:ea typeface="宋体" panose="02010600030101010101" pitchFamily="2" charset="-122"/>
              </a:rPr>
              <a:t>Few, simple instruction formats</a:t>
            </a:r>
          </a:p>
          <a:p>
            <a:pPr lvl="1"/>
            <a:r>
              <a:rPr lang="en-GB" altLang="zh-CN" sz="2000" dirty="0">
                <a:ea typeface="宋体" panose="02010600030101010101" pitchFamily="2" charset="-122"/>
              </a:rPr>
              <a:t>fixed instruction length, word unit (</a:t>
            </a:r>
            <a:r>
              <a:rPr lang="en-GB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advantage</a:t>
            </a:r>
            <a:r>
              <a:rPr lang="en-GB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?</a:t>
            </a:r>
            <a:r>
              <a:rPr lang="en-GB" altLang="zh-CN" sz="2000" dirty="0">
                <a:ea typeface="宋体" panose="02010600030101010101" pitchFamily="2" charset="-122"/>
              </a:rPr>
              <a:t>) </a:t>
            </a:r>
          </a:p>
          <a:p>
            <a:pPr lvl="1"/>
            <a:r>
              <a:rPr lang="en-GB" altLang="zh-CN" sz="2000" dirty="0">
                <a:ea typeface="宋体" panose="02010600030101010101" pitchFamily="2" charset="-122"/>
              </a:rPr>
              <a:t>fixed field configuration (</a:t>
            </a:r>
            <a:r>
              <a:rPr lang="en-GB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advantage</a:t>
            </a:r>
            <a:r>
              <a:rPr lang="en-GB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?</a:t>
            </a:r>
            <a:r>
              <a:rPr lang="en-GB" altLang="zh-CN" sz="2000" dirty="0">
                <a:ea typeface="宋体" panose="02010600030101010101" pitchFamily="2" charset="-122"/>
              </a:rPr>
              <a:t>)</a:t>
            </a:r>
          </a:p>
          <a:p>
            <a:endParaRPr lang="en-GB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8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8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8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389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389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89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="" xmlns:a16="http://schemas.microsoft.com/office/drawing/2014/main" id="{6ACC2577-845C-446B-88DA-87F0E2CC51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>
                <a:ea typeface="宋体" panose="02010600030101010101" pitchFamily="2" charset="-122"/>
              </a:rPr>
              <a:t>RISC v</a:t>
            </a:r>
            <a:r>
              <a:rPr lang="en-US" altLang="zh-CN" dirty="0">
                <a:ea typeface="宋体" panose="02010600030101010101" pitchFamily="2" charset="-122"/>
              </a:rPr>
              <a:t>s</a:t>
            </a:r>
            <a:r>
              <a:rPr lang="en-GB" altLang="zh-CN" dirty="0">
                <a:ea typeface="宋体" panose="02010600030101010101" pitchFamily="2" charset="-122"/>
              </a:rPr>
              <a:t> CISC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="" xmlns:a16="http://schemas.microsoft.com/office/drawing/2014/main" id="{559783A4-B9AF-4288-8791-B65DB79664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GB" altLang="zh-CN" dirty="0">
                <a:ea typeface="宋体" pitchFamily="2" charset="-122"/>
              </a:rPr>
              <a:t>Not clear cut – CISC / RISC </a:t>
            </a:r>
          </a:p>
          <a:p>
            <a:pPr marL="0" indent="0">
              <a:buFontTx/>
              <a:buNone/>
              <a:defRPr/>
            </a:pPr>
            <a:r>
              <a:rPr lang="en-GB" altLang="zh-CN" dirty="0">
                <a:ea typeface="宋体" pitchFamily="2" charset="-122"/>
              </a:rPr>
              <a:t>   </a:t>
            </a:r>
            <a:r>
              <a:rPr lang="en-GB" altLang="zh-CN" sz="2400" i="1" dirty="0">
                <a:ea typeface="宋体" pitchFamily="2" charset="-122"/>
              </a:rPr>
              <a:t>who is stronger than the other ???</a:t>
            </a:r>
          </a:p>
          <a:p>
            <a:pPr>
              <a:defRPr/>
            </a:pPr>
            <a:endParaRPr lang="en-GB" altLang="zh-CN" dirty="0">
              <a:ea typeface="宋体" pitchFamily="2" charset="-122"/>
            </a:endParaRPr>
          </a:p>
          <a:p>
            <a:pPr>
              <a:defRPr/>
            </a:pPr>
            <a:endParaRPr lang="en-GB" altLang="zh-CN" dirty="0">
              <a:ea typeface="宋体" pitchFamily="2" charset="-122"/>
            </a:endParaRPr>
          </a:p>
          <a:p>
            <a:pPr>
              <a:defRPr/>
            </a:pPr>
            <a:endParaRPr lang="en-GB" altLang="zh-CN" dirty="0">
              <a:ea typeface="宋体" pitchFamily="2" charset="-122"/>
            </a:endParaRPr>
          </a:p>
          <a:p>
            <a:pPr>
              <a:defRPr/>
            </a:pPr>
            <a:endParaRPr lang="en-GB" altLang="zh-CN" dirty="0">
              <a:ea typeface="宋体" pitchFamily="2" charset="-122"/>
            </a:endParaRPr>
          </a:p>
          <a:p>
            <a:pPr>
              <a:defRPr/>
            </a:pPr>
            <a:endParaRPr lang="en-GB" altLang="zh-CN" dirty="0">
              <a:ea typeface="宋体" pitchFamily="2" charset="-122"/>
            </a:endParaRPr>
          </a:p>
          <a:p>
            <a:pPr>
              <a:defRPr/>
            </a:pPr>
            <a:r>
              <a:rPr lang="en-GB" altLang="zh-CN" dirty="0">
                <a:ea typeface="宋体" pitchFamily="2" charset="-122"/>
              </a:rPr>
              <a:t>Many designs borrow from both philosophies </a:t>
            </a:r>
          </a:p>
          <a:p>
            <a:pPr>
              <a:defRPr/>
            </a:pPr>
            <a:r>
              <a:rPr lang="en-GB" altLang="zh-CN" dirty="0">
                <a:ea typeface="宋体" pitchFamily="2" charset="-122"/>
              </a:rPr>
              <a:t>e.g. PowerPC </a:t>
            </a:r>
            <a:r>
              <a:rPr lang="en-US" altLang="zh-CN" dirty="0">
                <a:ea typeface="宋体" pitchFamily="2" charset="-122"/>
              </a:rPr>
              <a:t>(not “pure” RISC) </a:t>
            </a:r>
            <a:r>
              <a:rPr lang="en-GB" altLang="zh-CN" dirty="0">
                <a:ea typeface="宋体" pitchFamily="2" charset="-122"/>
              </a:rPr>
              <a:t>and Pentium II (not “pure” CISC) (</a:t>
            </a:r>
            <a:r>
              <a:rPr lang="en-GB" altLang="zh-CN" dirty="0">
                <a:solidFill>
                  <a:srgbClr val="0000FF"/>
                </a:solidFill>
                <a:ea typeface="宋体" pitchFamily="2" charset="-122"/>
              </a:rPr>
              <a:t>table 15.7</a:t>
            </a:r>
            <a:r>
              <a:rPr lang="en-GB" altLang="zh-CN" dirty="0">
                <a:ea typeface="宋体" pitchFamily="2" charset="-122"/>
              </a:rPr>
              <a:t>)</a:t>
            </a:r>
          </a:p>
        </p:txBody>
      </p:sp>
      <p:pic>
        <p:nvPicPr>
          <p:cNvPr id="88068" name="Picture 4">
            <a:extLst>
              <a:ext uri="{FF2B5EF4-FFF2-40B4-BE49-F238E27FC236}">
                <a16:creationId xmlns="" xmlns:a16="http://schemas.microsoft.com/office/drawing/2014/main" id="{D13F111E-7DDB-4A5D-936A-F891690E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2070100"/>
            <a:ext cx="3698875" cy="2511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="" xmlns:a16="http://schemas.microsoft.com/office/drawing/2014/main" id="{E4519231-4404-4037-8FD8-90C5AB02F7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>
                <a:ea typeface="宋体" panose="02010600030101010101" pitchFamily="2" charset="-122"/>
              </a:rPr>
              <a:t>15.5 RISC Pipelining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="" xmlns:a16="http://schemas.microsoft.com/office/drawing/2014/main" id="{8D250E9C-15AA-48A7-AC9F-A638B7EA9A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dirty="0">
                <a:ea typeface="宋体" panose="02010600030101010101" pitchFamily="2" charset="-122"/>
              </a:rPr>
              <a:t>Most instructions are </a:t>
            </a:r>
            <a:r>
              <a:rPr lang="en-GB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register to register</a:t>
            </a:r>
          </a:p>
          <a:p>
            <a:pPr marL="0" indent="0">
              <a:buNone/>
            </a:pPr>
            <a:r>
              <a:rPr lang="en-GB" altLang="zh-CN" dirty="0">
                <a:ea typeface="宋体" panose="02010600030101010101" pitchFamily="2" charset="-122"/>
              </a:rPr>
              <a:t>   and has two stages: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I: Instruction fetch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E: Execute</a:t>
            </a:r>
          </a:p>
          <a:p>
            <a:pPr lvl="2"/>
            <a:r>
              <a:rPr lang="en-GB" altLang="zh-CN" dirty="0">
                <a:ea typeface="宋体" panose="02010600030101010101" pitchFamily="2" charset="-122"/>
              </a:rPr>
              <a:t>ALU operation with register input and output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For load and store, three stages: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I: Instruction fetch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E: Execute</a:t>
            </a:r>
          </a:p>
          <a:p>
            <a:pPr lvl="2"/>
            <a:r>
              <a:rPr lang="en-GB" altLang="zh-CN" dirty="0">
                <a:ea typeface="宋体" panose="02010600030101010101" pitchFamily="2" charset="-122"/>
              </a:rPr>
              <a:t>Calculate memory address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D: Memory</a:t>
            </a:r>
          </a:p>
          <a:p>
            <a:pPr lvl="2"/>
            <a:r>
              <a:rPr lang="en-GB" altLang="zh-CN" dirty="0">
                <a:ea typeface="宋体" panose="02010600030101010101" pitchFamily="2" charset="-122"/>
              </a:rPr>
              <a:t>Register to memory or memory to register operation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="" xmlns:a16="http://schemas.microsoft.com/office/drawing/2014/main" id="{DF778650-A550-4C9D-AFAC-5BA5CECE67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Effects of Pipelining</a:t>
            </a:r>
          </a:p>
        </p:txBody>
      </p:sp>
      <p:pic>
        <p:nvPicPr>
          <p:cNvPr id="92163" name="Picture 5">
            <a:extLst>
              <a:ext uri="{FF2B5EF4-FFF2-40B4-BE49-F238E27FC236}">
                <a16:creationId xmlns="" xmlns:a16="http://schemas.microsoft.com/office/drawing/2014/main" id="{87E73E52-67FB-480F-8E97-676DC4C53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33"/>
          <a:stretch>
            <a:fillRect/>
          </a:stretch>
        </p:blipFill>
        <p:spPr bwMode="auto">
          <a:xfrm>
            <a:off x="228600" y="1368425"/>
            <a:ext cx="8686800" cy="495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64" name="TextBox 1">
            <a:extLst>
              <a:ext uri="{FF2B5EF4-FFF2-40B4-BE49-F238E27FC236}">
                <a16:creationId xmlns="" xmlns:a16="http://schemas.microsoft.com/office/drawing/2014/main" id="{F144D582-7725-4791-A65F-7BB59A4A3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3413" y="2852738"/>
            <a:ext cx="15430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(No pipeline)</a:t>
            </a:r>
            <a:endParaRPr kumimoji="0" lang="zh-CN" altLang="en-US" sz="2000" i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9BCEF0AD-F881-478F-B636-F845AD61D92C}"/>
              </a:ext>
            </a:extLst>
          </p:cNvPr>
          <p:cNvSpPr/>
          <p:nvPr/>
        </p:nvSpPr>
        <p:spPr bwMode="auto">
          <a:xfrm>
            <a:off x="4716016" y="2420888"/>
            <a:ext cx="720080" cy="28803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1EEAA789-769E-49E5-9213-E32421A915B0}"/>
              </a:ext>
            </a:extLst>
          </p:cNvPr>
          <p:cNvSpPr/>
          <p:nvPr/>
        </p:nvSpPr>
        <p:spPr bwMode="auto">
          <a:xfrm>
            <a:off x="107504" y="5085184"/>
            <a:ext cx="720080" cy="28803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6B633B40-32A3-48E0-84DF-DC6EF1D294D8}"/>
              </a:ext>
            </a:extLst>
          </p:cNvPr>
          <p:cNvSpPr/>
          <p:nvPr/>
        </p:nvSpPr>
        <p:spPr bwMode="auto">
          <a:xfrm>
            <a:off x="107504" y="4221088"/>
            <a:ext cx="720080" cy="216024"/>
          </a:xfrm>
          <a:prstGeom prst="rect">
            <a:avLst/>
          </a:pr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6C49FFDD-908E-421E-A39A-1A5B2954FD7A}"/>
              </a:ext>
            </a:extLst>
          </p:cNvPr>
          <p:cNvSpPr/>
          <p:nvPr/>
        </p:nvSpPr>
        <p:spPr bwMode="auto">
          <a:xfrm>
            <a:off x="4716016" y="4221088"/>
            <a:ext cx="720080" cy="432048"/>
          </a:xfrm>
          <a:prstGeom prst="rect">
            <a:avLst/>
          </a:pr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041613BF-38D7-4278-B4A9-9B9E05D9B05B}"/>
              </a:ext>
            </a:extLst>
          </p:cNvPr>
          <p:cNvSpPr/>
          <p:nvPr/>
        </p:nvSpPr>
        <p:spPr bwMode="auto">
          <a:xfrm>
            <a:off x="4716016" y="5301208"/>
            <a:ext cx="720080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="" xmlns:a16="http://schemas.microsoft.com/office/drawing/2014/main" id="{07453638-DACF-40F0-BF10-6BABA5F69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6425" y="2744788"/>
            <a:ext cx="28479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Only 1 memory access per stage</a:t>
            </a:r>
            <a:endParaRPr kumimoji="0" lang="zh-CN" altLang="en-US" sz="16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181" name="矩形 10">
            <a:extLst>
              <a:ext uri="{FF2B5EF4-FFF2-40B4-BE49-F238E27FC236}">
                <a16:creationId xmlns="" xmlns:a16="http://schemas.microsoft.com/office/drawing/2014/main" id="{F7200033-BB45-4217-9295-44425D3C0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534025"/>
            <a:ext cx="35512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Permit 2 memory accesses per stage</a:t>
            </a:r>
            <a:endParaRPr kumimoji="0" lang="zh-CN" altLang="en-US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182" name="矩形 11">
            <a:extLst>
              <a:ext uri="{FF2B5EF4-FFF2-40B4-BE49-F238E27FC236}">
                <a16:creationId xmlns="" xmlns:a16="http://schemas.microsoft.com/office/drawing/2014/main" id="{946D5576-42E0-4594-962E-FF61D825D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6273800"/>
            <a:ext cx="37195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kumimoji="0" lang="en-US" altLang="zh-CN" sz="18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0"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:Reg Read</a:t>
            </a:r>
            <a:r>
              <a:rPr kumimoji="0"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r>
              <a:rPr kumimoji="0"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kumimoji="0" lang="en-US" altLang="zh-CN" sz="1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kumimoji="0" lang="en-US" altLang="zh-CN" sz="18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0"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: ALU &amp; Reg Write</a:t>
            </a:r>
            <a:endParaRPr kumimoji="0" lang="zh-CN" altLang="en-US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="" xmlns:a16="http://schemas.microsoft.com/office/drawing/2014/main" id="{39FBBECA-724A-4099-8319-9FAE40C108B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04025" y="1700213"/>
            <a:ext cx="0" cy="1152525"/>
          </a:xfrm>
          <a:prstGeom prst="straightConnector1">
            <a:avLst/>
          </a:prstGeom>
          <a:noFill/>
          <a:ln w="12700" algn="ctr">
            <a:solidFill>
              <a:srgbClr val="FF0000"/>
            </a:solidFill>
            <a:prstDash val="lg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直接箭头连接符 14">
            <a:extLst>
              <a:ext uri="{FF2B5EF4-FFF2-40B4-BE49-F238E27FC236}">
                <a16:creationId xmlns="" xmlns:a16="http://schemas.microsoft.com/office/drawing/2014/main" id="{F02EA884-4A3B-4506-96F3-1CB137E183BD}"/>
              </a:ext>
            </a:extLst>
          </p:cNvPr>
          <p:cNvCxnSpPr>
            <a:cxnSpLocks/>
          </p:cNvCxnSpPr>
          <p:nvPr/>
        </p:nvCxnSpPr>
        <p:spPr bwMode="auto">
          <a:xfrm flipH="1">
            <a:off x="6804025" y="2349500"/>
            <a:ext cx="1081088" cy="503238"/>
          </a:xfrm>
          <a:prstGeom prst="straightConnector1">
            <a:avLst/>
          </a:prstGeom>
          <a:noFill/>
          <a:ln w="12700" algn="ctr">
            <a:solidFill>
              <a:srgbClr val="FF0000"/>
            </a:solidFill>
            <a:prstDash val="lg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直接箭头连接符 18">
            <a:extLst>
              <a:ext uri="{FF2B5EF4-FFF2-40B4-BE49-F238E27FC236}">
                <a16:creationId xmlns="" xmlns:a16="http://schemas.microsoft.com/office/drawing/2014/main" id="{8453E4E9-846A-4C95-A80A-BD1F41A0E204}"/>
              </a:ext>
            </a:extLst>
          </p:cNvPr>
          <p:cNvCxnSpPr>
            <a:cxnSpLocks/>
          </p:cNvCxnSpPr>
          <p:nvPr/>
        </p:nvCxnSpPr>
        <p:spPr bwMode="auto">
          <a:xfrm flipV="1">
            <a:off x="7235825" y="1268413"/>
            <a:ext cx="0" cy="639762"/>
          </a:xfrm>
          <a:prstGeom prst="straightConnector1">
            <a:avLst/>
          </a:prstGeom>
          <a:noFill/>
          <a:ln w="12700" algn="ctr">
            <a:solidFill>
              <a:srgbClr val="0070C0"/>
            </a:solidFill>
            <a:prstDash val="lg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矩形 20">
            <a:extLst>
              <a:ext uri="{FF2B5EF4-FFF2-40B4-BE49-F238E27FC236}">
                <a16:creationId xmlns="" xmlns:a16="http://schemas.microsoft.com/office/drawing/2014/main" id="{B18A876B-FC8F-4979-9E59-F2F04CB2A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4313" y="1001713"/>
            <a:ext cx="15605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 dependency</a:t>
            </a:r>
            <a:endParaRPr kumimoji="0" lang="zh-CN" altLang="en-US" sz="120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="" xmlns:a16="http://schemas.microsoft.com/office/drawing/2014/main" id="{1613D153-8212-42BD-B0BE-1C54049B1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129088"/>
            <a:ext cx="13890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 dependency</a:t>
            </a:r>
            <a:endParaRPr kumimoji="0" lang="zh-CN" altLang="en-US" sz="110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="" xmlns:a16="http://schemas.microsoft.com/office/drawing/2014/main" id="{3BDA0A98-659E-44A2-BB70-0F9A8DD27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625" y="5075238"/>
            <a:ext cx="6731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branch</a:t>
            </a:r>
            <a:endParaRPr kumimoji="0" lang="zh-CN" altLang="en-US" sz="110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AAE6E90C-5DAC-4147-92E9-144CB3A9E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4149725"/>
            <a:ext cx="108108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dependency</a:t>
            </a:r>
            <a:endParaRPr kumimoji="0" lang="zh-CN" altLang="en-US" sz="110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="" xmlns:a16="http://schemas.microsoft.com/office/drawing/2014/main" id="{12ED34F3-DD9E-44FC-8501-C48D2872F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5389563"/>
            <a:ext cx="674688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branch</a:t>
            </a:r>
            <a:endParaRPr kumimoji="0" lang="zh-CN" altLang="en-US" sz="110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="" xmlns:a16="http://schemas.microsoft.com/office/drawing/2014/main" id="{6AE14920-998B-42FD-921D-F3CD2A08B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713" y="2411413"/>
            <a:ext cx="6731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14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branch</a:t>
            </a:r>
            <a:endParaRPr kumimoji="0" lang="zh-CN" altLang="en-US" sz="110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="" xmlns:a16="http://schemas.microsoft.com/office/drawing/2014/main" id="{8DCA8285-FDAC-4A11-8AA4-FC2948B6CFA7}"/>
              </a:ext>
            </a:extLst>
          </p:cNvPr>
          <p:cNvSpPr/>
          <p:nvPr/>
        </p:nvSpPr>
        <p:spPr bwMode="auto">
          <a:xfrm>
            <a:off x="2484438" y="3933825"/>
            <a:ext cx="287337" cy="287338"/>
          </a:xfrm>
          <a:prstGeom prst="ellipse">
            <a:avLst/>
          </a:prstGeom>
          <a:noFill/>
          <a:ln>
            <a:solidFill>
              <a:srgbClr val="00B0F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="" xmlns:a16="http://schemas.microsoft.com/office/drawing/2014/main" id="{D059FEB2-857D-40DA-B93C-167C7A4EA08B}"/>
              </a:ext>
            </a:extLst>
          </p:cNvPr>
          <p:cNvSpPr/>
          <p:nvPr/>
        </p:nvSpPr>
        <p:spPr bwMode="auto">
          <a:xfrm>
            <a:off x="2700338" y="4365625"/>
            <a:ext cx="287337" cy="287338"/>
          </a:xfrm>
          <a:prstGeom prst="ellipse">
            <a:avLst/>
          </a:prstGeom>
          <a:noFill/>
          <a:ln>
            <a:solidFill>
              <a:srgbClr val="00B0F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="" xmlns:a16="http://schemas.microsoft.com/office/drawing/2014/main" id="{833DBCF6-23EC-4A0B-8CD7-E36F59EF3610}"/>
              </a:ext>
            </a:extLst>
          </p:cNvPr>
          <p:cNvSpPr/>
          <p:nvPr/>
        </p:nvSpPr>
        <p:spPr bwMode="auto">
          <a:xfrm>
            <a:off x="3132138" y="4797425"/>
            <a:ext cx="287337" cy="287338"/>
          </a:xfrm>
          <a:prstGeom prst="ellipse">
            <a:avLst/>
          </a:prstGeom>
          <a:noFill/>
          <a:ln>
            <a:solidFill>
              <a:srgbClr val="C0000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="" xmlns:a16="http://schemas.microsoft.com/office/drawing/2014/main" id="{F88599FD-B87B-4416-8604-0A0C5E524F16}"/>
              </a:ext>
            </a:extLst>
          </p:cNvPr>
          <p:cNvSpPr/>
          <p:nvPr/>
        </p:nvSpPr>
        <p:spPr bwMode="auto">
          <a:xfrm>
            <a:off x="3348038" y="5084763"/>
            <a:ext cx="287337" cy="288925"/>
          </a:xfrm>
          <a:prstGeom prst="ellipse">
            <a:avLst/>
          </a:prstGeom>
          <a:noFill/>
          <a:ln>
            <a:solidFill>
              <a:srgbClr val="C0000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="" xmlns:a16="http://schemas.microsoft.com/office/drawing/2014/main" id="{906D9670-BDC5-47E5-8183-EDB6A902819C}"/>
              </a:ext>
            </a:extLst>
          </p:cNvPr>
          <p:cNvSpPr/>
          <p:nvPr/>
        </p:nvSpPr>
        <p:spPr bwMode="auto">
          <a:xfrm>
            <a:off x="7308850" y="3933825"/>
            <a:ext cx="287338" cy="287338"/>
          </a:xfrm>
          <a:prstGeom prst="ellipse">
            <a:avLst/>
          </a:prstGeom>
          <a:noFill/>
          <a:ln>
            <a:solidFill>
              <a:srgbClr val="00B0F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="" xmlns:a16="http://schemas.microsoft.com/office/drawing/2014/main" id="{E40D5DEC-8F3D-4E80-9D39-43D6F826C23B}"/>
              </a:ext>
            </a:extLst>
          </p:cNvPr>
          <p:cNvSpPr/>
          <p:nvPr/>
        </p:nvSpPr>
        <p:spPr bwMode="auto">
          <a:xfrm>
            <a:off x="7524750" y="4614863"/>
            <a:ext cx="287338" cy="288925"/>
          </a:xfrm>
          <a:prstGeom prst="ellipse">
            <a:avLst/>
          </a:prstGeom>
          <a:noFill/>
          <a:ln>
            <a:solidFill>
              <a:srgbClr val="00B0F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="" xmlns:a16="http://schemas.microsoft.com/office/drawing/2014/main" id="{23E64708-07B5-4DED-A49C-B555267B7790}"/>
              </a:ext>
            </a:extLst>
          </p:cNvPr>
          <p:cNvSpPr/>
          <p:nvPr/>
        </p:nvSpPr>
        <p:spPr bwMode="auto">
          <a:xfrm>
            <a:off x="8172450" y="4868863"/>
            <a:ext cx="287338" cy="288925"/>
          </a:xfrm>
          <a:prstGeom prst="ellipse">
            <a:avLst/>
          </a:prstGeom>
          <a:noFill/>
          <a:ln>
            <a:solidFill>
              <a:srgbClr val="C0000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="" xmlns:a16="http://schemas.microsoft.com/office/drawing/2014/main" id="{A76DA160-0063-4871-868D-F61EA2FE67F6}"/>
              </a:ext>
            </a:extLst>
          </p:cNvPr>
          <p:cNvSpPr/>
          <p:nvPr/>
        </p:nvSpPr>
        <p:spPr bwMode="auto">
          <a:xfrm>
            <a:off x="8421688" y="5732463"/>
            <a:ext cx="288925" cy="288925"/>
          </a:xfrm>
          <a:prstGeom prst="ellipse">
            <a:avLst/>
          </a:prstGeom>
          <a:noFill/>
          <a:ln>
            <a:solidFill>
              <a:srgbClr val="C0000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="" xmlns:a16="http://schemas.microsoft.com/office/drawing/2014/main" id="{BDB6A7DF-990B-4F18-B7F4-8B2E82CACE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Optimization of Pipelining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="" xmlns:a16="http://schemas.microsoft.com/office/drawing/2014/main" id="{84011A95-B3DC-429C-9107-14D3D390A1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Delayed branch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Makes use of a branch that d</a:t>
            </a:r>
            <a:r>
              <a:rPr lang="en-GB" altLang="zh-CN">
                <a:ea typeface="宋体" panose="02010600030101010101" pitchFamily="2" charset="-122"/>
              </a:rPr>
              <a:t>oes not take effect until after execution of following instruction </a:t>
            </a:r>
            <a:r>
              <a:rPr lang="en-US" altLang="zh-CN">
                <a:ea typeface="宋体" panose="02010600030101010101" pitchFamily="2" charset="-122"/>
              </a:rPr>
              <a:t>(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</a:rPr>
              <a:t>after NOOP</a:t>
            </a:r>
            <a:r>
              <a:rPr lang="en-US" altLang="zh-CN">
                <a:ea typeface="宋体" panose="02010600030101010101" pitchFamily="2" charset="-122"/>
              </a:rPr>
              <a:t>)</a:t>
            </a:r>
            <a:endParaRPr lang="en-GB" altLang="zh-CN">
              <a:ea typeface="宋体" panose="02010600030101010101" pitchFamily="2" charset="-122"/>
            </a:endParaRPr>
          </a:p>
          <a:p>
            <a:pPr lvl="1"/>
            <a:r>
              <a:rPr lang="en-GB" altLang="zh-CN">
                <a:ea typeface="宋体" panose="02010600030101010101" pitchFamily="2" charset="-122"/>
              </a:rPr>
              <a:t>This following instruction is in the delay slot</a:t>
            </a:r>
          </a:p>
          <a:p>
            <a:pPr lvl="1"/>
            <a:endParaRPr lang="en-GB" altLang="zh-CN">
              <a:ea typeface="宋体" panose="02010600030101010101" pitchFamily="2" charset="-122"/>
            </a:endParaRPr>
          </a:p>
        </p:txBody>
      </p:sp>
      <p:pic>
        <p:nvPicPr>
          <p:cNvPr id="94212" name="图片 1">
            <a:extLst>
              <a:ext uri="{FF2B5EF4-FFF2-40B4-BE49-F238E27FC236}">
                <a16:creationId xmlns="" xmlns:a16="http://schemas.microsoft.com/office/drawing/2014/main" id="{E3F996DC-2AA7-4918-9F83-54E657429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3235325"/>
            <a:ext cx="5040313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="" xmlns:a16="http://schemas.microsoft.com/office/drawing/2014/main" id="{758541D5-4F58-4F5A-A332-7260EB2FEF05}"/>
              </a:ext>
            </a:extLst>
          </p:cNvPr>
          <p:cNvSpPr/>
          <p:nvPr/>
        </p:nvSpPr>
        <p:spPr bwMode="auto">
          <a:xfrm>
            <a:off x="1619672" y="4765737"/>
            <a:ext cx="864096" cy="36004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="" xmlns:a16="http://schemas.microsoft.com/office/drawing/2014/main" id="{D70455B6-7FF8-4586-B1CC-59314241BB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Normal and Delayed Branch</a:t>
            </a:r>
          </a:p>
        </p:txBody>
      </p:sp>
      <p:grpSp>
        <p:nvGrpSpPr>
          <p:cNvPr id="96259" name="Group 111">
            <a:extLst>
              <a:ext uri="{FF2B5EF4-FFF2-40B4-BE49-F238E27FC236}">
                <a16:creationId xmlns="" xmlns:a16="http://schemas.microsoft.com/office/drawing/2014/main" id="{F0023C5A-E282-4CFE-8062-71A4192C5060}"/>
              </a:ext>
            </a:extLst>
          </p:cNvPr>
          <p:cNvGrpSpPr>
            <a:grpSpLocks/>
          </p:cNvGrpSpPr>
          <p:nvPr/>
        </p:nvGrpSpPr>
        <p:grpSpPr bwMode="auto">
          <a:xfrm>
            <a:off x="1258888" y="1395413"/>
            <a:ext cx="6083300" cy="5310187"/>
            <a:chOff x="-3" y="-3"/>
            <a:chExt cx="3489" cy="3345"/>
          </a:xfrm>
        </p:grpSpPr>
        <p:grpSp>
          <p:nvGrpSpPr>
            <p:cNvPr id="96269" name="Group 109">
              <a:extLst>
                <a:ext uri="{FF2B5EF4-FFF2-40B4-BE49-F238E27FC236}">
                  <a16:creationId xmlns="" xmlns:a16="http://schemas.microsoft.com/office/drawing/2014/main" id="{D69B1F2F-1077-4DEF-ABAC-5F70F82FE9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483" cy="3339"/>
              <a:chOff x="0" y="0"/>
              <a:chExt cx="3483" cy="3339"/>
            </a:xfrm>
          </p:grpSpPr>
          <p:grpSp>
            <p:nvGrpSpPr>
              <p:cNvPr id="96271" name="Group 46">
                <a:extLst>
                  <a:ext uri="{FF2B5EF4-FFF2-40B4-BE49-F238E27FC236}">
                    <a16:creationId xmlns="" xmlns:a16="http://schemas.microsoft.com/office/drawing/2014/main" id="{626910AD-1F50-4955-BAA6-0A2A505B2F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633" cy="518"/>
                <a:chOff x="0" y="0"/>
                <a:chExt cx="633" cy="518"/>
              </a:xfrm>
            </p:grpSpPr>
            <p:sp>
              <p:nvSpPr>
                <p:cNvPr id="96365" name="Rectangle 13">
                  <a:extLst>
                    <a:ext uri="{FF2B5EF4-FFF2-40B4-BE49-F238E27FC236}">
                      <a16:creationId xmlns="" xmlns:a16="http://schemas.microsoft.com/office/drawing/2014/main" id="{BEAB9EA9-4559-47CF-B448-1561BFE023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547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 b="1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Address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366" name="Rectangle 45">
                  <a:extLst>
                    <a:ext uri="{FF2B5EF4-FFF2-40B4-BE49-F238E27FC236}">
                      <a16:creationId xmlns="" xmlns:a16="http://schemas.microsoft.com/office/drawing/2014/main" id="{74019A74-A241-4028-BB85-F8BEE5C641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33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6272" name="Group 48">
                <a:extLst>
                  <a:ext uri="{FF2B5EF4-FFF2-40B4-BE49-F238E27FC236}">
                    <a16:creationId xmlns="" xmlns:a16="http://schemas.microsoft.com/office/drawing/2014/main" id="{5AE72B02-AA71-4C37-9702-0B7F97B91D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3" y="0"/>
                <a:ext cx="950" cy="518"/>
                <a:chOff x="633" y="0"/>
                <a:chExt cx="950" cy="518"/>
              </a:xfrm>
            </p:grpSpPr>
            <p:sp>
              <p:nvSpPr>
                <p:cNvPr id="96363" name="Rectangle 14">
                  <a:extLst>
                    <a:ext uri="{FF2B5EF4-FFF2-40B4-BE49-F238E27FC236}">
                      <a16:creationId xmlns="" xmlns:a16="http://schemas.microsoft.com/office/drawing/2014/main" id="{7543A711-82D6-4950-AB87-9E5ADEC6A9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6" y="0"/>
                  <a:ext cx="864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 b="1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Normal Branch</a:t>
                  </a:r>
                  <a:endParaRPr kumimoji="0" lang="en-US" altLang="zh-CN" sz="1600">
                    <a:latin typeface="Times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364" name="Rectangle 47">
                  <a:extLst>
                    <a:ext uri="{FF2B5EF4-FFF2-40B4-BE49-F238E27FC236}">
                      <a16:creationId xmlns="" xmlns:a16="http://schemas.microsoft.com/office/drawing/2014/main" id="{A01ABA37-204E-43C1-BD2C-D2DBA02690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3" y="0"/>
                  <a:ext cx="95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6273" name="Group 50">
                <a:extLst>
                  <a:ext uri="{FF2B5EF4-FFF2-40B4-BE49-F238E27FC236}">
                    <a16:creationId xmlns="" xmlns:a16="http://schemas.microsoft.com/office/drawing/2014/main" id="{9AB239B6-1791-4675-A8D7-0FD93A19EF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83" y="0"/>
                <a:ext cx="950" cy="518"/>
                <a:chOff x="1583" y="0"/>
                <a:chExt cx="950" cy="518"/>
              </a:xfrm>
            </p:grpSpPr>
            <p:sp>
              <p:nvSpPr>
                <p:cNvPr id="96361" name="Rectangle 15">
                  <a:extLst>
                    <a:ext uri="{FF2B5EF4-FFF2-40B4-BE49-F238E27FC236}">
                      <a16:creationId xmlns="" xmlns:a16="http://schemas.microsoft.com/office/drawing/2014/main" id="{8F6098F4-994F-4E32-8E9F-87FCC3B4C5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26" y="0"/>
                  <a:ext cx="864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 b="1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Delayed Branch with NOOP</a:t>
                  </a:r>
                  <a:endParaRPr kumimoji="0" lang="en-US" altLang="zh-CN" sz="1600">
                    <a:latin typeface="Times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362" name="Rectangle 49">
                  <a:extLst>
                    <a:ext uri="{FF2B5EF4-FFF2-40B4-BE49-F238E27FC236}">
                      <a16:creationId xmlns="" xmlns:a16="http://schemas.microsoft.com/office/drawing/2014/main" id="{7C6C53C6-9A1A-475F-BBEE-5ABEF4AA68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83" y="0"/>
                  <a:ext cx="95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6274" name="Group 52">
                <a:extLst>
                  <a:ext uri="{FF2B5EF4-FFF2-40B4-BE49-F238E27FC236}">
                    <a16:creationId xmlns="" xmlns:a16="http://schemas.microsoft.com/office/drawing/2014/main" id="{D68FE97E-0135-4897-BA1B-96182AD38D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33" y="0"/>
                <a:ext cx="950" cy="518"/>
                <a:chOff x="2533" y="0"/>
                <a:chExt cx="950" cy="518"/>
              </a:xfrm>
            </p:grpSpPr>
            <p:sp>
              <p:nvSpPr>
                <p:cNvPr id="96359" name="Rectangle 16">
                  <a:extLst>
                    <a:ext uri="{FF2B5EF4-FFF2-40B4-BE49-F238E27FC236}">
                      <a16:creationId xmlns="" xmlns:a16="http://schemas.microsoft.com/office/drawing/2014/main" id="{47EA29F2-47B5-413B-9F6A-46C5053530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76" y="0"/>
                  <a:ext cx="864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 b="1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Optimized Delayed Branch</a:t>
                  </a:r>
                  <a:endParaRPr kumimoji="0" lang="en-US" altLang="zh-CN" sz="1600">
                    <a:latin typeface="Times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360" name="Rectangle 51">
                  <a:extLst>
                    <a:ext uri="{FF2B5EF4-FFF2-40B4-BE49-F238E27FC236}">
                      <a16:creationId xmlns="" xmlns:a16="http://schemas.microsoft.com/office/drawing/2014/main" id="{CD854AD9-3AAA-419C-A441-7F80C4A15F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33" y="0"/>
                  <a:ext cx="95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6275" name="Group 54">
                <a:extLst>
                  <a:ext uri="{FF2B5EF4-FFF2-40B4-BE49-F238E27FC236}">
                    <a16:creationId xmlns="" xmlns:a16="http://schemas.microsoft.com/office/drawing/2014/main" id="{DE493937-D3B8-4242-8C3A-43992AC44F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518"/>
                <a:ext cx="633" cy="403"/>
                <a:chOff x="0" y="518"/>
                <a:chExt cx="633" cy="403"/>
              </a:xfrm>
            </p:grpSpPr>
            <p:sp>
              <p:nvSpPr>
                <p:cNvPr id="96357" name="Rectangle 17">
                  <a:extLst>
                    <a:ext uri="{FF2B5EF4-FFF2-40B4-BE49-F238E27FC236}">
                      <a16:creationId xmlns="" xmlns:a16="http://schemas.microsoft.com/office/drawing/2014/main" id="{1469B2D7-71CF-4300-A437-575343FD28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518"/>
                  <a:ext cx="547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100</a:t>
                  </a:r>
                  <a:endParaRPr kumimoji="0" lang="en-US" altLang="zh-CN" sz="1200">
                    <a:latin typeface="Times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358" name="Rectangle 53">
                  <a:extLst>
                    <a:ext uri="{FF2B5EF4-FFF2-40B4-BE49-F238E27FC236}">
                      <a16:creationId xmlns="" xmlns:a16="http://schemas.microsoft.com/office/drawing/2014/main" id="{18189C6E-5A0A-4CF6-B1D5-BCF7F1C3D7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518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6276" name="Group 56">
                <a:extLst>
                  <a:ext uri="{FF2B5EF4-FFF2-40B4-BE49-F238E27FC236}">
                    <a16:creationId xmlns="" xmlns:a16="http://schemas.microsoft.com/office/drawing/2014/main" id="{9FA11EF2-0E84-4736-8D9E-BB909EC6DE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3" y="518"/>
                <a:ext cx="950" cy="403"/>
                <a:chOff x="633" y="518"/>
                <a:chExt cx="950" cy="403"/>
              </a:xfrm>
            </p:grpSpPr>
            <p:sp>
              <p:nvSpPr>
                <p:cNvPr id="96355" name="Rectangle 18">
                  <a:extLst>
                    <a:ext uri="{FF2B5EF4-FFF2-40B4-BE49-F238E27FC236}">
                      <a16:creationId xmlns="" xmlns:a16="http://schemas.microsoft.com/office/drawing/2014/main" id="{72844778-F6C3-4241-87FD-5CBB4BA0C3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6" y="518"/>
                  <a:ext cx="864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tabLst>
                      <a:tab pos="582613" algn="l"/>
                    </a:tabLst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tabLst>
                      <a:tab pos="582613" algn="l"/>
                    </a:tabLst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tabLst>
                      <a:tab pos="582613" algn="l"/>
                    </a:tabLst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4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LOAD	X, rA</a:t>
                  </a: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356" name="Rectangle 55">
                  <a:extLst>
                    <a:ext uri="{FF2B5EF4-FFF2-40B4-BE49-F238E27FC236}">
                      <a16:creationId xmlns="" xmlns:a16="http://schemas.microsoft.com/office/drawing/2014/main" id="{D2E411F2-4815-4B02-B9A9-CDD69357DE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3" y="518"/>
                  <a:ext cx="950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6277" name="Group 58">
                <a:extLst>
                  <a:ext uri="{FF2B5EF4-FFF2-40B4-BE49-F238E27FC236}">
                    <a16:creationId xmlns="" xmlns:a16="http://schemas.microsoft.com/office/drawing/2014/main" id="{4BA9CFE7-8928-408B-B816-538DE0DB83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83" y="518"/>
                <a:ext cx="950" cy="403"/>
                <a:chOff x="1583" y="518"/>
                <a:chExt cx="950" cy="403"/>
              </a:xfrm>
            </p:grpSpPr>
            <p:sp>
              <p:nvSpPr>
                <p:cNvPr id="96353" name="Rectangle 19">
                  <a:extLst>
                    <a:ext uri="{FF2B5EF4-FFF2-40B4-BE49-F238E27FC236}">
                      <a16:creationId xmlns="" xmlns:a16="http://schemas.microsoft.com/office/drawing/2014/main" id="{673C282A-E8BC-45DE-B872-FB534E608A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26" y="518"/>
                  <a:ext cx="864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tabLst>
                      <a:tab pos="582613" algn="l"/>
                    </a:tabLst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tabLst>
                      <a:tab pos="582613" algn="l"/>
                    </a:tabLst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tabLst>
                      <a:tab pos="582613" algn="l"/>
                    </a:tabLst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4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LOAD	X, rA</a:t>
                  </a: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354" name="Rectangle 57">
                  <a:extLst>
                    <a:ext uri="{FF2B5EF4-FFF2-40B4-BE49-F238E27FC236}">
                      <a16:creationId xmlns="" xmlns:a16="http://schemas.microsoft.com/office/drawing/2014/main" id="{A478C12D-863B-4B8D-88F3-79DB6D1A64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83" y="518"/>
                  <a:ext cx="950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6278" name="Group 60">
                <a:extLst>
                  <a:ext uri="{FF2B5EF4-FFF2-40B4-BE49-F238E27FC236}">
                    <a16:creationId xmlns="" xmlns:a16="http://schemas.microsoft.com/office/drawing/2014/main" id="{296FEFC5-0465-4835-B9D9-FC57CBED80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33" y="518"/>
                <a:ext cx="950" cy="403"/>
                <a:chOff x="2533" y="518"/>
                <a:chExt cx="950" cy="403"/>
              </a:xfrm>
            </p:grpSpPr>
            <p:sp>
              <p:nvSpPr>
                <p:cNvPr id="96351" name="Rectangle 20">
                  <a:extLst>
                    <a:ext uri="{FF2B5EF4-FFF2-40B4-BE49-F238E27FC236}">
                      <a16:creationId xmlns="" xmlns:a16="http://schemas.microsoft.com/office/drawing/2014/main" id="{33D17C3E-DBD7-4F3B-AB78-E07F45DDAC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76" y="518"/>
                  <a:ext cx="864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tabLst>
                      <a:tab pos="582613" algn="l"/>
                    </a:tabLst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tabLst>
                      <a:tab pos="582613" algn="l"/>
                    </a:tabLst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tabLst>
                      <a:tab pos="582613" algn="l"/>
                    </a:tabLst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4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LOAD	X, rA</a:t>
                  </a: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352" name="Rectangle 59">
                  <a:extLst>
                    <a:ext uri="{FF2B5EF4-FFF2-40B4-BE49-F238E27FC236}">
                      <a16:creationId xmlns="" xmlns:a16="http://schemas.microsoft.com/office/drawing/2014/main" id="{0CAF2599-6089-40EF-80B9-630353E718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33" y="518"/>
                  <a:ext cx="950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6279" name="Group 62">
                <a:extLst>
                  <a:ext uri="{FF2B5EF4-FFF2-40B4-BE49-F238E27FC236}">
                    <a16:creationId xmlns="" xmlns:a16="http://schemas.microsoft.com/office/drawing/2014/main" id="{D1D859B3-F54C-40EC-9DD0-D0AC4EC310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921"/>
                <a:ext cx="633" cy="403"/>
                <a:chOff x="0" y="921"/>
                <a:chExt cx="633" cy="403"/>
              </a:xfrm>
            </p:grpSpPr>
            <p:sp>
              <p:nvSpPr>
                <p:cNvPr id="96349" name="Rectangle 21">
                  <a:extLst>
                    <a:ext uri="{FF2B5EF4-FFF2-40B4-BE49-F238E27FC236}">
                      <a16:creationId xmlns="" xmlns:a16="http://schemas.microsoft.com/office/drawing/2014/main" id="{BA0289FD-F687-4179-B9A6-0EF6EB44B1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921"/>
                  <a:ext cx="547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101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350" name="Rectangle 61">
                  <a:extLst>
                    <a:ext uri="{FF2B5EF4-FFF2-40B4-BE49-F238E27FC236}">
                      <a16:creationId xmlns="" xmlns:a16="http://schemas.microsoft.com/office/drawing/2014/main" id="{52C26290-9674-4D4D-9FF4-FA358A2710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921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6280" name="Group 64">
                <a:extLst>
                  <a:ext uri="{FF2B5EF4-FFF2-40B4-BE49-F238E27FC236}">
                    <a16:creationId xmlns="" xmlns:a16="http://schemas.microsoft.com/office/drawing/2014/main" id="{4A199CBB-A0B7-4975-9AFE-DCC3DB6C90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3" y="921"/>
                <a:ext cx="950" cy="403"/>
                <a:chOff x="633" y="921"/>
                <a:chExt cx="950" cy="403"/>
              </a:xfrm>
            </p:grpSpPr>
            <p:sp>
              <p:nvSpPr>
                <p:cNvPr id="96347" name="Rectangle 22">
                  <a:extLst>
                    <a:ext uri="{FF2B5EF4-FFF2-40B4-BE49-F238E27FC236}">
                      <a16:creationId xmlns="" xmlns:a16="http://schemas.microsoft.com/office/drawing/2014/main" id="{304046AE-EDE6-4313-8A0F-EB0F61DA06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6" y="921"/>
                  <a:ext cx="864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tabLst>
                      <a:tab pos="582613" algn="l"/>
                    </a:tabLst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tabLst>
                      <a:tab pos="582613" algn="l"/>
                    </a:tabLst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tabLst>
                      <a:tab pos="582613" algn="l"/>
                    </a:tabLst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4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ADD	1, rA</a:t>
                  </a: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348" name="Rectangle 63">
                  <a:extLst>
                    <a:ext uri="{FF2B5EF4-FFF2-40B4-BE49-F238E27FC236}">
                      <a16:creationId xmlns="" xmlns:a16="http://schemas.microsoft.com/office/drawing/2014/main" id="{A1A63321-268D-4F36-8196-738D83787B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3" y="921"/>
                  <a:ext cx="950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6281" name="Group 66">
                <a:extLst>
                  <a:ext uri="{FF2B5EF4-FFF2-40B4-BE49-F238E27FC236}">
                    <a16:creationId xmlns="" xmlns:a16="http://schemas.microsoft.com/office/drawing/2014/main" id="{2F79A29E-71D5-4B90-ABE1-2D1D434C70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83" y="921"/>
                <a:ext cx="950" cy="403"/>
                <a:chOff x="1583" y="921"/>
                <a:chExt cx="950" cy="403"/>
              </a:xfrm>
            </p:grpSpPr>
            <p:sp>
              <p:nvSpPr>
                <p:cNvPr id="96345" name="Rectangle 23">
                  <a:extLst>
                    <a:ext uri="{FF2B5EF4-FFF2-40B4-BE49-F238E27FC236}">
                      <a16:creationId xmlns="" xmlns:a16="http://schemas.microsoft.com/office/drawing/2014/main" id="{D171A6ED-67E5-4F71-BB18-9C5BCE5634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26" y="921"/>
                  <a:ext cx="864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tabLst>
                      <a:tab pos="582613" algn="l"/>
                    </a:tabLst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tabLst>
                      <a:tab pos="582613" algn="l"/>
                    </a:tabLst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tabLst>
                      <a:tab pos="582613" algn="l"/>
                    </a:tabLst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4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ADD	1, rA</a:t>
                  </a: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346" name="Rectangle 65">
                  <a:extLst>
                    <a:ext uri="{FF2B5EF4-FFF2-40B4-BE49-F238E27FC236}">
                      <a16:creationId xmlns="" xmlns:a16="http://schemas.microsoft.com/office/drawing/2014/main" id="{B5405311-04E2-4F55-8116-BA53F11B59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83" y="921"/>
                  <a:ext cx="950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6282" name="Group 68">
                <a:extLst>
                  <a:ext uri="{FF2B5EF4-FFF2-40B4-BE49-F238E27FC236}">
                    <a16:creationId xmlns="" xmlns:a16="http://schemas.microsoft.com/office/drawing/2014/main" id="{0382A9D8-863B-43BF-81AC-82CFE1AFEC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33" y="921"/>
                <a:ext cx="950" cy="403"/>
                <a:chOff x="2533" y="921"/>
                <a:chExt cx="950" cy="403"/>
              </a:xfrm>
            </p:grpSpPr>
            <p:sp>
              <p:nvSpPr>
                <p:cNvPr id="96343" name="Rectangle 24">
                  <a:extLst>
                    <a:ext uri="{FF2B5EF4-FFF2-40B4-BE49-F238E27FC236}">
                      <a16:creationId xmlns="" xmlns:a16="http://schemas.microsoft.com/office/drawing/2014/main" id="{A84DADE0-C4D0-46E6-9144-C073A07260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76" y="921"/>
                  <a:ext cx="864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tabLst>
                      <a:tab pos="582613" algn="l"/>
                    </a:tabLst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tabLst>
                      <a:tab pos="582613" algn="l"/>
                    </a:tabLst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tabLst>
                      <a:tab pos="582613" algn="l"/>
                    </a:tabLst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4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JUMP	</a:t>
                  </a:r>
                  <a:r>
                    <a:rPr kumimoji="0" lang="en-US" altLang="zh-CN" sz="1400" b="1">
                      <a:solidFill>
                        <a:srgbClr val="0070C0"/>
                      </a:solidFill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105</a:t>
                  </a: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344" name="Rectangle 67">
                  <a:extLst>
                    <a:ext uri="{FF2B5EF4-FFF2-40B4-BE49-F238E27FC236}">
                      <a16:creationId xmlns="" xmlns:a16="http://schemas.microsoft.com/office/drawing/2014/main" id="{04376609-0899-429D-A087-BC7A9C19F2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33" y="921"/>
                  <a:ext cx="950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6283" name="Group 70">
                <a:extLst>
                  <a:ext uri="{FF2B5EF4-FFF2-40B4-BE49-F238E27FC236}">
                    <a16:creationId xmlns="" xmlns:a16="http://schemas.microsoft.com/office/drawing/2014/main" id="{BC9C1072-41D8-41FC-9D6C-4A855A01B4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324"/>
                <a:ext cx="633" cy="403"/>
                <a:chOff x="0" y="1324"/>
                <a:chExt cx="633" cy="403"/>
              </a:xfrm>
            </p:grpSpPr>
            <p:sp>
              <p:nvSpPr>
                <p:cNvPr id="96341" name="Rectangle 25">
                  <a:extLst>
                    <a:ext uri="{FF2B5EF4-FFF2-40B4-BE49-F238E27FC236}">
                      <a16:creationId xmlns="" xmlns:a16="http://schemas.microsoft.com/office/drawing/2014/main" id="{B8563062-1B5C-4C59-9D31-C6AA1F9EDD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324"/>
                  <a:ext cx="547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102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342" name="Rectangle 69">
                  <a:extLst>
                    <a:ext uri="{FF2B5EF4-FFF2-40B4-BE49-F238E27FC236}">
                      <a16:creationId xmlns="" xmlns:a16="http://schemas.microsoft.com/office/drawing/2014/main" id="{E81EC120-7486-4BE3-A840-48D7DF53C4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324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6284" name="Group 72">
                <a:extLst>
                  <a:ext uri="{FF2B5EF4-FFF2-40B4-BE49-F238E27FC236}">
                    <a16:creationId xmlns="" xmlns:a16="http://schemas.microsoft.com/office/drawing/2014/main" id="{0507167A-6A67-486F-A767-AC6B131D46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3" y="1324"/>
                <a:ext cx="950" cy="403"/>
                <a:chOff x="633" y="1324"/>
                <a:chExt cx="950" cy="403"/>
              </a:xfrm>
            </p:grpSpPr>
            <p:sp>
              <p:nvSpPr>
                <p:cNvPr id="96339" name="Rectangle 26">
                  <a:extLst>
                    <a:ext uri="{FF2B5EF4-FFF2-40B4-BE49-F238E27FC236}">
                      <a16:creationId xmlns="" xmlns:a16="http://schemas.microsoft.com/office/drawing/2014/main" id="{D2B81F9A-5463-4C3B-AF01-5C42300BD4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6" y="1324"/>
                  <a:ext cx="864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tabLst>
                      <a:tab pos="582613" algn="l"/>
                    </a:tabLst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tabLst>
                      <a:tab pos="582613" algn="l"/>
                    </a:tabLst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tabLst>
                      <a:tab pos="582613" algn="l"/>
                    </a:tabLst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4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JUMP	</a:t>
                  </a:r>
                  <a:r>
                    <a:rPr kumimoji="0" lang="en-US" altLang="zh-CN" sz="1400" b="1">
                      <a:solidFill>
                        <a:srgbClr val="0070C0"/>
                      </a:solidFill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105</a:t>
                  </a: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340" name="Rectangle 71">
                  <a:extLst>
                    <a:ext uri="{FF2B5EF4-FFF2-40B4-BE49-F238E27FC236}">
                      <a16:creationId xmlns="" xmlns:a16="http://schemas.microsoft.com/office/drawing/2014/main" id="{6A3B8A44-A9B5-4A96-91F1-C306EF897A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3" y="1324"/>
                  <a:ext cx="950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6285" name="Group 74">
                <a:extLst>
                  <a:ext uri="{FF2B5EF4-FFF2-40B4-BE49-F238E27FC236}">
                    <a16:creationId xmlns="" xmlns:a16="http://schemas.microsoft.com/office/drawing/2014/main" id="{DC1B3263-EC51-44A1-B313-0A4C764F43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83" y="1324"/>
                <a:ext cx="950" cy="403"/>
                <a:chOff x="1583" y="1324"/>
                <a:chExt cx="950" cy="403"/>
              </a:xfrm>
            </p:grpSpPr>
            <p:sp>
              <p:nvSpPr>
                <p:cNvPr id="96337" name="Rectangle 27">
                  <a:extLst>
                    <a:ext uri="{FF2B5EF4-FFF2-40B4-BE49-F238E27FC236}">
                      <a16:creationId xmlns="" xmlns:a16="http://schemas.microsoft.com/office/drawing/2014/main" id="{AD1F6A35-C775-469B-BA5C-AA04121E56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26" y="1324"/>
                  <a:ext cx="864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tabLst>
                      <a:tab pos="582613" algn="l"/>
                    </a:tabLst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tabLst>
                      <a:tab pos="582613" algn="l"/>
                    </a:tabLst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tabLst>
                      <a:tab pos="582613" algn="l"/>
                    </a:tabLst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4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JUMP	</a:t>
                  </a:r>
                  <a:r>
                    <a:rPr kumimoji="0" lang="en-US" altLang="zh-CN" sz="1400" b="1">
                      <a:solidFill>
                        <a:srgbClr val="0070C0"/>
                      </a:solidFill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106</a:t>
                  </a: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338" name="Rectangle 73">
                  <a:extLst>
                    <a:ext uri="{FF2B5EF4-FFF2-40B4-BE49-F238E27FC236}">
                      <a16:creationId xmlns="" xmlns:a16="http://schemas.microsoft.com/office/drawing/2014/main" id="{45746E5C-643C-4EB3-A2F6-B08FAED297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83" y="1324"/>
                  <a:ext cx="950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6286" name="Group 76">
                <a:extLst>
                  <a:ext uri="{FF2B5EF4-FFF2-40B4-BE49-F238E27FC236}">
                    <a16:creationId xmlns="" xmlns:a16="http://schemas.microsoft.com/office/drawing/2014/main" id="{B564BDE6-9353-4557-A589-379FC36A2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33" y="1324"/>
                <a:ext cx="950" cy="403"/>
                <a:chOff x="2533" y="1324"/>
                <a:chExt cx="950" cy="403"/>
              </a:xfrm>
            </p:grpSpPr>
            <p:sp>
              <p:nvSpPr>
                <p:cNvPr id="96335" name="Rectangle 28">
                  <a:extLst>
                    <a:ext uri="{FF2B5EF4-FFF2-40B4-BE49-F238E27FC236}">
                      <a16:creationId xmlns="" xmlns:a16="http://schemas.microsoft.com/office/drawing/2014/main" id="{92E44193-B6BC-4E39-B7A1-9E46C52B23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76" y="1324"/>
                  <a:ext cx="864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tabLst>
                      <a:tab pos="582613" algn="l"/>
                    </a:tabLst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tabLst>
                      <a:tab pos="582613" algn="l"/>
                    </a:tabLst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tabLst>
                      <a:tab pos="582613" algn="l"/>
                    </a:tabLst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4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ADD	1, rA</a:t>
                  </a: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336" name="Rectangle 75">
                  <a:extLst>
                    <a:ext uri="{FF2B5EF4-FFF2-40B4-BE49-F238E27FC236}">
                      <a16:creationId xmlns="" xmlns:a16="http://schemas.microsoft.com/office/drawing/2014/main" id="{DE950567-C4D5-4FC6-8D59-4A5F28B357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33" y="1324"/>
                  <a:ext cx="950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6287" name="Group 78">
                <a:extLst>
                  <a:ext uri="{FF2B5EF4-FFF2-40B4-BE49-F238E27FC236}">
                    <a16:creationId xmlns="" xmlns:a16="http://schemas.microsoft.com/office/drawing/2014/main" id="{891FB3F4-1B81-4BA9-BD82-913ADC4561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727"/>
                <a:ext cx="633" cy="403"/>
                <a:chOff x="0" y="1727"/>
                <a:chExt cx="633" cy="403"/>
              </a:xfrm>
            </p:grpSpPr>
            <p:sp>
              <p:nvSpPr>
                <p:cNvPr id="96333" name="Rectangle 29">
                  <a:extLst>
                    <a:ext uri="{FF2B5EF4-FFF2-40B4-BE49-F238E27FC236}">
                      <a16:creationId xmlns="" xmlns:a16="http://schemas.microsoft.com/office/drawing/2014/main" id="{8D768BAE-E459-415F-9A71-B99C571BE0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727"/>
                  <a:ext cx="547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8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103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334" name="Rectangle 77">
                  <a:extLst>
                    <a:ext uri="{FF2B5EF4-FFF2-40B4-BE49-F238E27FC236}">
                      <a16:creationId xmlns="" xmlns:a16="http://schemas.microsoft.com/office/drawing/2014/main" id="{CC8ED574-8898-4203-8C32-1D689B34F7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727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6288" name="Group 80">
                <a:extLst>
                  <a:ext uri="{FF2B5EF4-FFF2-40B4-BE49-F238E27FC236}">
                    <a16:creationId xmlns="" xmlns:a16="http://schemas.microsoft.com/office/drawing/2014/main" id="{65B1A138-398A-43CA-8A77-60BCC9B4F9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3" y="1727"/>
                <a:ext cx="950" cy="403"/>
                <a:chOff x="633" y="1727"/>
                <a:chExt cx="950" cy="403"/>
              </a:xfrm>
            </p:grpSpPr>
            <p:sp>
              <p:nvSpPr>
                <p:cNvPr id="96331" name="Rectangle 30">
                  <a:extLst>
                    <a:ext uri="{FF2B5EF4-FFF2-40B4-BE49-F238E27FC236}">
                      <a16:creationId xmlns="" xmlns:a16="http://schemas.microsoft.com/office/drawing/2014/main" id="{6DBA7CD8-9F68-43AA-BDFD-C704EAD514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6" y="1727"/>
                  <a:ext cx="864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tabLst>
                      <a:tab pos="582613" algn="l"/>
                    </a:tabLst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tabLst>
                      <a:tab pos="582613" algn="l"/>
                    </a:tabLst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tabLst>
                      <a:tab pos="582613" algn="l"/>
                    </a:tabLst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4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ADD	rA, rB</a:t>
                  </a: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332" name="Rectangle 79">
                  <a:extLst>
                    <a:ext uri="{FF2B5EF4-FFF2-40B4-BE49-F238E27FC236}">
                      <a16:creationId xmlns="" xmlns:a16="http://schemas.microsoft.com/office/drawing/2014/main" id="{99B7AC6A-A53C-4840-9E82-CFB96633BE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3" y="1727"/>
                  <a:ext cx="950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6289" name="Group 82">
                <a:extLst>
                  <a:ext uri="{FF2B5EF4-FFF2-40B4-BE49-F238E27FC236}">
                    <a16:creationId xmlns="" xmlns:a16="http://schemas.microsoft.com/office/drawing/2014/main" id="{47875E40-512B-47A9-BC70-73501BFCCD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83" y="1727"/>
                <a:ext cx="950" cy="403"/>
                <a:chOff x="1583" y="1727"/>
                <a:chExt cx="950" cy="403"/>
              </a:xfrm>
            </p:grpSpPr>
            <p:sp>
              <p:nvSpPr>
                <p:cNvPr id="96329" name="Rectangle 31">
                  <a:extLst>
                    <a:ext uri="{FF2B5EF4-FFF2-40B4-BE49-F238E27FC236}">
                      <a16:creationId xmlns="" xmlns:a16="http://schemas.microsoft.com/office/drawing/2014/main" id="{A1C53803-26BF-432C-947A-B4B9F24B1E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26" y="1727"/>
                  <a:ext cx="864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tabLst>
                      <a:tab pos="582613" algn="l"/>
                    </a:tabLst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tabLst>
                      <a:tab pos="582613" algn="l"/>
                    </a:tabLst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tabLst>
                      <a:tab pos="582613" algn="l"/>
                    </a:tabLst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400" b="1">
                      <a:solidFill>
                        <a:srgbClr val="0070C0"/>
                      </a:solidFill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NOOP</a:t>
                  </a:r>
                  <a:r>
                    <a:rPr kumimoji="0" lang="en-US" altLang="zh-CN" sz="1400">
                      <a:solidFill>
                        <a:srgbClr val="0070C0"/>
                      </a:solidFill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	</a:t>
                  </a: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330" name="Rectangle 81">
                  <a:extLst>
                    <a:ext uri="{FF2B5EF4-FFF2-40B4-BE49-F238E27FC236}">
                      <a16:creationId xmlns="" xmlns:a16="http://schemas.microsoft.com/office/drawing/2014/main" id="{7CAFEB07-07CB-47C0-8F76-A4BD09E6A7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83" y="1727"/>
                  <a:ext cx="950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6290" name="Group 84">
                <a:extLst>
                  <a:ext uri="{FF2B5EF4-FFF2-40B4-BE49-F238E27FC236}">
                    <a16:creationId xmlns="" xmlns:a16="http://schemas.microsoft.com/office/drawing/2014/main" id="{7C03DCB3-29D1-4ED7-93F1-9B3A86D497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33" y="1727"/>
                <a:ext cx="950" cy="403"/>
                <a:chOff x="2533" y="1727"/>
                <a:chExt cx="950" cy="403"/>
              </a:xfrm>
            </p:grpSpPr>
            <p:sp>
              <p:nvSpPr>
                <p:cNvPr id="96327" name="Rectangle 32">
                  <a:extLst>
                    <a:ext uri="{FF2B5EF4-FFF2-40B4-BE49-F238E27FC236}">
                      <a16:creationId xmlns="" xmlns:a16="http://schemas.microsoft.com/office/drawing/2014/main" id="{6489DAC7-8735-48D6-B735-F243EAFFD9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76" y="1727"/>
                  <a:ext cx="864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tabLst>
                      <a:tab pos="582613" algn="l"/>
                    </a:tabLst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tabLst>
                      <a:tab pos="582613" algn="l"/>
                    </a:tabLst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tabLst>
                      <a:tab pos="582613" algn="l"/>
                    </a:tabLst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4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ADD	rA, rB</a:t>
                  </a: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328" name="Rectangle 83">
                  <a:extLst>
                    <a:ext uri="{FF2B5EF4-FFF2-40B4-BE49-F238E27FC236}">
                      <a16:creationId xmlns="" xmlns:a16="http://schemas.microsoft.com/office/drawing/2014/main" id="{376BEBFB-C6DF-46E9-AFB2-F83A843267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33" y="1727"/>
                  <a:ext cx="950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6291" name="Group 86">
                <a:extLst>
                  <a:ext uri="{FF2B5EF4-FFF2-40B4-BE49-F238E27FC236}">
                    <a16:creationId xmlns="" xmlns:a16="http://schemas.microsoft.com/office/drawing/2014/main" id="{1AE72BF8-409B-4CE4-960E-9915AC7F46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130"/>
                <a:ext cx="633" cy="403"/>
                <a:chOff x="0" y="2130"/>
                <a:chExt cx="633" cy="403"/>
              </a:xfrm>
            </p:grpSpPr>
            <p:sp>
              <p:nvSpPr>
                <p:cNvPr id="96325" name="Rectangle 33">
                  <a:extLst>
                    <a:ext uri="{FF2B5EF4-FFF2-40B4-BE49-F238E27FC236}">
                      <a16:creationId xmlns="" xmlns:a16="http://schemas.microsoft.com/office/drawing/2014/main" id="{BBA20BD0-87C3-472C-BFCA-46BEF2E92C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2130"/>
                  <a:ext cx="547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104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326" name="Rectangle 85">
                  <a:extLst>
                    <a:ext uri="{FF2B5EF4-FFF2-40B4-BE49-F238E27FC236}">
                      <a16:creationId xmlns="" xmlns:a16="http://schemas.microsoft.com/office/drawing/2014/main" id="{7DD416CD-5F94-461F-A08A-D4A826BBD1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130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6292" name="Group 88">
                <a:extLst>
                  <a:ext uri="{FF2B5EF4-FFF2-40B4-BE49-F238E27FC236}">
                    <a16:creationId xmlns="" xmlns:a16="http://schemas.microsoft.com/office/drawing/2014/main" id="{090B36E3-86E9-457F-ADD6-1EBB438D3A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3" y="2130"/>
                <a:ext cx="950" cy="403"/>
                <a:chOff x="633" y="2130"/>
                <a:chExt cx="950" cy="403"/>
              </a:xfrm>
            </p:grpSpPr>
            <p:sp>
              <p:nvSpPr>
                <p:cNvPr id="96323" name="Rectangle 34">
                  <a:extLst>
                    <a:ext uri="{FF2B5EF4-FFF2-40B4-BE49-F238E27FC236}">
                      <a16:creationId xmlns="" xmlns:a16="http://schemas.microsoft.com/office/drawing/2014/main" id="{8086C91B-8D27-4257-B3CB-8844ED3396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6" y="2130"/>
                  <a:ext cx="864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tabLst>
                      <a:tab pos="582613" algn="l"/>
                    </a:tabLst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tabLst>
                      <a:tab pos="582613" algn="l"/>
                    </a:tabLst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tabLst>
                      <a:tab pos="582613" algn="l"/>
                    </a:tabLst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4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SUB	rC, rB</a:t>
                  </a: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324" name="Rectangle 87">
                  <a:extLst>
                    <a:ext uri="{FF2B5EF4-FFF2-40B4-BE49-F238E27FC236}">
                      <a16:creationId xmlns="" xmlns:a16="http://schemas.microsoft.com/office/drawing/2014/main" id="{F9ADD2E0-61D8-4784-8774-0DFA9C1825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3" y="2130"/>
                  <a:ext cx="950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6293" name="Group 90">
                <a:extLst>
                  <a:ext uri="{FF2B5EF4-FFF2-40B4-BE49-F238E27FC236}">
                    <a16:creationId xmlns="" xmlns:a16="http://schemas.microsoft.com/office/drawing/2014/main" id="{FE67779F-520D-4998-BC36-C0B9EEC010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83" y="2130"/>
                <a:ext cx="950" cy="403"/>
                <a:chOff x="1583" y="2130"/>
                <a:chExt cx="950" cy="403"/>
              </a:xfrm>
            </p:grpSpPr>
            <p:sp>
              <p:nvSpPr>
                <p:cNvPr id="96321" name="Rectangle 35">
                  <a:extLst>
                    <a:ext uri="{FF2B5EF4-FFF2-40B4-BE49-F238E27FC236}">
                      <a16:creationId xmlns="" xmlns:a16="http://schemas.microsoft.com/office/drawing/2014/main" id="{3F2B9147-FBD8-4562-B16F-FC1919415A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26" y="2130"/>
                  <a:ext cx="864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tabLst>
                      <a:tab pos="582613" algn="l"/>
                    </a:tabLst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tabLst>
                      <a:tab pos="582613" algn="l"/>
                    </a:tabLst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tabLst>
                      <a:tab pos="582613" algn="l"/>
                    </a:tabLst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4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ADD	rA, rB</a:t>
                  </a: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322" name="Rectangle 89">
                  <a:extLst>
                    <a:ext uri="{FF2B5EF4-FFF2-40B4-BE49-F238E27FC236}">
                      <a16:creationId xmlns="" xmlns:a16="http://schemas.microsoft.com/office/drawing/2014/main" id="{60026245-3B72-4EAC-9121-0FCF1D048E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83" y="2130"/>
                  <a:ext cx="950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6294" name="Group 92">
                <a:extLst>
                  <a:ext uri="{FF2B5EF4-FFF2-40B4-BE49-F238E27FC236}">
                    <a16:creationId xmlns="" xmlns:a16="http://schemas.microsoft.com/office/drawing/2014/main" id="{D21B9401-FD69-40E5-B571-F3D752C7F1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33" y="2130"/>
                <a:ext cx="950" cy="403"/>
                <a:chOff x="2533" y="2130"/>
                <a:chExt cx="950" cy="403"/>
              </a:xfrm>
            </p:grpSpPr>
            <p:sp>
              <p:nvSpPr>
                <p:cNvPr id="96319" name="Rectangle 36">
                  <a:extLst>
                    <a:ext uri="{FF2B5EF4-FFF2-40B4-BE49-F238E27FC236}">
                      <a16:creationId xmlns="" xmlns:a16="http://schemas.microsoft.com/office/drawing/2014/main" id="{79C1ACD3-483E-4CF9-B245-97433EF7E9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76" y="2130"/>
                  <a:ext cx="864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tabLst>
                      <a:tab pos="582613" algn="l"/>
                    </a:tabLst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tabLst>
                      <a:tab pos="582613" algn="l"/>
                    </a:tabLst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tabLst>
                      <a:tab pos="582613" algn="l"/>
                    </a:tabLst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4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SUB	rC, rB</a:t>
                  </a: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320" name="Rectangle 91">
                  <a:extLst>
                    <a:ext uri="{FF2B5EF4-FFF2-40B4-BE49-F238E27FC236}">
                      <a16:creationId xmlns="" xmlns:a16="http://schemas.microsoft.com/office/drawing/2014/main" id="{80164723-C6EB-407B-BF73-05C08C278B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33" y="2130"/>
                  <a:ext cx="950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6295" name="Group 94">
                <a:extLst>
                  <a:ext uri="{FF2B5EF4-FFF2-40B4-BE49-F238E27FC236}">
                    <a16:creationId xmlns="" xmlns:a16="http://schemas.microsoft.com/office/drawing/2014/main" id="{C21C6B2F-EC94-43BA-B5B5-DCC3135C28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533"/>
                <a:ext cx="633" cy="403"/>
                <a:chOff x="0" y="2533"/>
                <a:chExt cx="633" cy="403"/>
              </a:xfrm>
            </p:grpSpPr>
            <p:sp>
              <p:nvSpPr>
                <p:cNvPr id="96317" name="Rectangle 37">
                  <a:extLst>
                    <a:ext uri="{FF2B5EF4-FFF2-40B4-BE49-F238E27FC236}">
                      <a16:creationId xmlns="" xmlns:a16="http://schemas.microsoft.com/office/drawing/2014/main" id="{16F77887-5206-4A9C-911B-C68E2D146D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2533"/>
                  <a:ext cx="547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105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318" name="Rectangle 93">
                  <a:extLst>
                    <a:ext uri="{FF2B5EF4-FFF2-40B4-BE49-F238E27FC236}">
                      <a16:creationId xmlns="" xmlns:a16="http://schemas.microsoft.com/office/drawing/2014/main" id="{147767F2-2F8B-4A15-8AA7-8C23ED1D8B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533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6296" name="Group 96">
                <a:extLst>
                  <a:ext uri="{FF2B5EF4-FFF2-40B4-BE49-F238E27FC236}">
                    <a16:creationId xmlns="" xmlns:a16="http://schemas.microsoft.com/office/drawing/2014/main" id="{62C56CD5-A01F-4770-B70B-F349DE46AD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3" y="2533"/>
                <a:ext cx="950" cy="403"/>
                <a:chOff x="633" y="2533"/>
                <a:chExt cx="950" cy="403"/>
              </a:xfrm>
            </p:grpSpPr>
            <p:sp>
              <p:nvSpPr>
                <p:cNvPr id="96315" name="Rectangle 38">
                  <a:extLst>
                    <a:ext uri="{FF2B5EF4-FFF2-40B4-BE49-F238E27FC236}">
                      <a16:creationId xmlns="" xmlns:a16="http://schemas.microsoft.com/office/drawing/2014/main" id="{854C222B-C176-4D82-83AD-3E0843EA2D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6" y="2533"/>
                  <a:ext cx="864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tabLst>
                      <a:tab pos="582613" algn="l"/>
                    </a:tabLst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tabLst>
                      <a:tab pos="582613" algn="l"/>
                    </a:tabLst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tabLst>
                      <a:tab pos="582613" algn="l"/>
                    </a:tabLst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4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STORE	 rA, Z	</a:t>
                  </a: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316" name="Rectangle 95">
                  <a:extLst>
                    <a:ext uri="{FF2B5EF4-FFF2-40B4-BE49-F238E27FC236}">
                      <a16:creationId xmlns="" xmlns:a16="http://schemas.microsoft.com/office/drawing/2014/main" id="{BBFA08A8-59AE-4528-AF4E-A1922EFEFB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3" y="2533"/>
                  <a:ext cx="950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6297" name="Group 98">
                <a:extLst>
                  <a:ext uri="{FF2B5EF4-FFF2-40B4-BE49-F238E27FC236}">
                    <a16:creationId xmlns="" xmlns:a16="http://schemas.microsoft.com/office/drawing/2014/main" id="{0D63ED37-CBDB-421B-85E3-90CEE899FA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83" y="2533"/>
                <a:ext cx="950" cy="403"/>
                <a:chOff x="1583" y="2533"/>
                <a:chExt cx="950" cy="403"/>
              </a:xfrm>
            </p:grpSpPr>
            <p:sp>
              <p:nvSpPr>
                <p:cNvPr id="96313" name="Rectangle 39">
                  <a:extLst>
                    <a:ext uri="{FF2B5EF4-FFF2-40B4-BE49-F238E27FC236}">
                      <a16:creationId xmlns="" xmlns:a16="http://schemas.microsoft.com/office/drawing/2014/main" id="{9141C9D6-E76D-4790-8FDA-FB63706E8D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26" y="2533"/>
                  <a:ext cx="864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tabLst>
                      <a:tab pos="582613" algn="l"/>
                    </a:tabLst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tabLst>
                      <a:tab pos="582613" algn="l"/>
                    </a:tabLst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tabLst>
                      <a:tab pos="582613" algn="l"/>
                    </a:tabLst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4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SUB	rC, rB</a:t>
                  </a: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314" name="Rectangle 97">
                  <a:extLst>
                    <a:ext uri="{FF2B5EF4-FFF2-40B4-BE49-F238E27FC236}">
                      <a16:creationId xmlns="" xmlns:a16="http://schemas.microsoft.com/office/drawing/2014/main" id="{40C5239D-AB35-4BBB-926C-72B8D688FB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83" y="2533"/>
                  <a:ext cx="950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6298" name="Group 100">
                <a:extLst>
                  <a:ext uri="{FF2B5EF4-FFF2-40B4-BE49-F238E27FC236}">
                    <a16:creationId xmlns="" xmlns:a16="http://schemas.microsoft.com/office/drawing/2014/main" id="{7F78F284-19F6-4EDC-AB8B-00C04C7340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33" y="2533"/>
                <a:ext cx="950" cy="403"/>
                <a:chOff x="2533" y="2533"/>
                <a:chExt cx="950" cy="403"/>
              </a:xfrm>
            </p:grpSpPr>
            <p:sp>
              <p:nvSpPr>
                <p:cNvPr id="96311" name="Rectangle 40">
                  <a:extLst>
                    <a:ext uri="{FF2B5EF4-FFF2-40B4-BE49-F238E27FC236}">
                      <a16:creationId xmlns="" xmlns:a16="http://schemas.microsoft.com/office/drawing/2014/main" id="{F342D556-3362-4678-8295-0F05F84AAA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76" y="2533"/>
                  <a:ext cx="864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tabLst>
                      <a:tab pos="582613" algn="l"/>
                    </a:tabLst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tabLst>
                      <a:tab pos="582613" algn="l"/>
                    </a:tabLst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tabLst>
                      <a:tab pos="582613" algn="l"/>
                    </a:tabLst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4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STORE	 rA, Z	</a:t>
                  </a: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312" name="Rectangle 99">
                  <a:extLst>
                    <a:ext uri="{FF2B5EF4-FFF2-40B4-BE49-F238E27FC236}">
                      <a16:creationId xmlns="" xmlns:a16="http://schemas.microsoft.com/office/drawing/2014/main" id="{062E7E2F-1254-4855-B037-12F7655843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33" y="2533"/>
                  <a:ext cx="950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6299" name="Group 102">
                <a:extLst>
                  <a:ext uri="{FF2B5EF4-FFF2-40B4-BE49-F238E27FC236}">
                    <a16:creationId xmlns="" xmlns:a16="http://schemas.microsoft.com/office/drawing/2014/main" id="{DDC56DF5-3CAE-4C7F-A680-34F3FB5891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936"/>
                <a:ext cx="633" cy="403"/>
                <a:chOff x="0" y="2936"/>
                <a:chExt cx="633" cy="403"/>
              </a:xfrm>
            </p:grpSpPr>
            <p:sp>
              <p:nvSpPr>
                <p:cNvPr id="96309" name="Rectangle 41">
                  <a:extLst>
                    <a:ext uri="{FF2B5EF4-FFF2-40B4-BE49-F238E27FC236}">
                      <a16:creationId xmlns="" xmlns:a16="http://schemas.microsoft.com/office/drawing/2014/main" id="{F15C8F29-77B6-450A-96E8-A6E0A56A73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2936"/>
                  <a:ext cx="547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106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310" name="Rectangle 101">
                  <a:extLst>
                    <a:ext uri="{FF2B5EF4-FFF2-40B4-BE49-F238E27FC236}">
                      <a16:creationId xmlns="" xmlns:a16="http://schemas.microsoft.com/office/drawing/2014/main" id="{C3859A7E-BB1B-4337-8FCE-95B83221D1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936"/>
                  <a:ext cx="63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6300" name="Group 104">
                <a:extLst>
                  <a:ext uri="{FF2B5EF4-FFF2-40B4-BE49-F238E27FC236}">
                    <a16:creationId xmlns="" xmlns:a16="http://schemas.microsoft.com/office/drawing/2014/main" id="{3DFCA6E2-B4A9-4921-AB62-0BA7E5B6723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3" y="2936"/>
                <a:ext cx="950" cy="403"/>
                <a:chOff x="633" y="2936"/>
                <a:chExt cx="950" cy="403"/>
              </a:xfrm>
            </p:grpSpPr>
            <p:sp>
              <p:nvSpPr>
                <p:cNvPr id="96307" name="Rectangle 42">
                  <a:extLst>
                    <a:ext uri="{FF2B5EF4-FFF2-40B4-BE49-F238E27FC236}">
                      <a16:creationId xmlns="" xmlns:a16="http://schemas.microsoft.com/office/drawing/2014/main" id="{A3939806-4859-4E95-8D33-4641187B79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6" y="2936"/>
                  <a:ext cx="864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tabLst>
                      <a:tab pos="582613" algn="l"/>
                    </a:tabLst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tabLst>
                      <a:tab pos="582613" algn="l"/>
                    </a:tabLst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tabLst>
                      <a:tab pos="582613" algn="l"/>
                    </a:tabLst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zh-CN" altLang="en-US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 </a:t>
                  </a: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308" name="Rectangle 103">
                  <a:extLst>
                    <a:ext uri="{FF2B5EF4-FFF2-40B4-BE49-F238E27FC236}">
                      <a16:creationId xmlns="" xmlns:a16="http://schemas.microsoft.com/office/drawing/2014/main" id="{20622B67-FAF9-4FEE-906F-DC75671E39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3" y="2936"/>
                  <a:ext cx="950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6301" name="Group 106">
                <a:extLst>
                  <a:ext uri="{FF2B5EF4-FFF2-40B4-BE49-F238E27FC236}">
                    <a16:creationId xmlns="" xmlns:a16="http://schemas.microsoft.com/office/drawing/2014/main" id="{06CB676D-7410-471D-B274-FC6DBB0DDEF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83" y="2936"/>
                <a:ext cx="950" cy="403"/>
                <a:chOff x="1583" y="2936"/>
                <a:chExt cx="950" cy="403"/>
              </a:xfrm>
            </p:grpSpPr>
            <p:sp>
              <p:nvSpPr>
                <p:cNvPr id="96305" name="Rectangle 43">
                  <a:extLst>
                    <a:ext uri="{FF2B5EF4-FFF2-40B4-BE49-F238E27FC236}">
                      <a16:creationId xmlns="" xmlns:a16="http://schemas.microsoft.com/office/drawing/2014/main" id="{2596842E-CB0E-4C06-A9BE-140D2ADDE5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26" y="2936"/>
                  <a:ext cx="864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tabLst>
                      <a:tab pos="582613" algn="l"/>
                    </a:tabLst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tabLst>
                      <a:tab pos="582613" algn="l"/>
                    </a:tabLst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tabLst>
                      <a:tab pos="582613" algn="l"/>
                    </a:tabLst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4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STORE  rA, Z	</a:t>
                  </a: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306" name="Rectangle 105">
                  <a:extLst>
                    <a:ext uri="{FF2B5EF4-FFF2-40B4-BE49-F238E27FC236}">
                      <a16:creationId xmlns="" xmlns:a16="http://schemas.microsoft.com/office/drawing/2014/main" id="{35137AE2-ADE0-4284-BE83-F7C593258D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83" y="2936"/>
                  <a:ext cx="950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6302" name="Group 108">
                <a:extLst>
                  <a:ext uri="{FF2B5EF4-FFF2-40B4-BE49-F238E27FC236}">
                    <a16:creationId xmlns="" xmlns:a16="http://schemas.microsoft.com/office/drawing/2014/main" id="{A7132D46-0977-4245-BA0C-C16F6AF043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33" y="2936"/>
                <a:ext cx="950" cy="403"/>
                <a:chOff x="2533" y="2936"/>
                <a:chExt cx="950" cy="403"/>
              </a:xfrm>
            </p:grpSpPr>
            <p:sp>
              <p:nvSpPr>
                <p:cNvPr id="96303" name="Rectangle 44">
                  <a:extLst>
                    <a:ext uri="{FF2B5EF4-FFF2-40B4-BE49-F238E27FC236}">
                      <a16:creationId xmlns="" xmlns:a16="http://schemas.microsoft.com/office/drawing/2014/main" id="{2AFA1901-A381-4494-B2BF-99E2ADFC98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76" y="2936"/>
                  <a:ext cx="864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tabLst>
                      <a:tab pos="582613" algn="l"/>
                    </a:tabLst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tabLst>
                      <a:tab pos="582613" algn="l"/>
                    </a:tabLst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tabLst>
                      <a:tab pos="582613" algn="l"/>
                    </a:tabLst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tabLst>
                      <a:tab pos="582613" algn="l"/>
                    </a:tabLst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zh-CN" altLang="en-US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 </a:t>
                  </a: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304" name="Rectangle 107">
                  <a:extLst>
                    <a:ext uri="{FF2B5EF4-FFF2-40B4-BE49-F238E27FC236}">
                      <a16:creationId xmlns="" xmlns:a16="http://schemas.microsoft.com/office/drawing/2014/main" id="{40BE088B-0157-4D8F-8DEF-3793BC7598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33" y="2936"/>
                  <a:ext cx="950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96270" name="Rectangle 110">
              <a:extLst>
                <a:ext uri="{FF2B5EF4-FFF2-40B4-BE49-F238E27FC236}">
                  <a16:creationId xmlns="" xmlns:a16="http://schemas.microsoft.com/office/drawing/2014/main" id="{47CE7F96-5B26-4444-AEB7-9D18FB18AF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" y="-3"/>
              <a:ext cx="3489" cy="3345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Char char="—"/>
                <a:defRPr kumimoji="1"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Char char="–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0000"/>
                </a:buClr>
                <a:buChar char="+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2" name="矩形 101">
            <a:extLst>
              <a:ext uri="{FF2B5EF4-FFF2-40B4-BE49-F238E27FC236}">
                <a16:creationId xmlns="" xmlns:a16="http://schemas.microsoft.com/office/drawing/2014/main" id="{71ED7B23-E614-4C83-BBF9-E08B5F9F9E6D}"/>
              </a:ext>
            </a:extLst>
          </p:cNvPr>
          <p:cNvSpPr/>
          <p:nvPr/>
        </p:nvSpPr>
        <p:spPr bwMode="auto">
          <a:xfrm>
            <a:off x="4077098" y="2862023"/>
            <a:ext cx="1444308" cy="179087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="" xmlns:a16="http://schemas.microsoft.com/office/drawing/2014/main" id="{A98EAFF1-5142-4921-8CAF-2F72EDF1C25B}"/>
              </a:ext>
            </a:extLst>
          </p:cNvPr>
          <p:cNvSpPr/>
          <p:nvPr/>
        </p:nvSpPr>
        <p:spPr bwMode="auto">
          <a:xfrm>
            <a:off x="5703229" y="2862262"/>
            <a:ext cx="1633729" cy="1274762"/>
          </a:xfrm>
          <a:prstGeom prst="rect">
            <a:avLst/>
          </a:pr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4" name="矩形 103">
            <a:extLst>
              <a:ext uri="{FF2B5EF4-FFF2-40B4-BE49-F238E27FC236}">
                <a16:creationId xmlns="" xmlns:a16="http://schemas.microsoft.com/office/drawing/2014/main" id="{4DB08570-BBCA-437A-9C56-75E1FDC38D9C}"/>
              </a:ext>
            </a:extLst>
          </p:cNvPr>
          <p:cNvSpPr/>
          <p:nvPr/>
        </p:nvSpPr>
        <p:spPr bwMode="auto">
          <a:xfrm>
            <a:off x="2398460" y="2834877"/>
            <a:ext cx="1444306" cy="1188245"/>
          </a:xfrm>
          <a:prstGeom prst="rect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06" name="图片 1">
            <a:extLst>
              <a:ext uri="{FF2B5EF4-FFF2-40B4-BE49-F238E27FC236}">
                <a16:creationId xmlns="" xmlns:a16="http://schemas.microsoft.com/office/drawing/2014/main" id="{D76B5340-F199-4359-9047-9CC162AB4E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1038" y="0"/>
            <a:ext cx="5918200" cy="672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8307" name="Rectangle 2">
            <a:extLst>
              <a:ext uri="{FF2B5EF4-FFF2-40B4-BE49-F238E27FC236}">
                <a16:creationId xmlns="" xmlns:a16="http://schemas.microsoft.com/office/drawing/2014/main" id="{ED3DE5DC-F5CD-4A2D-857A-DD4F63A18E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Use of Delayed </a:t>
            </a:r>
            <a:br>
              <a:rPr lang="en-GB" altLang="zh-CN">
                <a:ea typeface="宋体" panose="02010600030101010101" pitchFamily="2" charset="-122"/>
              </a:rPr>
            </a:br>
            <a:r>
              <a:rPr lang="en-GB" altLang="zh-CN">
                <a:ea typeface="宋体" panose="02010600030101010101" pitchFamily="2" charset="-122"/>
              </a:rPr>
              <a:t>Branch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="" xmlns:a16="http://schemas.microsoft.com/office/drawing/2014/main" id="{1C456D23-6482-447E-ACFF-F6F6F1F4B92F}"/>
              </a:ext>
            </a:extLst>
          </p:cNvPr>
          <p:cNvCxnSpPr/>
          <p:nvPr/>
        </p:nvCxnSpPr>
        <p:spPr bwMode="auto">
          <a:xfrm>
            <a:off x="4635500" y="476672"/>
            <a:ext cx="0" cy="612068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cxnSp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813FF067-5145-49C8-BE21-2F3EB27C1635}"/>
              </a:ext>
            </a:extLst>
          </p:cNvPr>
          <p:cNvSpPr/>
          <p:nvPr/>
        </p:nvSpPr>
        <p:spPr bwMode="auto">
          <a:xfrm>
            <a:off x="3284364" y="3343012"/>
            <a:ext cx="1224136" cy="59004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696B9867-DD99-475D-BED8-44F83F874528}"/>
              </a:ext>
            </a:extLst>
          </p:cNvPr>
          <p:cNvSpPr/>
          <p:nvPr/>
        </p:nvSpPr>
        <p:spPr bwMode="auto">
          <a:xfrm>
            <a:off x="3336394" y="5445224"/>
            <a:ext cx="1224136" cy="288032"/>
          </a:xfrm>
          <a:prstGeom prst="rect">
            <a:avLst/>
          </a:pr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68C727DA-215F-48ED-9497-8ADDED44DCF8}"/>
              </a:ext>
            </a:extLst>
          </p:cNvPr>
          <p:cNvSpPr/>
          <p:nvPr/>
        </p:nvSpPr>
        <p:spPr bwMode="auto">
          <a:xfrm>
            <a:off x="7262122" y="1797024"/>
            <a:ext cx="641718" cy="360040"/>
          </a:xfrm>
          <a:prstGeom prst="rect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98318" name="矩形 3">
            <a:extLst>
              <a:ext uri="{FF2B5EF4-FFF2-40B4-BE49-F238E27FC236}">
                <a16:creationId xmlns="" xmlns:a16="http://schemas.microsoft.com/office/drawing/2014/main" id="{06839191-0C87-4F0C-948C-300A6DA72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9313" y="260350"/>
            <a:ext cx="3038475" cy="369888"/>
          </a:xfrm>
          <a:prstGeom prst="rect">
            <a:avLst/>
          </a:prstGeom>
          <a:noFill/>
          <a:ln w="9525">
            <a:solidFill>
              <a:schemeClr val="tx1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pipeline must be cleared</a:t>
            </a:r>
            <a:endParaRPr kumimoji="0" lang="zh-CN" altLang="en-US" sz="18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8319" name="图片 4">
            <a:extLst>
              <a:ext uri="{FF2B5EF4-FFF2-40B4-BE49-F238E27FC236}">
                <a16:creationId xmlns="" xmlns:a16="http://schemas.microsoft.com/office/drawing/2014/main" id="{74DED273-6877-4919-8FF7-E5C7A508D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7100" y="1828800"/>
            <a:ext cx="625475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直接箭头连接符 11">
            <a:extLst>
              <a:ext uri="{FF2B5EF4-FFF2-40B4-BE49-F238E27FC236}">
                <a16:creationId xmlns="" xmlns:a16="http://schemas.microsoft.com/office/drawing/2014/main" id="{A778B7BA-7686-4758-9465-F13A1C75C7E6}"/>
              </a:ext>
            </a:extLst>
          </p:cNvPr>
          <p:cNvCxnSpPr>
            <a:cxnSpLocks/>
          </p:cNvCxnSpPr>
          <p:nvPr/>
        </p:nvCxnSpPr>
        <p:spPr bwMode="auto">
          <a:xfrm flipV="1">
            <a:off x="7589838" y="549275"/>
            <a:ext cx="6350" cy="1439863"/>
          </a:xfrm>
          <a:prstGeom prst="straightConnector1">
            <a:avLst/>
          </a:prstGeom>
          <a:ln w="19050">
            <a:prstDash val="lgDash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="" xmlns:a16="http://schemas.microsoft.com/office/drawing/2014/main" id="{FBA606E9-D98E-48F3-AAC5-8B264B214931}"/>
              </a:ext>
            </a:extLst>
          </p:cNvPr>
          <p:cNvSpPr/>
          <p:nvPr/>
        </p:nvSpPr>
        <p:spPr bwMode="auto">
          <a:xfrm>
            <a:off x="6804025" y="3644900"/>
            <a:ext cx="288925" cy="288925"/>
          </a:xfrm>
          <a:prstGeom prst="ellipse">
            <a:avLst/>
          </a:prstGeom>
          <a:noFill/>
          <a:ln>
            <a:solidFill>
              <a:srgbClr val="C0000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="" xmlns:a16="http://schemas.microsoft.com/office/drawing/2014/main" id="{07F2AF71-0B23-4317-87F6-DEDC2D1C1BBA}"/>
              </a:ext>
            </a:extLst>
          </p:cNvPr>
          <p:cNvSpPr/>
          <p:nvPr/>
        </p:nvSpPr>
        <p:spPr bwMode="auto">
          <a:xfrm>
            <a:off x="7451725" y="4221163"/>
            <a:ext cx="288925" cy="287337"/>
          </a:xfrm>
          <a:prstGeom prst="ellipse">
            <a:avLst/>
          </a:prstGeom>
          <a:noFill/>
          <a:ln>
            <a:solidFill>
              <a:srgbClr val="C0000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="" xmlns:a16="http://schemas.microsoft.com/office/drawing/2014/main" id="{2F3969AC-4927-4AEB-A174-B0A50988C76A}"/>
              </a:ext>
            </a:extLst>
          </p:cNvPr>
          <p:cNvSpPr/>
          <p:nvPr/>
        </p:nvSpPr>
        <p:spPr bwMode="auto">
          <a:xfrm>
            <a:off x="6227763" y="5445125"/>
            <a:ext cx="288925" cy="287338"/>
          </a:xfrm>
          <a:prstGeom prst="ellipse">
            <a:avLst/>
          </a:prstGeom>
          <a:noFill/>
          <a:ln>
            <a:solidFill>
              <a:srgbClr val="C0000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="" xmlns:a16="http://schemas.microsoft.com/office/drawing/2014/main" id="{7B9706CB-DF48-4AE1-B05E-218A80859948}"/>
              </a:ext>
            </a:extLst>
          </p:cNvPr>
          <p:cNvSpPr/>
          <p:nvPr/>
        </p:nvSpPr>
        <p:spPr bwMode="auto">
          <a:xfrm>
            <a:off x="6804025" y="6076950"/>
            <a:ext cx="288925" cy="287338"/>
          </a:xfrm>
          <a:prstGeom prst="ellipse">
            <a:avLst/>
          </a:prstGeom>
          <a:noFill/>
          <a:ln>
            <a:solidFill>
              <a:srgbClr val="C0000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标题 1">
            <a:extLst>
              <a:ext uri="{FF2B5EF4-FFF2-40B4-BE49-F238E27FC236}">
                <a16:creationId xmlns="" xmlns:a16="http://schemas.microsoft.com/office/drawing/2014/main" id="{05AB95CF-BD0A-4914-AF33-8616820379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Use of Delayed </a:t>
            </a:r>
            <a:br>
              <a:rPr lang="en-GB" altLang="zh-CN">
                <a:ea typeface="宋体" panose="02010600030101010101" pitchFamily="2" charset="-122"/>
              </a:rPr>
            </a:br>
            <a:r>
              <a:rPr lang="en-GB" altLang="zh-CN">
                <a:ea typeface="宋体" panose="02010600030101010101" pitchFamily="2" charset="-122"/>
              </a:rPr>
              <a:t>Branch</a:t>
            </a:r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100355" name="图片 4">
            <a:extLst>
              <a:ext uri="{FF2B5EF4-FFF2-40B4-BE49-F238E27FC236}">
                <a16:creationId xmlns="" xmlns:a16="http://schemas.microsoft.com/office/drawing/2014/main" id="{D003862A-ABED-4C85-812D-762B2C5319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3763" y="882650"/>
            <a:ext cx="4448175" cy="588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356" name="图片 5">
            <a:extLst>
              <a:ext uri="{FF2B5EF4-FFF2-40B4-BE49-F238E27FC236}">
                <a16:creationId xmlns="" xmlns:a16="http://schemas.microsoft.com/office/drawing/2014/main" id="{4006309D-E23D-471B-A36B-938EA79E9A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41438"/>
            <a:ext cx="4376738" cy="496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="" xmlns:a16="http://schemas.microsoft.com/office/drawing/2014/main" id="{FF935F2B-942F-4636-AD93-B1218C435076}"/>
              </a:ext>
            </a:extLst>
          </p:cNvPr>
          <p:cNvSpPr/>
          <p:nvPr/>
        </p:nvSpPr>
        <p:spPr bwMode="auto">
          <a:xfrm>
            <a:off x="4652640" y="3789040"/>
            <a:ext cx="979410" cy="165618"/>
          </a:xfrm>
          <a:prstGeom prst="rect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8BF32386-11B9-45CA-81D7-D6C0D28D960B}"/>
              </a:ext>
            </a:extLst>
          </p:cNvPr>
          <p:cNvSpPr/>
          <p:nvPr/>
        </p:nvSpPr>
        <p:spPr bwMode="auto">
          <a:xfrm>
            <a:off x="4655294" y="4415510"/>
            <a:ext cx="979410" cy="165618"/>
          </a:xfrm>
          <a:prstGeom prst="rect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0C43A064-60B9-4BB6-A00E-164530CB8C95}"/>
              </a:ext>
            </a:extLst>
          </p:cNvPr>
          <p:cNvSpPr/>
          <p:nvPr/>
        </p:nvSpPr>
        <p:spPr bwMode="auto">
          <a:xfrm>
            <a:off x="136206" y="4293096"/>
            <a:ext cx="979410" cy="165618"/>
          </a:xfrm>
          <a:prstGeom prst="rect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0366" name="矩形 10">
            <a:extLst>
              <a:ext uri="{FF2B5EF4-FFF2-40B4-BE49-F238E27FC236}">
                <a16:creationId xmlns="" xmlns:a16="http://schemas.microsoft.com/office/drawing/2014/main" id="{FED46E6A-39A3-41CB-B074-9DA87FB3F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38175"/>
            <a:ext cx="4579938" cy="6246813"/>
          </a:xfrm>
          <a:prstGeom prst="rect">
            <a:avLst/>
          </a:prstGeom>
          <a:noFill/>
          <a:ln w="2540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Considering </a:t>
            </a:r>
            <a:r>
              <a:rPr kumimoji="0" lang="en-US" altLang="zh-CN" sz="2000" b="1" u="sng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 dependency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0367" name="矩形 12">
            <a:extLst>
              <a:ext uri="{FF2B5EF4-FFF2-40B4-BE49-F238E27FC236}">
                <a16:creationId xmlns="" xmlns:a16="http://schemas.microsoft.com/office/drawing/2014/main" id="{A0A123B2-9633-4D27-92C6-58269D7A0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13" y="944563"/>
            <a:ext cx="4506912" cy="5940425"/>
          </a:xfrm>
          <a:prstGeom prst="rect">
            <a:avLst/>
          </a:prstGeom>
          <a:noFill/>
          <a:ln w="254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Without considering </a:t>
            </a:r>
            <a:r>
              <a:rPr kumimoji="0" lang="en-US" altLang="zh-CN" sz="2000" b="1" u="sng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 dependency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0368" name="矩形 1">
            <a:extLst>
              <a:ext uri="{FF2B5EF4-FFF2-40B4-BE49-F238E27FC236}">
                <a16:creationId xmlns="" xmlns:a16="http://schemas.microsoft.com/office/drawing/2014/main" id="{0AEA1E16-E190-49E0-93B7-16C72EAF0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2781300"/>
            <a:ext cx="360362" cy="177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="" xmlns:a16="http://schemas.microsoft.com/office/drawing/2014/main" id="{E7F956AE-A4B9-4B05-B5EF-1E09AD3A27B1}"/>
              </a:ext>
            </a:extLst>
          </p:cNvPr>
          <p:cNvSpPr/>
          <p:nvPr/>
        </p:nvSpPr>
        <p:spPr bwMode="auto">
          <a:xfrm>
            <a:off x="7667625" y="2159000"/>
            <a:ext cx="576263" cy="333375"/>
          </a:xfrm>
          <a:prstGeom prst="ellipse">
            <a:avLst/>
          </a:prstGeom>
          <a:noFill/>
          <a:ln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="" xmlns:a16="http://schemas.microsoft.com/office/drawing/2014/main" id="{8818EC4E-8869-4D50-9D23-8F403500389D}"/>
              </a:ext>
            </a:extLst>
          </p:cNvPr>
          <p:cNvSpPr/>
          <p:nvPr/>
        </p:nvSpPr>
        <p:spPr bwMode="auto">
          <a:xfrm>
            <a:off x="6538913" y="3425825"/>
            <a:ext cx="481012" cy="336550"/>
          </a:xfrm>
          <a:prstGeom prst="ellipse">
            <a:avLst/>
          </a:prstGeom>
          <a:noFill/>
          <a:ln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="" xmlns:a16="http://schemas.microsoft.com/office/drawing/2014/main" id="{7518563C-ED06-4E80-BA94-13759974B327}"/>
              </a:ext>
            </a:extLst>
          </p:cNvPr>
          <p:cNvSpPr/>
          <p:nvPr/>
        </p:nvSpPr>
        <p:spPr bwMode="auto">
          <a:xfrm>
            <a:off x="6948488" y="3884613"/>
            <a:ext cx="482600" cy="336550"/>
          </a:xfrm>
          <a:prstGeom prst="ellipse">
            <a:avLst/>
          </a:prstGeom>
          <a:noFill/>
          <a:ln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cxnSp>
        <p:nvCxnSpPr>
          <p:cNvPr id="15" name="连接符: 曲线 14">
            <a:extLst>
              <a:ext uri="{FF2B5EF4-FFF2-40B4-BE49-F238E27FC236}">
                <a16:creationId xmlns="" xmlns:a16="http://schemas.microsoft.com/office/drawing/2014/main" id="{709BE3E5-65D3-4A5E-9D36-79B8503152EC}"/>
              </a:ext>
            </a:extLst>
          </p:cNvPr>
          <p:cNvCxnSpPr/>
          <p:nvPr/>
        </p:nvCxnSpPr>
        <p:spPr bwMode="auto">
          <a:xfrm rot="16200000" flipH="1">
            <a:off x="7008018" y="3656807"/>
            <a:ext cx="239713" cy="215900"/>
          </a:xfrm>
          <a:prstGeom prst="curvedConnector3">
            <a:avLst/>
          </a:prstGeom>
          <a:noFill/>
          <a:ln w="317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椭圆 15">
            <a:extLst>
              <a:ext uri="{FF2B5EF4-FFF2-40B4-BE49-F238E27FC236}">
                <a16:creationId xmlns="" xmlns:a16="http://schemas.microsoft.com/office/drawing/2014/main" id="{F6F305D8-6BF1-42A6-927E-A1E2D92C8AA3}"/>
              </a:ext>
            </a:extLst>
          </p:cNvPr>
          <p:cNvSpPr/>
          <p:nvPr/>
        </p:nvSpPr>
        <p:spPr bwMode="auto">
          <a:xfrm>
            <a:off x="7331075" y="4076700"/>
            <a:ext cx="481013" cy="338138"/>
          </a:xfrm>
          <a:prstGeom prst="ellipse">
            <a:avLst/>
          </a:prstGeom>
          <a:noFill/>
          <a:ln>
            <a:solidFill>
              <a:srgbClr val="00B0F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="" xmlns:a16="http://schemas.microsoft.com/office/drawing/2014/main" id="{5AD4FD95-21D2-4E59-8D1D-DF4EE3D25EA9}"/>
              </a:ext>
            </a:extLst>
          </p:cNvPr>
          <p:cNvSpPr/>
          <p:nvPr/>
        </p:nvSpPr>
        <p:spPr bwMode="auto">
          <a:xfrm>
            <a:off x="7740650" y="4508500"/>
            <a:ext cx="481013" cy="338138"/>
          </a:xfrm>
          <a:prstGeom prst="ellipse">
            <a:avLst/>
          </a:prstGeom>
          <a:noFill/>
          <a:ln>
            <a:solidFill>
              <a:srgbClr val="00B0F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cxnSp>
        <p:nvCxnSpPr>
          <p:cNvPr id="100375" name="连接符: 曲线 17">
            <a:extLst>
              <a:ext uri="{FF2B5EF4-FFF2-40B4-BE49-F238E27FC236}">
                <a16:creationId xmlns="" xmlns:a16="http://schemas.microsoft.com/office/drawing/2014/main" id="{E539A33D-9E58-4762-A4EB-50A798913614}"/>
              </a:ext>
            </a:extLst>
          </p:cNvPr>
          <p:cNvCxnSpPr>
            <a:cxnSpLocks/>
            <a:stCxn id="16" idx="5"/>
          </p:cNvCxnSpPr>
          <p:nvPr/>
        </p:nvCxnSpPr>
        <p:spPr bwMode="auto">
          <a:xfrm rot="16200000" flipH="1">
            <a:off x="7849395" y="4256881"/>
            <a:ext cx="144462" cy="358775"/>
          </a:xfrm>
          <a:prstGeom prst="curvedConnector2">
            <a:avLst/>
          </a:prstGeom>
          <a:noFill/>
          <a:ln w="31750" algn="ctr">
            <a:solidFill>
              <a:srgbClr val="00206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椭圆 18">
            <a:extLst>
              <a:ext uri="{FF2B5EF4-FFF2-40B4-BE49-F238E27FC236}">
                <a16:creationId xmlns="" xmlns:a16="http://schemas.microsoft.com/office/drawing/2014/main" id="{A7361F34-DD2A-48D7-A28F-B7C773B8F00F}"/>
              </a:ext>
            </a:extLst>
          </p:cNvPr>
          <p:cNvSpPr/>
          <p:nvPr/>
        </p:nvSpPr>
        <p:spPr bwMode="auto">
          <a:xfrm>
            <a:off x="6538913" y="5516563"/>
            <a:ext cx="481012" cy="288925"/>
          </a:xfrm>
          <a:prstGeom prst="ellipse">
            <a:avLst/>
          </a:prstGeom>
          <a:noFill/>
          <a:ln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="" xmlns:a16="http://schemas.microsoft.com/office/drawing/2014/main" id="{2A746830-26BD-4109-B5F2-4F168681D52C}"/>
              </a:ext>
            </a:extLst>
          </p:cNvPr>
          <p:cNvSpPr/>
          <p:nvPr/>
        </p:nvSpPr>
        <p:spPr bwMode="auto">
          <a:xfrm>
            <a:off x="6948488" y="5972175"/>
            <a:ext cx="482600" cy="265113"/>
          </a:xfrm>
          <a:prstGeom prst="ellipse">
            <a:avLst/>
          </a:prstGeom>
          <a:noFill/>
          <a:ln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="" xmlns:a16="http://schemas.microsoft.com/office/drawing/2014/main" id="{BADEDD8F-6D20-431C-B4BE-128C243FA861}"/>
              </a:ext>
            </a:extLst>
          </p:cNvPr>
          <p:cNvSpPr/>
          <p:nvPr/>
        </p:nvSpPr>
        <p:spPr bwMode="auto">
          <a:xfrm>
            <a:off x="6538913" y="5778500"/>
            <a:ext cx="481012" cy="242888"/>
          </a:xfrm>
          <a:prstGeom prst="ellipse">
            <a:avLst/>
          </a:prstGeom>
          <a:noFill/>
          <a:ln>
            <a:solidFill>
              <a:srgbClr val="00B0F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="" xmlns:a16="http://schemas.microsoft.com/office/drawing/2014/main" id="{0D043A15-E1A9-4EF6-936E-22B5EE401EBE}"/>
              </a:ext>
            </a:extLst>
          </p:cNvPr>
          <p:cNvSpPr/>
          <p:nvPr/>
        </p:nvSpPr>
        <p:spPr bwMode="auto">
          <a:xfrm>
            <a:off x="6948488" y="6165850"/>
            <a:ext cx="482600" cy="287338"/>
          </a:xfrm>
          <a:prstGeom prst="ellipse">
            <a:avLst/>
          </a:prstGeom>
          <a:noFill/>
          <a:ln>
            <a:solidFill>
              <a:srgbClr val="00B0F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="" xmlns:a16="http://schemas.microsoft.com/office/drawing/2014/main" id="{C645BA4D-13E8-4E27-BBFF-A94C176283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RISC versus CISC Controversy</a:t>
            </a:r>
          </a:p>
        </p:txBody>
      </p:sp>
      <p:sp>
        <p:nvSpPr>
          <p:cNvPr id="102403" name="Rectangle 3">
            <a:extLst>
              <a:ext uri="{FF2B5EF4-FFF2-40B4-BE49-F238E27FC236}">
                <a16:creationId xmlns="" xmlns:a16="http://schemas.microsoft.com/office/drawing/2014/main" id="{28524F30-80E4-4B8F-BE55-1AB5BD309A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zh-CN">
                <a:ea typeface="宋体" panose="02010600030101010101" pitchFamily="2" charset="-122"/>
              </a:rPr>
              <a:t>Quantitative</a:t>
            </a:r>
          </a:p>
          <a:p>
            <a:pPr lvl="1">
              <a:lnSpc>
                <a:spcPct val="90000"/>
              </a:lnSpc>
            </a:pPr>
            <a:r>
              <a:rPr lang="en-GB" altLang="zh-CN">
                <a:ea typeface="宋体" panose="02010600030101010101" pitchFamily="2" charset="-122"/>
              </a:rPr>
              <a:t>compare program sizes and execution speeds</a:t>
            </a:r>
          </a:p>
          <a:p>
            <a:pPr>
              <a:lnSpc>
                <a:spcPct val="90000"/>
              </a:lnSpc>
            </a:pPr>
            <a:r>
              <a:rPr lang="en-GB" altLang="zh-CN">
                <a:ea typeface="宋体" panose="02010600030101010101" pitchFamily="2" charset="-122"/>
              </a:rPr>
              <a:t>Qualitative</a:t>
            </a:r>
          </a:p>
          <a:p>
            <a:pPr lvl="1">
              <a:lnSpc>
                <a:spcPct val="90000"/>
              </a:lnSpc>
            </a:pPr>
            <a:r>
              <a:rPr lang="en-GB" altLang="zh-CN">
                <a:ea typeface="宋体" panose="02010600030101010101" pitchFamily="2" charset="-122"/>
              </a:rPr>
              <a:t>examine issues of high level language support and use of VLSI real estate</a:t>
            </a:r>
          </a:p>
          <a:p>
            <a:pPr>
              <a:lnSpc>
                <a:spcPct val="90000"/>
              </a:lnSpc>
            </a:pPr>
            <a:r>
              <a:rPr lang="en-GB" altLang="zh-CN">
                <a:ea typeface="宋体" panose="02010600030101010101" pitchFamily="2" charset="-122"/>
              </a:rPr>
              <a:t>Problems</a:t>
            </a:r>
          </a:p>
          <a:p>
            <a:pPr lvl="1">
              <a:lnSpc>
                <a:spcPct val="90000"/>
              </a:lnSpc>
            </a:pPr>
            <a:r>
              <a:rPr lang="en-GB" altLang="zh-CN">
                <a:ea typeface="宋体" panose="02010600030101010101" pitchFamily="2" charset="-122"/>
              </a:rPr>
              <a:t>No pair of RISC and CISC that are directly comparable</a:t>
            </a:r>
          </a:p>
          <a:p>
            <a:pPr lvl="1">
              <a:lnSpc>
                <a:spcPct val="90000"/>
              </a:lnSpc>
            </a:pPr>
            <a:r>
              <a:rPr lang="en-GB" altLang="zh-CN">
                <a:ea typeface="宋体" panose="02010600030101010101" pitchFamily="2" charset="-122"/>
              </a:rPr>
              <a:t>No definitive set of test programs</a:t>
            </a:r>
          </a:p>
          <a:p>
            <a:pPr lvl="1">
              <a:lnSpc>
                <a:spcPct val="90000"/>
              </a:lnSpc>
            </a:pPr>
            <a:r>
              <a:rPr lang="en-GB" altLang="zh-CN">
                <a:ea typeface="宋体" panose="02010600030101010101" pitchFamily="2" charset="-122"/>
              </a:rPr>
              <a:t>Difficult to separate hardware effects from complier effects</a:t>
            </a:r>
          </a:p>
          <a:p>
            <a:pPr lvl="1">
              <a:lnSpc>
                <a:spcPct val="90000"/>
              </a:lnSpc>
            </a:pPr>
            <a:r>
              <a:rPr lang="en-GB" altLang="zh-CN">
                <a:ea typeface="宋体" panose="02010600030101010101" pitchFamily="2" charset="-122"/>
              </a:rPr>
              <a:t>Most comparisons done on “toy” rather than production machines</a:t>
            </a:r>
          </a:p>
          <a:p>
            <a:pPr lvl="1">
              <a:lnSpc>
                <a:spcPct val="90000"/>
              </a:lnSpc>
            </a:pPr>
            <a:r>
              <a:rPr lang="en-GB" altLang="zh-CN">
                <a:ea typeface="宋体" panose="02010600030101010101" pitchFamily="2" charset="-122"/>
              </a:rPr>
              <a:t>Most commercial devices are a mixture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="" xmlns:a16="http://schemas.microsoft.com/office/drawing/2014/main" id="{45972AC5-152F-4C68-B485-F5342A7D63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CH15 Key points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="" xmlns:a16="http://schemas.microsoft.com/office/drawing/2014/main" id="{313283FB-7752-4AF6-BFC9-56923E05B8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zh-CN" sz="2400" dirty="0">
                <a:ea typeface="宋体" pitchFamily="2" charset="-122"/>
              </a:rPr>
              <a:t>Studies of the execution behavior of </a:t>
            </a:r>
            <a:r>
              <a:rPr lang="en-US" altLang="zh-CN" sz="2400" b="1" i="1" dirty="0">
                <a:ea typeface="宋体" pitchFamily="2" charset="-122"/>
              </a:rPr>
              <a:t>high-level language programs</a:t>
            </a:r>
            <a:r>
              <a:rPr lang="en-US" altLang="zh-CN" sz="2400" dirty="0">
                <a:ea typeface="宋体" pitchFamily="2" charset="-122"/>
              </a:rPr>
              <a:t> provide guidance in designing RISC: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zh-CN" sz="2000" dirty="0">
                <a:ea typeface="宋体" pitchFamily="2" charset="-122"/>
              </a:rPr>
              <a:t>Assignment predominate-&gt;simple </a:t>
            </a:r>
            <a:r>
              <a:rPr lang="en-US" altLang="zh-CN" sz="2000" b="1" i="1" dirty="0">
                <a:ea typeface="宋体" pitchFamily="2" charset="-122"/>
              </a:rPr>
              <a:t>movement of data </a:t>
            </a:r>
            <a:r>
              <a:rPr lang="en-US" altLang="zh-CN" sz="2000" dirty="0">
                <a:ea typeface="宋体" pitchFamily="2" charset="-122"/>
              </a:rPr>
              <a:t>should be optimized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zh-CN" sz="2000" dirty="0">
                <a:ea typeface="宋体" pitchFamily="2" charset="-122"/>
              </a:rPr>
              <a:t>Many IF and LOOP instructions-&gt;</a:t>
            </a:r>
            <a:r>
              <a:rPr lang="en-US" altLang="zh-CN" sz="2000" b="1" i="1" dirty="0">
                <a:ea typeface="宋体" pitchFamily="2" charset="-122"/>
              </a:rPr>
              <a:t>sequence control </a:t>
            </a:r>
            <a:r>
              <a:rPr lang="en-US" altLang="zh-CN" sz="2000" dirty="0">
                <a:ea typeface="宋体" pitchFamily="2" charset="-122"/>
              </a:rPr>
              <a:t>mechanism needs to be optimized for pipelining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zh-CN" sz="2000" dirty="0">
                <a:ea typeface="宋体" pitchFamily="2" charset="-122"/>
              </a:rPr>
              <a:t>Operand reference patterns-&gt;keeping a moderate number of operands in </a:t>
            </a:r>
            <a:r>
              <a:rPr lang="en-US" altLang="zh-CN" sz="2000" b="1" i="1" dirty="0">
                <a:ea typeface="宋体" pitchFamily="2" charset="-122"/>
              </a:rPr>
              <a:t>registers</a:t>
            </a:r>
          </a:p>
          <a:p>
            <a:pPr>
              <a:lnSpc>
                <a:spcPct val="90000"/>
              </a:lnSpc>
              <a:defRPr/>
            </a:pPr>
            <a:r>
              <a:rPr lang="en-US" altLang="zh-CN" sz="2400" dirty="0">
                <a:ea typeface="宋体" pitchFamily="2" charset="-122"/>
              </a:rPr>
              <a:t>Key characteristics of RISC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zh-CN" sz="2000" dirty="0">
                <a:ea typeface="宋体" pitchFamily="2" charset="-122"/>
              </a:rPr>
              <a:t> a </a:t>
            </a:r>
            <a:r>
              <a:rPr lang="en-US" altLang="zh-CN" sz="2000" b="1" i="1" dirty="0">
                <a:ea typeface="宋体" pitchFamily="2" charset="-122"/>
              </a:rPr>
              <a:t>limited instruction set </a:t>
            </a:r>
            <a:r>
              <a:rPr lang="en-US" altLang="zh-CN" sz="2000" dirty="0">
                <a:ea typeface="宋体" pitchFamily="2" charset="-122"/>
              </a:rPr>
              <a:t>with a </a:t>
            </a:r>
            <a:r>
              <a:rPr lang="en-US" altLang="zh-CN" sz="2000" b="1" i="1" dirty="0">
                <a:ea typeface="宋体" pitchFamily="2" charset="-122"/>
              </a:rPr>
              <a:t>fixed</a:t>
            </a:r>
            <a:r>
              <a:rPr lang="en-US" altLang="zh-CN" sz="2000" dirty="0">
                <a:ea typeface="宋体" pitchFamily="2" charset="-122"/>
              </a:rPr>
              <a:t> format (</a:t>
            </a:r>
            <a:r>
              <a:rPr lang="en-US" altLang="zh-CN" sz="2000" i="1" dirty="0">
                <a:solidFill>
                  <a:srgbClr val="FF0000"/>
                </a:solidFill>
                <a:ea typeface="宋体" pitchFamily="2" charset="-122"/>
              </a:rPr>
              <a:t>RI</a:t>
            </a:r>
            <a:r>
              <a:rPr lang="en-US" altLang="zh-CN" sz="2000" dirty="0">
                <a:ea typeface="宋体" pitchFamily="2" charset="-122"/>
              </a:rPr>
              <a:t>)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zh-CN" sz="2000" dirty="0">
                <a:ea typeface="宋体" pitchFamily="2" charset="-122"/>
              </a:rPr>
              <a:t>A </a:t>
            </a:r>
            <a:r>
              <a:rPr lang="en-US" altLang="zh-CN" sz="2000" b="1" i="1" dirty="0">
                <a:ea typeface="宋体" pitchFamily="2" charset="-122"/>
              </a:rPr>
              <a:t>large number of registers</a:t>
            </a:r>
            <a:r>
              <a:rPr lang="en-US" altLang="zh-CN" sz="2000" dirty="0">
                <a:ea typeface="宋体" pitchFamily="2" charset="-122"/>
              </a:rPr>
              <a:t>, optimization of register usage (</a:t>
            </a:r>
            <a:r>
              <a:rPr lang="en-US" altLang="zh-CN" sz="2000" i="1" dirty="0">
                <a:solidFill>
                  <a:srgbClr val="FF0000"/>
                </a:solidFill>
                <a:ea typeface="宋体" pitchFamily="2" charset="-122"/>
              </a:rPr>
              <a:t>Fast</a:t>
            </a:r>
            <a:r>
              <a:rPr lang="en-US" altLang="zh-CN" sz="2000" dirty="0">
                <a:ea typeface="宋体" pitchFamily="2" charset="-122"/>
              </a:rPr>
              <a:t>)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zh-CN" sz="2000" dirty="0">
                <a:ea typeface="宋体" pitchFamily="2" charset="-122"/>
              </a:rPr>
              <a:t>Optimized </a:t>
            </a:r>
            <a:r>
              <a:rPr lang="en-US" altLang="zh-CN" sz="2000" b="1" i="1" dirty="0">
                <a:ea typeface="宋体" pitchFamily="2" charset="-122"/>
              </a:rPr>
              <a:t>pipeline </a:t>
            </a:r>
            <a:r>
              <a:rPr lang="en-US" altLang="zh-CN" sz="2000" dirty="0">
                <a:ea typeface="宋体" pitchFamily="2" charset="-122"/>
              </a:rPr>
              <a:t>(</a:t>
            </a:r>
            <a:r>
              <a:rPr lang="en-US" altLang="zh-CN" sz="2000" i="1" dirty="0">
                <a:solidFill>
                  <a:srgbClr val="FF0000"/>
                </a:solidFill>
                <a:ea typeface="宋体" pitchFamily="2" charset="-122"/>
              </a:rPr>
              <a:t>Efficient</a:t>
            </a:r>
            <a:r>
              <a:rPr lang="en-US" altLang="zh-CN" sz="2000" dirty="0">
                <a:ea typeface="宋体" pitchFamily="2" charset="-122"/>
              </a:rPr>
              <a:t>)</a:t>
            </a:r>
            <a:endParaRPr lang="en-US" altLang="zh-CN" sz="2000" b="1" i="1" dirty="0">
              <a:ea typeface="宋体" pitchFamily="2" charset="-122"/>
            </a:endParaRPr>
          </a:p>
          <a:p>
            <a:pPr marL="342900" lvl="1" indent="-342900">
              <a:lnSpc>
                <a:spcPct val="90000"/>
              </a:lnSpc>
              <a:buFontTx/>
              <a:buChar char="•"/>
              <a:defRPr/>
            </a:pPr>
            <a:r>
              <a:rPr lang="en-US" altLang="zh-CN" dirty="0">
                <a:ea typeface="宋体" pitchFamily="2" charset="-122"/>
              </a:rPr>
              <a:t>RISC is efficient for pipeline </a:t>
            </a:r>
            <a:r>
              <a:rPr lang="en-US" altLang="zh-CN" sz="2000" dirty="0">
                <a:ea typeface="宋体" pitchFamily="2" charset="-122"/>
              </a:rPr>
              <a:t>(</a:t>
            </a:r>
            <a:r>
              <a:rPr lang="en-US" altLang="zh-CN" sz="2000" i="1" dirty="0">
                <a:solidFill>
                  <a:srgbClr val="FF0000"/>
                </a:solidFill>
                <a:ea typeface="宋体" pitchFamily="2" charset="-122"/>
              </a:rPr>
              <a:t>Why?</a:t>
            </a:r>
            <a:r>
              <a:rPr lang="en-US" altLang="zh-CN" dirty="0">
                <a:ea typeface="宋体" pitchFamily="2" charset="-122"/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ea typeface="宋体" pitchFamily="2" charset="-122"/>
              </a:rPr>
              <a:t>delay branch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technique is fit for RISC</a:t>
            </a:r>
            <a:r>
              <a:rPr lang="en-US" altLang="zh-CN" dirty="0">
                <a:ea typeface="宋体" pitchFamily="2" charset="-122"/>
              </a:rPr>
              <a:t>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="" xmlns:a16="http://schemas.microsoft.com/office/drawing/2014/main" id="{E5B0C762-2A61-4B84-B700-353FA755AD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Homework</a:t>
            </a:r>
          </a:p>
        </p:txBody>
      </p:sp>
      <p:sp>
        <p:nvSpPr>
          <p:cNvPr id="106499" name="Rectangle 3">
            <a:extLst>
              <a:ext uri="{FF2B5EF4-FFF2-40B4-BE49-F238E27FC236}">
                <a16:creationId xmlns="" xmlns:a16="http://schemas.microsoft.com/office/drawing/2014/main" id="{ABFE60F4-1EC1-41BB-9EEF-A54F1F668A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dirty="0">
                <a:ea typeface="宋体" panose="02010600030101010101" pitchFamily="2" charset="-122"/>
              </a:rPr>
              <a:t>Reading chapter 15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Translate Key terms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Review Questions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1, 4, 5</a:t>
            </a:r>
          </a:p>
          <a:p>
            <a:r>
              <a:rPr kumimoji="0" lang="en-US" altLang="zh-CN" dirty="0">
                <a:ea typeface="宋体" panose="02010600030101010101" pitchFamily="2" charset="-122"/>
              </a:rPr>
              <a:t>Problems: </a:t>
            </a:r>
          </a:p>
          <a:p>
            <a:pPr lvl="1"/>
            <a:r>
              <a:rPr kumimoji="0" lang="en-US" altLang="zh-CN" dirty="0">
                <a:ea typeface="宋体" panose="02010600030101010101" pitchFamily="2" charset="-122"/>
              </a:rPr>
              <a:t>2, 4, 6, 10</a:t>
            </a:r>
            <a:endParaRPr lang="en-GB" altLang="zh-CN" dirty="0">
              <a:ea typeface="宋体" panose="02010600030101010101" pitchFamily="2" charset="-122"/>
            </a:endParaRPr>
          </a:p>
          <a:p>
            <a:endParaRPr lang="en-GB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llings COE7e">
  <a:themeElements>
    <a:clrScheme name="Stallings COE7e 2">
      <a:dk1>
        <a:srgbClr val="000000"/>
      </a:dk1>
      <a:lt1>
        <a:srgbClr val="FFFFFF"/>
      </a:lt1>
      <a:dk2>
        <a:srgbClr val="000000"/>
      </a:dk2>
      <a:lt2>
        <a:srgbClr val="5E574E"/>
      </a:lt2>
      <a:accent1>
        <a:srgbClr val="FF66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FFB8AA"/>
      </a:accent5>
      <a:accent6>
        <a:srgbClr val="E7B900"/>
      </a:accent6>
      <a:hlink>
        <a:srgbClr val="996633"/>
      </a:hlink>
      <a:folHlink>
        <a:srgbClr val="808000"/>
      </a:folHlink>
    </a:clrScheme>
    <a:fontScheme name="Stallings COE7e">
      <a:majorFont>
        <a:latin typeface="Arial Black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Stallings COE7e 1">
        <a:dk1>
          <a:srgbClr val="5E574E"/>
        </a:dk1>
        <a:lt1>
          <a:srgbClr val="FFFFCC"/>
        </a:lt1>
        <a:dk2>
          <a:srgbClr val="0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AA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llings COE7e 2">
        <a:dk1>
          <a:srgbClr val="000000"/>
        </a:dk1>
        <a:lt1>
          <a:srgbClr val="FFFFFF"/>
        </a:lt1>
        <a:dk2>
          <a:srgbClr val="0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996633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llings COE7e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llings COE7e 4">
        <a:dk1>
          <a:srgbClr val="000000"/>
        </a:dk1>
        <a:lt1>
          <a:srgbClr val="FFFFFF"/>
        </a:lt1>
        <a:dk2>
          <a:srgbClr val="8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FF00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llings COE7e 5">
        <a:dk1>
          <a:srgbClr val="000066"/>
        </a:dk1>
        <a:lt1>
          <a:srgbClr val="FFFFFF"/>
        </a:lt1>
        <a:dk2>
          <a:srgbClr val="0000FF"/>
        </a:dk2>
        <a:lt2>
          <a:srgbClr val="000000"/>
        </a:lt2>
        <a:accent1>
          <a:srgbClr val="0066FF"/>
        </a:accent1>
        <a:accent2>
          <a:srgbClr val="33CCCC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llings COE7e 6">
        <a:dk1>
          <a:srgbClr val="000000"/>
        </a:dk1>
        <a:lt1>
          <a:srgbClr val="FFFFFF"/>
        </a:lt1>
        <a:dk2>
          <a:srgbClr val="000066"/>
        </a:dk2>
        <a:lt2>
          <a:srgbClr val="FFCC00"/>
        </a:lt2>
        <a:accent1>
          <a:srgbClr val="0066FF"/>
        </a:accent1>
        <a:accent2>
          <a:srgbClr val="33CCCC"/>
        </a:accent2>
        <a:accent3>
          <a:srgbClr val="AAAAB8"/>
        </a:accent3>
        <a:accent4>
          <a:srgbClr val="DADADA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llings COE7e 7">
        <a:dk1>
          <a:srgbClr val="5E574E"/>
        </a:dk1>
        <a:lt1>
          <a:srgbClr val="FFFFCC"/>
        </a:lt1>
        <a:dk2>
          <a:srgbClr val="8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C0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Settings\Administrator\Application Data\Microsoft\Templates\Stallings COE7e.pot</Template>
  <TotalTime>5518</TotalTime>
  <Words>3200</Words>
  <Application>Microsoft Office PowerPoint</Application>
  <PresentationFormat>全屏显示(4:3)</PresentationFormat>
  <Paragraphs>693</Paragraphs>
  <Slides>54</Slides>
  <Notes>47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55" baseType="lpstr">
      <vt:lpstr>Stallings COE7e</vt:lpstr>
      <vt:lpstr>William Stallings  Computer Organization  and Architecture 10th Edition</vt:lpstr>
      <vt:lpstr>Key points</vt:lpstr>
      <vt:lpstr>Major Advances in Computers</vt:lpstr>
      <vt:lpstr>Major Advances in Computers</vt:lpstr>
      <vt:lpstr>The Next Step - RISC</vt:lpstr>
      <vt:lpstr>Comparison of processors</vt:lpstr>
      <vt:lpstr>15.1 Instruction execution characteristics</vt:lpstr>
      <vt:lpstr>Driving force for CISC</vt:lpstr>
      <vt:lpstr>Intention of CISC</vt:lpstr>
      <vt:lpstr>A different approach</vt:lpstr>
      <vt:lpstr>Execution Characteristics</vt:lpstr>
      <vt:lpstr>Operations</vt:lpstr>
      <vt:lpstr>Weighted Relative Dynamic Frequency of HLL Operations [PATT82a] </vt:lpstr>
      <vt:lpstr>Operands</vt:lpstr>
      <vt:lpstr>Procedure Calls</vt:lpstr>
      <vt:lpstr>Implications</vt:lpstr>
      <vt:lpstr>15.2 The use of a large register file</vt:lpstr>
      <vt:lpstr>Large Register File</vt:lpstr>
      <vt:lpstr>Registers for Local Variables</vt:lpstr>
      <vt:lpstr>Register Windows</vt:lpstr>
      <vt:lpstr>Register Windows cont.</vt:lpstr>
      <vt:lpstr>Overlapping Register Windows</vt:lpstr>
      <vt:lpstr>Overlapping Register Windows</vt:lpstr>
      <vt:lpstr>Circular Buffer diagram</vt:lpstr>
      <vt:lpstr>Operation of Circular Buffer</vt:lpstr>
      <vt:lpstr>Operation of Circular Buffer</vt:lpstr>
      <vt:lpstr>Register Window based Call and Return</vt:lpstr>
      <vt:lpstr>Global Variables</vt:lpstr>
      <vt:lpstr>Register Windows cont.</vt:lpstr>
      <vt:lpstr>A Circular Stack in  SPARC</vt:lpstr>
      <vt:lpstr>Registers vs Cache</vt:lpstr>
      <vt:lpstr>Referencing a Scalar -  Window Based Register File</vt:lpstr>
      <vt:lpstr>Referencing a Scalar - Cache</vt:lpstr>
      <vt:lpstr>15.3 Compiler Based Register Optimization</vt:lpstr>
      <vt:lpstr>Compiler Based Register Optimization</vt:lpstr>
      <vt:lpstr>Compiler Based Register Optimization</vt:lpstr>
      <vt:lpstr>The Four Color Problem</vt:lpstr>
      <vt:lpstr>Graph Coloring – Mapping Method</vt:lpstr>
      <vt:lpstr>Graph Coloring Approach</vt:lpstr>
      <vt:lpstr>Graph Coloring Approach</vt:lpstr>
      <vt:lpstr>15.4 Reduced Instruction Set Architecture</vt:lpstr>
      <vt:lpstr>Why CISC</vt:lpstr>
      <vt:lpstr>Why CISC</vt:lpstr>
      <vt:lpstr>RIS Architecture Characteristics</vt:lpstr>
      <vt:lpstr>RISC vs CISC</vt:lpstr>
      <vt:lpstr>15.5 RISC Pipelining</vt:lpstr>
      <vt:lpstr>Effects of Pipelining</vt:lpstr>
      <vt:lpstr>Optimization of Pipelining</vt:lpstr>
      <vt:lpstr>Normal and Delayed Branch</vt:lpstr>
      <vt:lpstr>Use of Delayed  Branch</vt:lpstr>
      <vt:lpstr>Use of Delayed  Branch</vt:lpstr>
      <vt:lpstr>RISC versus CISC Controversy</vt:lpstr>
      <vt:lpstr>CH15 Key points</vt:lpstr>
      <vt:lpstr>Homework</vt:lpstr>
    </vt:vector>
  </TitlesOfParts>
  <Company>Liverpool Hope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 Reduced Instruction Set Computers</dc:title>
  <dc:creator>Adrian J Pullin</dc:creator>
  <cp:lastModifiedBy>wdli</cp:lastModifiedBy>
  <cp:revision>463</cp:revision>
  <dcterms:created xsi:type="dcterms:W3CDTF">1998-11-17T13:24:42Z</dcterms:created>
  <dcterms:modified xsi:type="dcterms:W3CDTF">2026-05-24T03:08:36Z</dcterms:modified>
</cp:coreProperties>
</file>