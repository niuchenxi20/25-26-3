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40"/>
  </p:notesMasterIdLst>
  <p:sldIdLst>
    <p:sldId id="324" r:id="rId2"/>
    <p:sldId id="319" r:id="rId3"/>
    <p:sldId id="325" r:id="rId4"/>
    <p:sldId id="280" r:id="rId5"/>
    <p:sldId id="281" r:id="rId6"/>
    <p:sldId id="282" r:id="rId7"/>
    <p:sldId id="289" r:id="rId8"/>
    <p:sldId id="284" r:id="rId9"/>
    <p:sldId id="285" r:id="rId10"/>
    <p:sldId id="290" r:id="rId11"/>
    <p:sldId id="291" r:id="rId12"/>
    <p:sldId id="293" r:id="rId13"/>
    <p:sldId id="295" r:id="rId14"/>
    <p:sldId id="283" r:id="rId15"/>
    <p:sldId id="298" r:id="rId16"/>
    <p:sldId id="296" r:id="rId17"/>
    <p:sldId id="297" r:id="rId18"/>
    <p:sldId id="299" r:id="rId19"/>
    <p:sldId id="300" r:id="rId20"/>
    <p:sldId id="301" r:id="rId21"/>
    <p:sldId id="302" r:id="rId22"/>
    <p:sldId id="303" r:id="rId23"/>
    <p:sldId id="304" r:id="rId24"/>
    <p:sldId id="306" r:id="rId25"/>
    <p:sldId id="305" r:id="rId26"/>
    <p:sldId id="292" r:id="rId27"/>
    <p:sldId id="308" r:id="rId28"/>
    <p:sldId id="309" r:id="rId29"/>
    <p:sldId id="321" r:id="rId30"/>
    <p:sldId id="323" r:id="rId31"/>
    <p:sldId id="307" r:id="rId32"/>
    <p:sldId id="310" r:id="rId33"/>
    <p:sldId id="311" r:id="rId34"/>
    <p:sldId id="313" r:id="rId35"/>
    <p:sldId id="316" r:id="rId36"/>
    <p:sldId id="317" r:id="rId37"/>
    <p:sldId id="318" r:id="rId38"/>
    <p:sldId id="320" r:id="rId39"/>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6" autoAdjust="0"/>
    <p:restoredTop sz="93867" autoAdjust="0"/>
  </p:normalViewPr>
  <p:slideViewPr>
    <p:cSldViewPr>
      <p:cViewPr varScale="1">
        <p:scale>
          <a:sx n="63" d="100"/>
          <a:sy n="63" d="100"/>
        </p:scale>
        <p:origin x="812" y="6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12" Type="http://schemas.openxmlformats.org/officeDocument/2006/relationships/image" Target="../media/image22.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11" Type="http://schemas.openxmlformats.org/officeDocument/2006/relationships/image" Target="../media/image21.wmf"/><Relationship Id="rId5" Type="http://schemas.openxmlformats.org/officeDocument/2006/relationships/image" Target="../media/image15.wmf"/><Relationship Id="rId10" Type="http://schemas.openxmlformats.org/officeDocument/2006/relationships/image" Target="../media/image20.wmf"/><Relationship Id="rId4" Type="http://schemas.openxmlformats.org/officeDocument/2006/relationships/image" Target="../media/image14.wmf"/><Relationship Id="rId9"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5.wmf"/><Relationship Id="rId1" Type="http://schemas.openxmlformats.org/officeDocument/2006/relationships/image" Target="../media/image23.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image" Target="../media/image33.emf"/><Relationship Id="rId1" Type="http://schemas.openxmlformats.org/officeDocument/2006/relationships/image" Target="../media/image32.emf"/><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 Id="rId9"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image" Target="../media/image43.emf"/><Relationship Id="rId7" Type="http://schemas.openxmlformats.org/officeDocument/2006/relationships/image" Target="../media/image47.emf"/><Relationship Id="rId2" Type="http://schemas.openxmlformats.org/officeDocument/2006/relationships/image" Target="../media/image42.emf"/><Relationship Id="rId1" Type="http://schemas.openxmlformats.org/officeDocument/2006/relationships/image" Target="../media/image41.emf"/><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 Id="rId9" Type="http://schemas.openxmlformats.org/officeDocument/2006/relationships/image" Target="../media/image49.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image" Target="../media/image62.wmf"/><Relationship Id="rId3" Type="http://schemas.openxmlformats.org/officeDocument/2006/relationships/image" Target="../media/image53.wmf"/><Relationship Id="rId7" Type="http://schemas.openxmlformats.org/officeDocument/2006/relationships/image" Target="../media/image57.wmf"/><Relationship Id="rId12" Type="http://schemas.openxmlformats.org/officeDocument/2006/relationships/image" Target="../media/image61.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11" Type="http://schemas.openxmlformats.org/officeDocument/2006/relationships/image" Target="../media/image60.wmf"/><Relationship Id="rId5" Type="http://schemas.openxmlformats.org/officeDocument/2006/relationships/image" Target="../media/image55.wmf"/><Relationship Id="rId10" Type="http://schemas.openxmlformats.org/officeDocument/2006/relationships/image" Target="../media/image59.wmf"/><Relationship Id="rId4" Type="http://schemas.openxmlformats.org/officeDocument/2006/relationships/image" Target="../media/image54.wmf"/><Relationship Id="rId9" Type="http://schemas.openxmlformats.org/officeDocument/2006/relationships/image" Target="../media/image26.wmf"/><Relationship Id="rId14" Type="http://schemas.openxmlformats.org/officeDocument/2006/relationships/image" Target="../media/image63.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1.wmf"/><Relationship Id="rId5" Type="http://schemas.openxmlformats.org/officeDocument/2006/relationships/image" Target="../media/image67.wmf"/><Relationship Id="rId4"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image" Target="../media/image79.wmf"/><Relationship Id="rId7" Type="http://schemas.openxmlformats.org/officeDocument/2006/relationships/image" Target="../media/image6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7.wmf"/><Relationship Id="rId7" Type="http://schemas.openxmlformats.org/officeDocument/2006/relationships/image" Target="../media/image91.wmf"/><Relationship Id="rId2" Type="http://schemas.openxmlformats.org/officeDocument/2006/relationships/image" Target="../media/image86.wmf"/><Relationship Id="rId1" Type="http://schemas.openxmlformats.org/officeDocument/2006/relationships/image" Target="../media/image85.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image" Target="../media/image85.wmf"/><Relationship Id="rId7" Type="http://schemas.openxmlformats.org/officeDocument/2006/relationships/image" Target="../media/image98.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02.wmf"/><Relationship Id="rId7" Type="http://schemas.openxmlformats.org/officeDocument/2006/relationships/image" Target="../media/image106.wmf"/><Relationship Id="rId2" Type="http://schemas.openxmlformats.org/officeDocument/2006/relationships/image" Target="../media/image101.wmf"/><Relationship Id="rId1" Type="http://schemas.openxmlformats.org/officeDocument/2006/relationships/image" Target="../media/image91.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61.wmf"/><Relationship Id="rId7" Type="http://schemas.openxmlformats.org/officeDocument/2006/relationships/image" Target="../media/image118.wmf"/><Relationship Id="rId2" Type="http://schemas.openxmlformats.org/officeDocument/2006/relationships/image" Target="../media/image92.wmf"/><Relationship Id="rId1" Type="http://schemas.openxmlformats.org/officeDocument/2006/relationships/image" Target="../media/image106.wmf"/><Relationship Id="rId6" Type="http://schemas.openxmlformats.org/officeDocument/2006/relationships/image" Target="../media/image117.wmf"/><Relationship Id="rId11" Type="http://schemas.openxmlformats.org/officeDocument/2006/relationships/image" Target="../media/image122.wmf"/><Relationship Id="rId5" Type="http://schemas.openxmlformats.org/officeDocument/2006/relationships/image" Target="../media/image116.wmf"/><Relationship Id="rId10" Type="http://schemas.openxmlformats.org/officeDocument/2006/relationships/image" Target="../media/image121.wmf"/><Relationship Id="rId4" Type="http://schemas.openxmlformats.org/officeDocument/2006/relationships/image" Target="../media/image62.wmf"/><Relationship Id="rId9" Type="http://schemas.openxmlformats.org/officeDocument/2006/relationships/image" Target="../media/image12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2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image" Target="../media/image140.wmf"/><Relationship Id="rId7" Type="http://schemas.openxmlformats.org/officeDocument/2006/relationships/image" Target="../media/image144.wmf"/><Relationship Id="rId2" Type="http://schemas.openxmlformats.org/officeDocument/2006/relationships/image" Target="../media/image139.wmf"/><Relationship Id="rId1" Type="http://schemas.openxmlformats.org/officeDocument/2006/relationships/image" Target="../media/image138.wmf"/><Relationship Id="rId6" Type="http://schemas.openxmlformats.org/officeDocument/2006/relationships/image" Target="../media/image143.wmf"/><Relationship Id="rId5" Type="http://schemas.openxmlformats.org/officeDocument/2006/relationships/image" Target="../media/image142.wmf"/><Relationship Id="rId4" Type="http://schemas.openxmlformats.org/officeDocument/2006/relationships/image" Target="../media/image141.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19.wmf"/><Relationship Id="rId13" Type="http://schemas.openxmlformats.org/officeDocument/2006/relationships/image" Target="../media/image134.wmf"/><Relationship Id="rId18" Type="http://schemas.openxmlformats.org/officeDocument/2006/relationships/image" Target="../media/image144.wmf"/><Relationship Id="rId3" Type="http://schemas.openxmlformats.org/officeDocument/2006/relationships/image" Target="../media/image61.wmf"/><Relationship Id="rId21" Type="http://schemas.openxmlformats.org/officeDocument/2006/relationships/image" Target="../media/image5.wmf"/><Relationship Id="rId7" Type="http://schemas.openxmlformats.org/officeDocument/2006/relationships/image" Target="../media/image118.wmf"/><Relationship Id="rId12" Type="http://schemas.openxmlformats.org/officeDocument/2006/relationships/image" Target="../media/image132.wmf"/><Relationship Id="rId17" Type="http://schemas.openxmlformats.org/officeDocument/2006/relationships/image" Target="../media/image139.wmf"/><Relationship Id="rId2" Type="http://schemas.openxmlformats.org/officeDocument/2006/relationships/image" Target="../media/image92.wmf"/><Relationship Id="rId16" Type="http://schemas.openxmlformats.org/officeDocument/2006/relationships/image" Target="../media/image143.wmf"/><Relationship Id="rId20" Type="http://schemas.openxmlformats.org/officeDocument/2006/relationships/image" Target="../media/image52.wmf"/><Relationship Id="rId1" Type="http://schemas.openxmlformats.org/officeDocument/2006/relationships/image" Target="../media/image106.wmf"/><Relationship Id="rId6" Type="http://schemas.openxmlformats.org/officeDocument/2006/relationships/image" Target="../media/image117.wmf"/><Relationship Id="rId11" Type="http://schemas.openxmlformats.org/officeDocument/2006/relationships/image" Target="../media/image122.wmf"/><Relationship Id="rId5" Type="http://schemas.openxmlformats.org/officeDocument/2006/relationships/image" Target="../media/image116.wmf"/><Relationship Id="rId15" Type="http://schemas.openxmlformats.org/officeDocument/2006/relationships/image" Target="../media/image136.wmf"/><Relationship Id="rId10" Type="http://schemas.openxmlformats.org/officeDocument/2006/relationships/image" Target="../media/image121.wmf"/><Relationship Id="rId19" Type="http://schemas.openxmlformats.org/officeDocument/2006/relationships/image" Target="../media/image145.wmf"/><Relationship Id="rId4" Type="http://schemas.openxmlformats.org/officeDocument/2006/relationships/image" Target="../media/image62.wmf"/><Relationship Id="rId9" Type="http://schemas.openxmlformats.org/officeDocument/2006/relationships/image" Target="../media/image120.wmf"/><Relationship Id="rId14" Type="http://schemas.openxmlformats.org/officeDocument/2006/relationships/image" Target="../media/image135.wmf"/><Relationship Id="rId22" Type="http://schemas.openxmlformats.org/officeDocument/2006/relationships/image" Target="../media/image1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49.wmf"/><Relationship Id="rId7" Type="http://schemas.openxmlformats.org/officeDocument/2006/relationships/image" Target="../media/image153.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3.wmf"/><Relationship Id="rId4" Type="http://schemas.openxmlformats.org/officeDocument/2006/relationships/image" Target="../media/image15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5.wmf"/><Relationship Id="rId2" Type="http://schemas.openxmlformats.org/officeDocument/2006/relationships/image" Target="../media/image160.wmf"/><Relationship Id="rId1" Type="http://schemas.openxmlformats.org/officeDocument/2006/relationships/image" Target="../media/image159.wmf"/><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image" Target="../media/image180.wmf"/><Relationship Id="rId3" Type="http://schemas.openxmlformats.org/officeDocument/2006/relationships/image" Target="../media/image170.wmf"/><Relationship Id="rId7" Type="http://schemas.openxmlformats.org/officeDocument/2006/relationships/image" Target="../media/image174.wmf"/><Relationship Id="rId12" Type="http://schemas.openxmlformats.org/officeDocument/2006/relationships/image" Target="../media/image179.wmf"/><Relationship Id="rId2" Type="http://schemas.openxmlformats.org/officeDocument/2006/relationships/image" Target="../media/image169.wmf"/><Relationship Id="rId16" Type="http://schemas.openxmlformats.org/officeDocument/2006/relationships/image" Target="../media/image106.wmf"/><Relationship Id="rId1" Type="http://schemas.openxmlformats.org/officeDocument/2006/relationships/image" Target="../media/image168.wmf"/><Relationship Id="rId6" Type="http://schemas.openxmlformats.org/officeDocument/2006/relationships/image" Target="../media/image173.wmf"/><Relationship Id="rId11" Type="http://schemas.openxmlformats.org/officeDocument/2006/relationships/image" Target="../media/image178.wmf"/><Relationship Id="rId5" Type="http://schemas.openxmlformats.org/officeDocument/2006/relationships/image" Target="../media/image172.wmf"/><Relationship Id="rId15" Type="http://schemas.openxmlformats.org/officeDocument/2006/relationships/image" Target="../media/image61.wmf"/><Relationship Id="rId10" Type="http://schemas.openxmlformats.org/officeDocument/2006/relationships/image" Target="../media/image177.wmf"/><Relationship Id="rId4" Type="http://schemas.openxmlformats.org/officeDocument/2006/relationships/image" Target="../media/image171.wmf"/><Relationship Id="rId9" Type="http://schemas.openxmlformats.org/officeDocument/2006/relationships/image" Target="../media/image176.wmf"/><Relationship Id="rId14" Type="http://schemas.openxmlformats.org/officeDocument/2006/relationships/image" Target="../media/image181.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89.wmf"/><Relationship Id="rId13" Type="http://schemas.openxmlformats.org/officeDocument/2006/relationships/image" Target="../media/image194.wmf"/><Relationship Id="rId3" Type="http://schemas.openxmlformats.org/officeDocument/2006/relationships/image" Target="../media/image184.wmf"/><Relationship Id="rId7" Type="http://schemas.openxmlformats.org/officeDocument/2006/relationships/image" Target="../media/image188.wmf"/><Relationship Id="rId12" Type="http://schemas.openxmlformats.org/officeDocument/2006/relationships/image" Target="../media/image193.wmf"/><Relationship Id="rId2" Type="http://schemas.openxmlformats.org/officeDocument/2006/relationships/image" Target="../media/image183.wmf"/><Relationship Id="rId16" Type="http://schemas.openxmlformats.org/officeDocument/2006/relationships/image" Target="../media/image197.wmf"/><Relationship Id="rId1" Type="http://schemas.openxmlformats.org/officeDocument/2006/relationships/image" Target="../media/image182.wmf"/><Relationship Id="rId6" Type="http://schemas.openxmlformats.org/officeDocument/2006/relationships/image" Target="../media/image187.wmf"/><Relationship Id="rId11" Type="http://schemas.openxmlformats.org/officeDocument/2006/relationships/image" Target="../media/image192.wmf"/><Relationship Id="rId5" Type="http://schemas.openxmlformats.org/officeDocument/2006/relationships/image" Target="../media/image186.wmf"/><Relationship Id="rId15" Type="http://schemas.openxmlformats.org/officeDocument/2006/relationships/image" Target="../media/image196.wmf"/><Relationship Id="rId10" Type="http://schemas.openxmlformats.org/officeDocument/2006/relationships/image" Target="../media/image191.wmf"/><Relationship Id="rId4" Type="http://schemas.openxmlformats.org/officeDocument/2006/relationships/image" Target="../media/image185.wmf"/><Relationship Id="rId9" Type="http://schemas.openxmlformats.org/officeDocument/2006/relationships/image" Target="../media/image190.wmf"/><Relationship Id="rId14" Type="http://schemas.openxmlformats.org/officeDocument/2006/relationships/image" Target="../media/image19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image" Target="../media/image199.wmf"/><Relationship Id="rId1" Type="http://schemas.openxmlformats.org/officeDocument/2006/relationships/image" Target="../media/image198.wmf"/><Relationship Id="rId5" Type="http://schemas.openxmlformats.org/officeDocument/2006/relationships/image" Target="../media/image202.wmf"/><Relationship Id="rId4" Type="http://schemas.openxmlformats.org/officeDocument/2006/relationships/image" Target="../media/image201.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image" Target="../media/image205.wmf"/><Relationship Id="rId7" Type="http://schemas.openxmlformats.org/officeDocument/2006/relationships/image" Target="../media/image209.wmf"/><Relationship Id="rId12" Type="http://schemas.openxmlformats.org/officeDocument/2006/relationships/image" Target="../media/image214.wmf"/><Relationship Id="rId2" Type="http://schemas.openxmlformats.org/officeDocument/2006/relationships/image" Target="../media/image204.wmf"/><Relationship Id="rId1" Type="http://schemas.openxmlformats.org/officeDocument/2006/relationships/image" Target="../media/image203.wmf"/><Relationship Id="rId6" Type="http://schemas.openxmlformats.org/officeDocument/2006/relationships/image" Target="../media/image208.wmf"/><Relationship Id="rId11" Type="http://schemas.openxmlformats.org/officeDocument/2006/relationships/image" Target="../media/image213.wmf"/><Relationship Id="rId5" Type="http://schemas.openxmlformats.org/officeDocument/2006/relationships/image" Target="../media/image207.wmf"/><Relationship Id="rId10" Type="http://schemas.openxmlformats.org/officeDocument/2006/relationships/image" Target="../media/image212.wmf"/><Relationship Id="rId4" Type="http://schemas.openxmlformats.org/officeDocument/2006/relationships/image" Target="../media/image206.wmf"/><Relationship Id="rId9" Type="http://schemas.openxmlformats.org/officeDocument/2006/relationships/image" Target="../media/image21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17.wmf"/><Relationship Id="rId7" Type="http://schemas.openxmlformats.org/officeDocument/2006/relationships/image" Target="../media/image221.wmf"/><Relationship Id="rId2" Type="http://schemas.openxmlformats.org/officeDocument/2006/relationships/image" Target="../media/image216.wmf"/><Relationship Id="rId1" Type="http://schemas.openxmlformats.org/officeDocument/2006/relationships/image" Target="../media/image215.wmf"/><Relationship Id="rId6" Type="http://schemas.openxmlformats.org/officeDocument/2006/relationships/image" Target="../media/image220.wmf"/><Relationship Id="rId5" Type="http://schemas.openxmlformats.org/officeDocument/2006/relationships/image" Target="../media/image219.wmf"/><Relationship Id="rId4" Type="http://schemas.openxmlformats.org/officeDocument/2006/relationships/image" Target="../media/image218.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27.wmf"/><Relationship Id="rId13" Type="http://schemas.openxmlformats.org/officeDocument/2006/relationships/image" Target="../media/image232.wmf"/><Relationship Id="rId18" Type="http://schemas.openxmlformats.org/officeDocument/2006/relationships/image" Target="../media/image237.wmf"/><Relationship Id="rId3" Type="http://schemas.openxmlformats.org/officeDocument/2006/relationships/image" Target="../media/image224.wmf"/><Relationship Id="rId7" Type="http://schemas.openxmlformats.org/officeDocument/2006/relationships/image" Target="../media/image214.wmf"/><Relationship Id="rId12" Type="http://schemas.openxmlformats.org/officeDocument/2006/relationships/image" Target="../media/image231.wmf"/><Relationship Id="rId17" Type="http://schemas.openxmlformats.org/officeDocument/2006/relationships/image" Target="../media/image236.wmf"/><Relationship Id="rId2" Type="http://schemas.openxmlformats.org/officeDocument/2006/relationships/image" Target="../media/image223.wmf"/><Relationship Id="rId16" Type="http://schemas.openxmlformats.org/officeDocument/2006/relationships/image" Target="../media/image235.wmf"/><Relationship Id="rId1" Type="http://schemas.openxmlformats.org/officeDocument/2006/relationships/image" Target="../media/image222.wmf"/><Relationship Id="rId6" Type="http://schemas.openxmlformats.org/officeDocument/2006/relationships/image" Target="../media/image213.wmf"/><Relationship Id="rId11" Type="http://schemas.openxmlformats.org/officeDocument/2006/relationships/image" Target="../media/image230.wmf"/><Relationship Id="rId5" Type="http://schemas.openxmlformats.org/officeDocument/2006/relationships/image" Target="../media/image226.wmf"/><Relationship Id="rId15" Type="http://schemas.openxmlformats.org/officeDocument/2006/relationships/image" Target="../media/image234.wmf"/><Relationship Id="rId10" Type="http://schemas.openxmlformats.org/officeDocument/2006/relationships/image" Target="../media/image229.wmf"/><Relationship Id="rId19" Type="http://schemas.openxmlformats.org/officeDocument/2006/relationships/image" Target="../media/image238.wmf"/><Relationship Id="rId4" Type="http://schemas.openxmlformats.org/officeDocument/2006/relationships/image" Target="../media/image225.wmf"/><Relationship Id="rId9" Type="http://schemas.openxmlformats.org/officeDocument/2006/relationships/image" Target="../media/image228.wmf"/><Relationship Id="rId14" Type="http://schemas.openxmlformats.org/officeDocument/2006/relationships/image" Target="../media/image2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1EF1AF67-5D85-4BDF-9BE3-0669F05422E0}" type="datetimeFigureOut">
              <a:rPr lang="zh-CN" altLang="en-US"/>
              <a:pPr>
                <a:defRPr/>
              </a:pPr>
              <a:t>2026/3/3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46E5F961-C73F-4324-A9FE-A3438FFF417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6E5F961-C73F-4324-A9FE-A3438FFF4175}" type="slidenum">
              <a:rPr lang="zh-CN" altLang="en-US" smtClean="0"/>
              <a:pPr>
                <a:defRPr/>
              </a:pPr>
              <a:t>31</a:t>
            </a:fld>
            <a:endParaRPr lang="zh-CN" altLang="en-US"/>
          </a:p>
        </p:txBody>
      </p:sp>
    </p:spTree>
    <p:extLst>
      <p:ext uri="{BB962C8B-B14F-4D97-AF65-F5344CB8AC3E}">
        <p14:creationId xmlns:p14="http://schemas.microsoft.com/office/powerpoint/2010/main" val="1716122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378042CA-A2B8-4882-8BAF-F7872B7C4EFB}" type="slidenum">
              <a:rPr lang="en-US" altLang="zh-CN"/>
              <a:pPr>
                <a:defRPr/>
              </a:pPr>
              <a:t>‹#›</a:t>
            </a:fld>
            <a:endParaRPr lang="en-US" altLang="zh-CN"/>
          </a:p>
        </p:txBody>
      </p:sp>
    </p:spTree>
    <p:extLst>
      <p:ext uri="{BB962C8B-B14F-4D97-AF65-F5344CB8AC3E}">
        <p14:creationId xmlns:p14="http://schemas.microsoft.com/office/powerpoint/2010/main" val="1889156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811AB7C3-1A9E-4EB4-BCBD-4955CBDFF69C}" type="slidenum">
              <a:rPr lang="en-US" altLang="zh-CN"/>
              <a:pPr>
                <a:defRPr/>
              </a:pPr>
              <a:t>‹#›</a:t>
            </a:fld>
            <a:endParaRPr lang="en-US" altLang="zh-CN"/>
          </a:p>
        </p:txBody>
      </p:sp>
    </p:spTree>
    <p:extLst>
      <p:ext uri="{BB962C8B-B14F-4D97-AF65-F5344CB8AC3E}">
        <p14:creationId xmlns:p14="http://schemas.microsoft.com/office/powerpoint/2010/main" val="3639913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B757F129-03C4-41C9-9D67-7948A421705D}" type="slidenum">
              <a:rPr lang="en-US" altLang="zh-CN"/>
              <a:pPr>
                <a:defRPr/>
              </a:pPr>
              <a:t>‹#›</a:t>
            </a:fld>
            <a:endParaRPr lang="en-US" altLang="zh-CN"/>
          </a:p>
        </p:txBody>
      </p:sp>
    </p:spTree>
    <p:extLst>
      <p:ext uri="{BB962C8B-B14F-4D97-AF65-F5344CB8AC3E}">
        <p14:creationId xmlns:p14="http://schemas.microsoft.com/office/powerpoint/2010/main" val="1036397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B64258C4-5148-4590-8A3B-99FC5DAC30C8}" type="slidenum">
              <a:rPr lang="en-US" altLang="zh-CN"/>
              <a:pPr>
                <a:defRPr/>
              </a:pPr>
              <a:t>‹#›</a:t>
            </a:fld>
            <a:endParaRPr lang="en-US" altLang="zh-CN"/>
          </a:p>
        </p:txBody>
      </p:sp>
    </p:spTree>
    <p:extLst>
      <p:ext uri="{BB962C8B-B14F-4D97-AF65-F5344CB8AC3E}">
        <p14:creationId xmlns:p14="http://schemas.microsoft.com/office/powerpoint/2010/main" val="503376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169D1A5D-859D-493A-8276-73FB1B10F79D}" type="slidenum">
              <a:rPr lang="en-US" altLang="zh-CN"/>
              <a:pPr>
                <a:defRPr/>
              </a:pPr>
              <a:t>‹#›</a:t>
            </a:fld>
            <a:endParaRPr lang="en-US" altLang="zh-CN"/>
          </a:p>
        </p:txBody>
      </p:sp>
    </p:spTree>
    <p:extLst>
      <p:ext uri="{BB962C8B-B14F-4D97-AF65-F5344CB8AC3E}">
        <p14:creationId xmlns:p14="http://schemas.microsoft.com/office/powerpoint/2010/main" val="2939596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5D8E7873-8106-47D4-8D65-FBFCEB742D38}" type="slidenum">
              <a:rPr lang="en-US" altLang="zh-CN"/>
              <a:pPr>
                <a:defRPr/>
              </a:pPr>
              <a:t>‹#›</a:t>
            </a:fld>
            <a:endParaRPr lang="en-US" altLang="zh-CN"/>
          </a:p>
        </p:txBody>
      </p:sp>
    </p:spTree>
    <p:extLst>
      <p:ext uri="{BB962C8B-B14F-4D97-AF65-F5344CB8AC3E}">
        <p14:creationId xmlns:p14="http://schemas.microsoft.com/office/powerpoint/2010/main" val="376374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50058C68-DE25-46F0-B0DE-5B514D7F7FB6}" type="slidenum">
              <a:rPr lang="en-US" altLang="zh-CN"/>
              <a:pPr>
                <a:defRPr/>
              </a:pPr>
              <a:t>‹#›</a:t>
            </a:fld>
            <a:endParaRPr lang="en-US" altLang="zh-CN"/>
          </a:p>
        </p:txBody>
      </p:sp>
    </p:spTree>
    <p:extLst>
      <p:ext uri="{BB962C8B-B14F-4D97-AF65-F5344CB8AC3E}">
        <p14:creationId xmlns:p14="http://schemas.microsoft.com/office/powerpoint/2010/main" val="482154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F4984DA0-D17B-470C-ACCD-CC89BB2A55A0}" type="slidenum">
              <a:rPr lang="en-US" altLang="zh-CN"/>
              <a:pPr>
                <a:defRPr/>
              </a:pPr>
              <a:t>‹#›</a:t>
            </a:fld>
            <a:endParaRPr lang="en-US" altLang="zh-CN"/>
          </a:p>
        </p:txBody>
      </p:sp>
    </p:spTree>
    <p:extLst>
      <p:ext uri="{BB962C8B-B14F-4D97-AF65-F5344CB8AC3E}">
        <p14:creationId xmlns:p14="http://schemas.microsoft.com/office/powerpoint/2010/main" val="269104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D1A93E07-8DA5-4D74-AA5E-D2E85C839491}" type="slidenum">
              <a:rPr lang="en-US" altLang="zh-CN"/>
              <a:pPr>
                <a:defRPr/>
              </a:pPr>
              <a:t>‹#›</a:t>
            </a:fld>
            <a:endParaRPr lang="en-US" altLang="zh-CN"/>
          </a:p>
        </p:txBody>
      </p:sp>
    </p:spTree>
    <p:extLst>
      <p:ext uri="{BB962C8B-B14F-4D97-AF65-F5344CB8AC3E}">
        <p14:creationId xmlns:p14="http://schemas.microsoft.com/office/powerpoint/2010/main" val="63854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C7F7E36E-7BC5-4C80-A307-EDD2BDF811AE}" type="slidenum">
              <a:rPr lang="en-US" altLang="zh-CN"/>
              <a:pPr>
                <a:defRPr/>
              </a:pPr>
              <a:t>‹#›</a:t>
            </a:fld>
            <a:endParaRPr lang="en-US" altLang="zh-CN"/>
          </a:p>
        </p:txBody>
      </p:sp>
    </p:spTree>
    <p:extLst>
      <p:ext uri="{BB962C8B-B14F-4D97-AF65-F5344CB8AC3E}">
        <p14:creationId xmlns:p14="http://schemas.microsoft.com/office/powerpoint/2010/main" val="338211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258267E0-C656-43DC-86BF-74388DA7C684}" type="slidenum">
              <a:rPr lang="en-US" altLang="zh-CN"/>
              <a:pPr>
                <a:defRPr/>
              </a:pPr>
              <a:t>‹#›</a:t>
            </a:fld>
            <a:endParaRPr lang="en-US" altLang="zh-CN"/>
          </a:p>
        </p:txBody>
      </p:sp>
    </p:spTree>
    <p:extLst>
      <p:ext uri="{BB962C8B-B14F-4D97-AF65-F5344CB8AC3E}">
        <p14:creationId xmlns:p14="http://schemas.microsoft.com/office/powerpoint/2010/main" val="387569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F40F7CDD-ADE6-4318-9986-1383C3791BBB}" type="slidenum">
              <a:rPr lang="en-US" altLang="zh-CN"/>
              <a:pPr>
                <a:defRPr/>
              </a:pPr>
              <a:t>‹#›</a:t>
            </a:fld>
            <a:endParaRPr lang="en-US" altLang="zh-CN"/>
          </a:p>
        </p:txBody>
      </p:sp>
      <p:pic>
        <p:nvPicPr>
          <p:cNvPr id="2" name="图片 12">
            <a:extLst>
              <a:ext uri="{FF2B5EF4-FFF2-40B4-BE49-F238E27FC236}">
                <a16:creationId xmlns:a16="http://schemas.microsoft.com/office/drawing/2014/main" id="{C8583279-E2D1-A343-4DF1-AB3642BDFC2F}"/>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424592" y="50077"/>
            <a:ext cx="720000" cy="714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5.bin"/><Relationship Id="rId18" Type="http://schemas.openxmlformats.org/officeDocument/2006/relationships/image" Target="../media/image8.wmf"/><Relationship Id="rId7" Type="http://schemas.openxmlformats.org/officeDocument/2006/relationships/oleObject" Target="../embeddings/oleObject2.bin"/><Relationship Id="rId12" Type="http://schemas.openxmlformats.org/officeDocument/2006/relationships/image" Target="../media/image5.wmf"/><Relationship Id="rId17" Type="http://schemas.openxmlformats.org/officeDocument/2006/relationships/oleObject" Target="../embeddings/oleObject7.bin"/><Relationship Id="rId2" Type="http://schemas.openxmlformats.org/officeDocument/2006/relationships/slideLayout" Target="../slideLayouts/slideLayout2.xml"/><Relationship Id="rId16" Type="http://schemas.openxmlformats.org/officeDocument/2006/relationships/image" Target="../media/image7.wmf"/><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4.bin"/><Relationship Id="rId5" Type="http://schemas.openxmlformats.org/officeDocument/2006/relationships/oleObject" Target="../embeddings/oleObject1.bin"/><Relationship Id="rId15" Type="http://schemas.openxmlformats.org/officeDocument/2006/relationships/oleObject" Target="../embeddings/oleObject6.bin"/><Relationship Id="rId10" Type="http://schemas.openxmlformats.org/officeDocument/2006/relationships/image" Target="../media/image4.wmf"/><Relationship Id="rId19"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oleObject" Target="../embeddings/oleObject3.bin"/><Relationship Id="rId1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4.bin"/><Relationship Id="rId18" Type="http://schemas.openxmlformats.org/officeDocument/2006/relationships/image" Target="../media/image18.wmf"/><Relationship Id="rId26" Type="http://schemas.openxmlformats.org/officeDocument/2006/relationships/image" Target="../media/image22.wmf"/><Relationship Id="rId3" Type="http://schemas.openxmlformats.org/officeDocument/2006/relationships/oleObject" Target="../embeddings/oleObject9.bin"/><Relationship Id="rId21" Type="http://schemas.openxmlformats.org/officeDocument/2006/relationships/oleObject" Target="../embeddings/oleObject18.bin"/><Relationship Id="rId7" Type="http://schemas.openxmlformats.org/officeDocument/2006/relationships/oleObject" Target="../embeddings/oleObject11.bin"/><Relationship Id="rId12" Type="http://schemas.openxmlformats.org/officeDocument/2006/relationships/image" Target="../media/image15.wmf"/><Relationship Id="rId17" Type="http://schemas.openxmlformats.org/officeDocument/2006/relationships/oleObject" Target="../embeddings/oleObject16.bin"/><Relationship Id="rId25" Type="http://schemas.openxmlformats.org/officeDocument/2006/relationships/oleObject" Target="../embeddings/oleObject20.bin"/><Relationship Id="rId2" Type="http://schemas.openxmlformats.org/officeDocument/2006/relationships/slideLayout" Target="../slideLayouts/slideLayout2.xml"/><Relationship Id="rId16" Type="http://schemas.openxmlformats.org/officeDocument/2006/relationships/image" Target="../media/image17.wmf"/><Relationship Id="rId20" Type="http://schemas.openxmlformats.org/officeDocument/2006/relationships/image" Target="../media/image19.wmf"/><Relationship Id="rId1" Type="http://schemas.openxmlformats.org/officeDocument/2006/relationships/vmlDrawing" Target="../drawings/vmlDrawing3.vml"/><Relationship Id="rId6" Type="http://schemas.openxmlformats.org/officeDocument/2006/relationships/image" Target="../media/image12.wmf"/><Relationship Id="rId11" Type="http://schemas.openxmlformats.org/officeDocument/2006/relationships/oleObject" Target="../embeddings/oleObject13.bin"/><Relationship Id="rId24" Type="http://schemas.openxmlformats.org/officeDocument/2006/relationships/image" Target="../media/image21.wmf"/><Relationship Id="rId5" Type="http://schemas.openxmlformats.org/officeDocument/2006/relationships/oleObject" Target="../embeddings/oleObject10.bin"/><Relationship Id="rId15" Type="http://schemas.openxmlformats.org/officeDocument/2006/relationships/oleObject" Target="../embeddings/oleObject15.bin"/><Relationship Id="rId23" Type="http://schemas.openxmlformats.org/officeDocument/2006/relationships/oleObject" Target="../embeddings/oleObject19.bin"/><Relationship Id="rId10" Type="http://schemas.openxmlformats.org/officeDocument/2006/relationships/image" Target="../media/image14.wmf"/><Relationship Id="rId19" Type="http://schemas.openxmlformats.org/officeDocument/2006/relationships/oleObject" Target="../embeddings/oleObject17.bin"/><Relationship Id="rId4" Type="http://schemas.openxmlformats.org/officeDocument/2006/relationships/image" Target="../media/image11.wmf"/><Relationship Id="rId9" Type="http://schemas.openxmlformats.org/officeDocument/2006/relationships/oleObject" Target="../embeddings/oleObject12.bin"/><Relationship Id="rId14" Type="http://schemas.openxmlformats.org/officeDocument/2006/relationships/image" Target="../media/image16.wmf"/><Relationship Id="rId22" Type="http://schemas.openxmlformats.org/officeDocument/2006/relationships/image" Target="../media/image20.wmf"/></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5.bin"/><Relationship Id="rId18" Type="http://schemas.openxmlformats.org/officeDocument/2006/relationships/oleObject" Target="../embeddings/oleObject27.bin"/><Relationship Id="rId3" Type="http://schemas.openxmlformats.org/officeDocument/2006/relationships/oleObject" Target="../embeddings/oleObject21.bin"/><Relationship Id="rId7" Type="http://schemas.openxmlformats.org/officeDocument/2006/relationships/oleObject" Target="../embeddings/oleObject22.bin"/><Relationship Id="rId12" Type="http://schemas.openxmlformats.org/officeDocument/2006/relationships/image" Target="../media/image26.wmf"/><Relationship Id="rId17" Type="http://schemas.openxmlformats.org/officeDocument/2006/relationships/image" Target="../media/image28.wmf"/><Relationship Id="rId2" Type="http://schemas.openxmlformats.org/officeDocument/2006/relationships/slideLayout" Target="../slideLayouts/slideLayout2.xml"/><Relationship Id="rId16" Type="http://schemas.openxmlformats.org/officeDocument/2006/relationships/oleObject" Target="../embeddings/oleObject26.bin"/><Relationship Id="rId20" Type="http://schemas.openxmlformats.org/officeDocument/2006/relationships/image" Target="../media/image31.png"/><Relationship Id="rId1" Type="http://schemas.openxmlformats.org/officeDocument/2006/relationships/vmlDrawing" Target="../drawings/vmlDrawing4.vml"/><Relationship Id="rId6" Type="http://schemas.openxmlformats.org/officeDocument/2006/relationships/image" Target="../media/image5.wmf"/><Relationship Id="rId11" Type="http://schemas.openxmlformats.org/officeDocument/2006/relationships/oleObject" Target="../embeddings/oleObject24.bin"/><Relationship Id="rId5" Type="http://schemas.openxmlformats.org/officeDocument/2006/relationships/oleObject" Target="../embeddings/oleObject4.bin"/><Relationship Id="rId15" Type="http://schemas.openxmlformats.org/officeDocument/2006/relationships/image" Target="../media/image30.png"/><Relationship Id="rId10" Type="http://schemas.openxmlformats.org/officeDocument/2006/relationships/image" Target="../media/image25.wmf"/><Relationship Id="rId19" Type="http://schemas.openxmlformats.org/officeDocument/2006/relationships/image" Target="../media/image29.wmf"/><Relationship Id="rId4" Type="http://schemas.openxmlformats.org/officeDocument/2006/relationships/image" Target="../media/image23.wmf"/><Relationship Id="rId9" Type="http://schemas.openxmlformats.org/officeDocument/2006/relationships/oleObject" Target="../embeddings/oleObject23.bin"/><Relationship Id="rId14" Type="http://schemas.openxmlformats.org/officeDocument/2006/relationships/image" Target="../media/image27.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6.emf"/><Relationship Id="rId18" Type="http://schemas.openxmlformats.org/officeDocument/2006/relationships/oleObject" Target="../embeddings/oleObject35.bin"/><Relationship Id="rId3" Type="http://schemas.openxmlformats.org/officeDocument/2006/relationships/image" Target="../media/image41.png"/><Relationship Id="rId21" Type="http://schemas.openxmlformats.org/officeDocument/2006/relationships/image" Target="../media/image40.emf"/><Relationship Id="rId7" Type="http://schemas.openxmlformats.org/officeDocument/2006/relationships/image" Target="../media/image33.emf"/><Relationship Id="rId12" Type="http://schemas.openxmlformats.org/officeDocument/2006/relationships/oleObject" Target="../embeddings/oleObject32.bin"/><Relationship Id="rId17" Type="http://schemas.openxmlformats.org/officeDocument/2006/relationships/image" Target="../media/image38.emf"/><Relationship Id="rId2" Type="http://schemas.openxmlformats.org/officeDocument/2006/relationships/slideLayout" Target="../slideLayouts/slideLayout7.xml"/><Relationship Id="rId16" Type="http://schemas.openxmlformats.org/officeDocument/2006/relationships/oleObject" Target="../embeddings/oleObject34.bin"/><Relationship Id="rId20" Type="http://schemas.openxmlformats.org/officeDocument/2006/relationships/oleObject" Target="../embeddings/oleObject36.bin"/><Relationship Id="rId1" Type="http://schemas.openxmlformats.org/officeDocument/2006/relationships/vmlDrawing" Target="../drawings/vmlDrawing5.vml"/><Relationship Id="rId6" Type="http://schemas.openxmlformats.org/officeDocument/2006/relationships/oleObject" Target="../embeddings/oleObject29.bin"/><Relationship Id="rId11" Type="http://schemas.openxmlformats.org/officeDocument/2006/relationships/image" Target="../media/image35.emf"/><Relationship Id="rId5" Type="http://schemas.openxmlformats.org/officeDocument/2006/relationships/image" Target="../media/image32.emf"/><Relationship Id="rId15" Type="http://schemas.openxmlformats.org/officeDocument/2006/relationships/image" Target="../media/image37.emf"/><Relationship Id="rId10" Type="http://schemas.openxmlformats.org/officeDocument/2006/relationships/oleObject" Target="../embeddings/oleObject31.bin"/><Relationship Id="rId19" Type="http://schemas.openxmlformats.org/officeDocument/2006/relationships/image" Target="../media/image39.emf"/><Relationship Id="rId4" Type="http://schemas.openxmlformats.org/officeDocument/2006/relationships/oleObject" Target="../embeddings/oleObject28.bin"/><Relationship Id="rId9" Type="http://schemas.openxmlformats.org/officeDocument/2006/relationships/image" Target="../media/image34.emf"/><Relationship Id="rId14" Type="http://schemas.openxmlformats.org/officeDocument/2006/relationships/oleObject" Target="../embeddings/oleObject33.bin"/><Relationship Id="rId22"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5.emf"/><Relationship Id="rId18" Type="http://schemas.openxmlformats.org/officeDocument/2006/relationships/oleObject" Target="../embeddings/oleObject44.bin"/><Relationship Id="rId3" Type="http://schemas.openxmlformats.org/officeDocument/2006/relationships/image" Target="../media/image52.png"/><Relationship Id="rId21" Type="http://schemas.openxmlformats.org/officeDocument/2006/relationships/image" Target="../media/image49.emf"/><Relationship Id="rId7" Type="http://schemas.openxmlformats.org/officeDocument/2006/relationships/image" Target="../media/image42.emf"/><Relationship Id="rId12" Type="http://schemas.openxmlformats.org/officeDocument/2006/relationships/oleObject" Target="../embeddings/oleObject41.bin"/><Relationship Id="rId17" Type="http://schemas.openxmlformats.org/officeDocument/2006/relationships/image" Target="../media/image47.emf"/><Relationship Id="rId2" Type="http://schemas.openxmlformats.org/officeDocument/2006/relationships/slideLayout" Target="../slideLayouts/slideLayout7.xml"/><Relationship Id="rId16" Type="http://schemas.openxmlformats.org/officeDocument/2006/relationships/oleObject" Target="../embeddings/oleObject43.bin"/><Relationship Id="rId20" Type="http://schemas.openxmlformats.org/officeDocument/2006/relationships/oleObject" Target="../embeddings/oleObject45.bin"/><Relationship Id="rId1" Type="http://schemas.openxmlformats.org/officeDocument/2006/relationships/vmlDrawing" Target="../drawings/vmlDrawing6.vml"/><Relationship Id="rId6" Type="http://schemas.openxmlformats.org/officeDocument/2006/relationships/oleObject" Target="../embeddings/oleObject38.bin"/><Relationship Id="rId11" Type="http://schemas.openxmlformats.org/officeDocument/2006/relationships/image" Target="../media/image44.emf"/><Relationship Id="rId5" Type="http://schemas.openxmlformats.org/officeDocument/2006/relationships/image" Target="../media/image41.emf"/><Relationship Id="rId15" Type="http://schemas.openxmlformats.org/officeDocument/2006/relationships/image" Target="../media/image46.emf"/><Relationship Id="rId10" Type="http://schemas.openxmlformats.org/officeDocument/2006/relationships/oleObject" Target="../embeddings/oleObject40.bin"/><Relationship Id="rId19" Type="http://schemas.openxmlformats.org/officeDocument/2006/relationships/image" Target="../media/image48.emf"/><Relationship Id="rId4" Type="http://schemas.openxmlformats.org/officeDocument/2006/relationships/oleObject" Target="../embeddings/oleObject37.bin"/><Relationship Id="rId9" Type="http://schemas.openxmlformats.org/officeDocument/2006/relationships/image" Target="../media/image43.emf"/><Relationship Id="rId14" Type="http://schemas.openxmlformats.org/officeDocument/2006/relationships/oleObject" Target="../embeddings/oleObject42.bin"/></Relationships>
</file>

<file path=ppt/slides/_rels/slide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51.bin"/><Relationship Id="rId18" Type="http://schemas.openxmlformats.org/officeDocument/2006/relationships/image" Target="../media/image58.wmf"/><Relationship Id="rId26" Type="http://schemas.openxmlformats.org/officeDocument/2006/relationships/oleObject" Target="../embeddings/oleObject57.bin"/><Relationship Id="rId3" Type="http://schemas.openxmlformats.org/officeDocument/2006/relationships/oleObject" Target="../embeddings/oleObject46.bin"/><Relationship Id="rId21" Type="http://schemas.openxmlformats.org/officeDocument/2006/relationships/oleObject" Target="../embeddings/oleObject55.bin"/><Relationship Id="rId7" Type="http://schemas.openxmlformats.org/officeDocument/2006/relationships/oleObject" Target="../embeddings/oleObject48.bin"/><Relationship Id="rId12" Type="http://schemas.openxmlformats.org/officeDocument/2006/relationships/image" Target="../media/image55.wmf"/><Relationship Id="rId17" Type="http://schemas.openxmlformats.org/officeDocument/2006/relationships/oleObject" Target="../embeddings/oleObject53.bin"/><Relationship Id="rId25" Type="http://schemas.openxmlformats.org/officeDocument/2006/relationships/image" Target="../media/image67.png"/><Relationship Id="rId2" Type="http://schemas.openxmlformats.org/officeDocument/2006/relationships/slideLayout" Target="../slideLayouts/slideLayout2.xml"/><Relationship Id="rId16" Type="http://schemas.openxmlformats.org/officeDocument/2006/relationships/image" Target="../media/image57.wmf"/><Relationship Id="rId20" Type="http://schemas.openxmlformats.org/officeDocument/2006/relationships/image" Target="../media/image26.wmf"/><Relationship Id="rId29" Type="http://schemas.openxmlformats.org/officeDocument/2006/relationships/oleObject" Target="../embeddings/oleObject59.bin"/><Relationship Id="rId1" Type="http://schemas.openxmlformats.org/officeDocument/2006/relationships/vmlDrawing" Target="../drawings/vmlDrawing7.vml"/><Relationship Id="rId6" Type="http://schemas.openxmlformats.org/officeDocument/2006/relationships/image" Target="../media/image52.wmf"/><Relationship Id="rId11" Type="http://schemas.openxmlformats.org/officeDocument/2006/relationships/oleObject" Target="../embeddings/oleObject50.bin"/><Relationship Id="rId24" Type="http://schemas.openxmlformats.org/officeDocument/2006/relationships/image" Target="../media/image60.wmf"/><Relationship Id="rId32" Type="http://schemas.openxmlformats.org/officeDocument/2006/relationships/image" Target="../media/image63.wmf"/><Relationship Id="rId5" Type="http://schemas.openxmlformats.org/officeDocument/2006/relationships/oleObject" Target="../embeddings/oleObject47.bin"/><Relationship Id="rId15" Type="http://schemas.openxmlformats.org/officeDocument/2006/relationships/oleObject" Target="../embeddings/oleObject52.bin"/><Relationship Id="rId23" Type="http://schemas.openxmlformats.org/officeDocument/2006/relationships/oleObject" Target="../embeddings/oleObject56.bin"/><Relationship Id="rId28" Type="http://schemas.openxmlformats.org/officeDocument/2006/relationships/image" Target="../media/image61.wmf"/><Relationship Id="rId10" Type="http://schemas.openxmlformats.org/officeDocument/2006/relationships/image" Target="../media/image54.wmf"/><Relationship Id="rId19" Type="http://schemas.openxmlformats.org/officeDocument/2006/relationships/oleObject" Target="../embeddings/oleObject54.bin"/><Relationship Id="rId31" Type="http://schemas.openxmlformats.org/officeDocument/2006/relationships/oleObject" Target="../embeddings/oleObject60.bin"/><Relationship Id="rId4" Type="http://schemas.openxmlformats.org/officeDocument/2006/relationships/image" Target="../media/image51.wmf"/><Relationship Id="rId9" Type="http://schemas.openxmlformats.org/officeDocument/2006/relationships/oleObject" Target="../embeddings/oleObject49.bin"/><Relationship Id="rId14" Type="http://schemas.openxmlformats.org/officeDocument/2006/relationships/image" Target="../media/image56.wmf"/><Relationship Id="rId22" Type="http://schemas.openxmlformats.org/officeDocument/2006/relationships/image" Target="../media/image59.wmf"/><Relationship Id="rId27" Type="http://schemas.openxmlformats.org/officeDocument/2006/relationships/oleObject" Target="../embeddings/oleObject58.bin"/><Relationship Id="rId30" Type="http://schemas.openxmlformats.org/officeDocument/2006/relationships/image" Target="../media/image62.wmf"/></Relationships>
</file>

<file path=ppt/slides/_rels/slide12.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58.bin"/><Relationship Id="rId18" Type="http://schemas.openxmlformats.org/officeDocument/2006/relationships/image" Target="../media/image63.wmf"/><Relationship Id="rId3" Type="http://schemas.openxmlformats.org/officeDocument/2006/relationships/oleObject" Target="../embeddings/oleObject61.bin"/><Relationship Id="rId7" Type="http://schemas.openxmlformats.org/officeDocument/2006/relationships/oleObject" Target="../embeddings/oleObject57.bin"/><Relationship Id="rId12" Type="http://schemas.openxmlformats.org/officeDocument/2006/relationships/image" Target="../media/image67.wmf"/><Relationship Id="rId17" Type="http://schemas.openxmlformats.org/officeDocument/2006/relationships/oleObject" Target="../embeddings/oleObject60.bin"/><Relationship Id="rId2" Type="http://schemas.openxmlformats.org/officeDocument/2006/relationships/slideLayout" Target="../slideLayouts/slideLayout2.xml"/><Relationship Id="rId16" Type="http://schemas.openxmlformats.org/officeDocument/2006/relationships/image" Target="../media/image62.wmf"/><Relationship Id="rId1" Type="http://schemas.openxmlformats.org/officeDocument/2006/relationships/vmlDrawing" Target="../drawings/vmlDrawing8.vml"/><Relationship Id="rId6" Type="http://schemas.openxmlformats.org/officeDocument/2006/relationships/image" Target="../media/image65.wmf"/><Relationship Id="rId11" Type="http://schemas.openxmlformats.org/officeDocument/2006/relationships/oleObject" Target="../embeddings/oleObject64.bin"/><Relationship Id="rId5" Type="http://schemas.openxmlformats.org/officeDocument/2006/relationships/oleObject" Target="../embeddings/oleObject62.bin"/><Relationship Id="rId15" Type="http://schemas.openxmlformats.org/officeDocument/2006/relationships/oleObject" Target="../embeddings/oleObject59.bin"/><Relationship Id="rId10" Type="http://schemas.openxmlformats.org/officeDocument/2006/relationships/image" Target="../media/image66.wmf"/><Relationship Id="rId4" Type="http://schemas.openxmlformats.org/officeDocument/2006/relationships/image" Target="../media/image64.wmf"/><Relationship Id="rId9" Type="http://schemas.openxmlformats.org/officeDocument/2006/relationships/oleObject" Target="../embeddings/oleObject63.bin"/><Relationship Id="rId14" Type="http://schemas.openxmlformats.org/officeDocument/2006/relationships/image" Target="../media/image61.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2.wmf"/><Relationship Id="rId18" Type="http://schemas.openxmlformats.org/officeDocument/2006/relationships/oleObject" Target="../embeddings/oleObject71.bin"/><Relationship Id="rId3" Type="http://schemas.openxmlformats.org/officeDocument/2006/relationships/image" Target="../media/image75.png"/><Relationship Id="rId7" Type="http://schemas.openxmlformats.org/officeDocument/2006/relationships/image" Target="../media/image69.wmf"/><Relationship Id="rId12" Type="http://schemas.openxmlformats.org/officeDocument/2006/relationships/oleObject" Target="../embeddings/oleObject69.bin"/><Relationship Id="rId17" Type="http://schemas.openxmlformats.org/officeDocument/2006/relationships/image" Target="../media/image73.wmf"/><Relationship Id="rId2" Type="http://schemas.openxmlformats.org/officeDocument/2006/relationships/slideLayout" Target="../slideLayouts/slideLayout2.xml"/><Relationship Id="rId16" Type="http://schemas.openxmlformats.org/officeDocument/2006/relationships/oleObject" Target="../embeddings/oleObject70.bin"/><Relationship Id="rId1" Type="http://schemas.openxmlformats.org/officeDocument/2006/relationships/vmlDrawing" Target="../drawings/vmlDrawing9.vml"/><Relationship Id="rId6" Type="http://schemas.openxmlformats.org/officeDocument/2006/relationships/oleObject" Target="../embeddings/oleObject66.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81.png"/><Relationship Id="rId10" Type="http://schemas.openxmlformats.org/officeDocument/2006/relationships/oleObject" Target="../embeddings/oleObject68.bin"/><Relationship Id="rId19" Type="http://schemas.openxmlformats.org/officeDocument/2006/relationships/image" Target="../media/image74.wmf"/><Relationship Id="rId4" Type="http://schemas.openxmlformats.org/officeDocument/2006/relationships/oleObject" Target="../embeddings/oleObject65.bin"/><Relationship Id="rId9" Type="http://schemas.openxmlformats.org/officeDocument/2006/relationships/image" Target="../media/image70.wmf"/><Relationship Id="rId14" Type="http://schemas.openxmlformats.org/officeDocument/2006/relationships/image" Target="../media/image80.png"/></Relationships>
</file>

<file path=ppt/slides/_rels/slide1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80.wmf"/><Relationship Id="rId18" Type="http://schemas.openxmlformats.org/officeDocument/2006/relationships/oleObject" Target="../embeddings/oleObject60.bin"/><Relationship Id="rId3" Type="http://schemas.openxmlformats.org/officeDocument/2006/relationships/image" Target="../media/image84.png"/><Relationship Id="rId21" Type="http://schemas.openxmlformats.org/officeDocument/2006/relationships/image" Target="../media/image83.wmf"/><Relationship Id="rId7" Type="http://schemas.openxmlformats.org/officeDocument/2006/relationships/image" Target="../media/image77.wmf"/><Relationship Id="rId12" Type="http://schemas.openxmlformats.org/officeDocument/2006/relationships/oleObject" Target="../embeddings/oleObject75.bin"/><Relationship Id="rId17" Type="http://schemas.openxmlformats.org/officeDocument/2006/relationships/image" Target="../media/image82.wmf"/><Relationship Id="rId2" Type="http://schemas.openxmlformats.org/officeDocument/2006/relationships/slideLayout" Target="../slideLayouts/slideLayout2.xml"/><Relationship Id="rId16" Type="http://schemas.openxmlformats.org/officeDocument/2006/relationships/oleObject" Target="../embeddings/oleObject77.bin"/><Relationship Id="rId20" Type="http://schemas.openxmlformats.org/officeDocument/2006/relationships/oleObject" Target="../embeddings/oleObject78.bin"/><Relationship Id="rId1" Type="http://schemas.openxmlformats.org/officeDocument/2006/relationships/vmlDrawing" Target="../drawings/vmlDrawing10.vml"/><Relationship Id="rId6" Type="http://schemas.openxmlformats.org/officeDocument/2006/relationships/oleObject" Target="../embeddings/oleObject72.bin"/><Relationship Id="rId11" Type="http://schemas.openxmlformats.org/officeDocument/2006/relationships/image" Target="../media/image79.wmf"/><Relationship Id="rId5" Type="http://schemas.openxmlformats.org/officeDocument/2006/relationships/image" Target="../media/image92.png"/><Relationship Id="rId15" Type="http://schemas.openxmlformats.org/officeDocument/2006/relationships/image" Target="../media/image81.wmf"/><Relationship Id="rId10" Type="http://schemas.openxmlformats.org/officeDocument/2006/relationships/oleObject" Target="../embeddings/oleObject74.bin"/><Relationship Id="rId19" Type="http://schemas.openxmlformats.org/officeDocument/2006/relationships/image" Target="../media/image63.wmf"/><Relationship Id="rId4" Type="http://schemas.openxmlformats.org/officeDocument/2006/relationships/image" Target="../media/image91.png"/><Relationship Id="rId9" Type="http://schemas.openxmlformats.org/officeDocument/2006/relationships/image" Target="../media/image78.wmf"/><Relationship Id="rId14" Type="http://schemas.openxmlformats.org/officeDocument/2006/relationships/oleObject" Target="../embeddings/oleObject76.bin"/></Relationships>
</file>

<file path=ppt/slides/_rels/slide18.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image" Target="../media/image101.png"/><Relationship Id="rId18" Type="http://schemas.openxmlformats.org/officeDocument/2006/relationships/oleObject" Target="../embeddings/oleObject86.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9.wmf"/><Relationship Id="rId17" Type="http://schemas.openxmlformats.org/officeDocument/2006/relationships/image" Target="../media/image91.wmf"/><Relationship Id="rId2" Type="http://schemas.openxmlformats.org/officeDocument/2006/relationships/slideLayout" Target="../slideLayouts/slideLayout2.xml"/><Relationship Id="rId16" Type="http://schemas.openxmlformats.org/officeDocument/2006/relationships/oleObject" Target="../embeddings/oleObject85.bin"/><Relationship Id="rId1" Type="http://schemas.openxmlformats.org/officeDocument/2006/relationships/vmlDrawing" Target="../drawings/vmlDrawing11.vml"/><Relationship Id="rId6" Type="http://schemas.openxmlformats.org/officeDocument/2006/relationships/image" Target="../media/image86.w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image" Target="../media/image90.wmf"/><Relationship Id="rId10" Type="http://schemas.openxmlformats.org/officeDocument/2006/relationships/image" Target="../media/image88.wmf"/><Relationship Id="rId19" Type="http://schemas.openxmlformats.org/officeDocument/2006/relationships/image" Target="../media/image92.wmf"/><Relationship Id="rId4" Type="http://schemas.openxmlformats.org/officeDocument/2006/relationships/image" Target="../media/image85.wmf"/><Relationship Id="rId9" Type="http://schemas.openxmlformats.org/officeDocument/2006/relationships/oleObject" Target="../embeddings/oleObject82.bin"/><Relationship Id="rId14" Type="http://schemas.openxmlformats.org/officeDocument/2006/relationships/oleObject" Target="../embeddings/oleObject84.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96.wmf"/><Relationship Id="rId18" Type="http://schemas.openxmlformats.org/officeDocument/2006/relationships/image" Target="../media/image98.wmf"/><Relationship Id="rId3" Type="http://schemas.openxmlformats.org/officeDocument/2006/relationships/image" Target="../media/image100.png"/><Relationship Id="rId7" Type="http://schemas.openxmlformats.org/officeDocument/2006/relationships/image" Target="../media/image94.wmf"/><Relationship Id="rId12" Type="http://schemas.openxmlformats.org/officeDocument/2006/relationships/oleObject" Target="../embeddings/oleObject90.bin"/><Relationship Id="rId17" Type="http://schemas.openxmlformats.org/officeDocument/2006/relationships/oleObject" Target="../embeddings/oleObject92.bin"/><Relationship Id="rId2" Type="http://schemas.openxmlformats.org/officeDocument/2006/relationships/slideLayout" Target="../slideLayouts/slideLayout2.xml"/><Relationship Id="rId16" Type="http://schemas.openxmlformats.org/officeDocument/2006/relationships/image" Target="../media/image110.png"/><Relationship Id="rId20" Type="http://schemas.openxmlformats.org/officeDocument/2006/relationships/image" Target="../media/image99.wmf"/><Relationship Id="rId1" Type="http://schemas.openxmlformats.org/officeDocument/2006/relationships/vmlDrawing" Target="../drawings/vmlDrawing12.vml"/><Relationship Id="rId6" Type="http://schemas.openxmlformats.org/officeDocument/2006/relationships/oleObject" Target="../embeddings/oleObject88.bin"/><Relationship Id="rId11" Type="http://schemas.openxmlformats.org/officeDocument/2006/relationships/image" Target="../media/image95.wmf"/><Relationship Id="rId5" Type="http://schemas.openxmlformats.org/officeDocument/2006/relationships/image" Target="../media/image93.wmf"/><Relationship Id="rId15" Type="http://schemas.openxmlformats.org/officeDocument/2006/relationships/image" Target="../media/image97.wmf"/><Relationship Id="rId10" Type="http://schemas.openxmlformats.org/officeDocument/2006/relationships/oleObject" Target="../embeddings/oleObject89.bin"/><Relationship Id="rId19" Type="http://schemas.openxmlformats.org/officeDocument/2006/relationships/oleObject" Target="../embeddings/oleObject93.bin"/><Relationship Id="rId4" Type="http://schemas.openxmlformats.org/officeDocument/2006/relationships/oleObject" Target="../embeddings/oleObject87.bin"/><Relationship Id="rId9" Type="http://schemas.openxmlformats.org/officeDocument/2006/relationships/image" Target="../media/image85.wmf"/><Relationship Id="rId14" Type="http://schemas.openxmlformats.org/officeDocument/2006/relationships/oleObject" Target="../embeddings/oleObject9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04.wmf"/><Relationship Id="rId3" Type="http://schemas.openxmlformats.org/officeDocument/2006/relationships/image" Target="../media/image117.png"/><Relationship Id="rId7" Type="http://schemas.openxmlformats.org/officeDocument/2006/relationships/image" Target="../media/image101.wmf"/><Relationship Id="rId12" Type="http://schemas.openxmlformats.org/officeDocument/2006/relationships/oleObject" Target="../embeddings/oleObject97.bin"/><Relationship Id="rId17" Type="http://schemas.openxmlformats.org/officeDocument/2006/relationships/image" Target="../media/image106.wmf"/><Relationship Id="rId2" Type="http://schemas.openxmlformats.org/officeDocument/2006/relationships/slideLayout" Target="../slideLayouts/slideLayout2.xml"/><Relationship Id="rId16" Type="http://schemas.openxmlformats.org/officeDocument/2006/relationships/oleObject" Target="../embeddings/oleObject99.bin"/><Relationship Id="rId1" Type="http://schemas.openxmlformats.org/officeDocument/2006/relationships/vmlDrawing" Target="../drawings/vmlDrawing13.vml"/><Relationship Id="rId6" Type="http://schemas.openxmlformats.org/officeDocument/2006/relationships/oleObject" Target="../embeddings/oleObject94.bin"/><Relationship Id="rId11" Type="http://schemas.openxmlformats.org/officeDocument/2006/relationships/image" Target="../media/image103.wmf"/><Relationship Id="rId5" Type="http://schemas.openxmlformats.org/officeDocument/2006/relationships/image" Target="../media/image91.wmf"/><Relationship Id="rId15" Type="http://schemas.openxmlformats.org/officeDocument/2006/relationships/image" Target="../media/image105.wmf"/><Relationship Id="rId10" Type="http://schemas.openxmlformats.org/officeDocument/2006/relationships/oleObject" Target="../embeddings/oleObject96.bin"/><Relationship Id="rId4" Type="http://schemas.openxmlformats.org/officeDocument/2006/relationships/oleObject" Target="../embeddings/oleObject85.bin"/><Relationship Id="rId9" Type="http://schemas.openxmlformats.org/officeDocument/2006/relationships/image" Target="../media/image102.wmf"/><Relationship Id="rId14" Type="http://schemas.openxmlformats.org/officeDocument/2006/relationships/oleObject" Target="../embeddings/oleObject98.bin"/></Relationships>
</file>

<file path=ppt/slides/_rels/slide21.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oleObject" Target="../embeddings/oleObject103.bin"/><Relationship Id="rId18" Type="http://schemas.openxmlformats.org/officeDocument/2006/relationships/image" Target="../media/image112.wmf"/><Relationship Id="rId3" Type="http://schemas.openxmlformats.org/officeDocument/2006/relationships/oleObject" Target="../embeddings/oleObject100.bin"/><Relationship Id="rId21" Type="http://schemas.openxmlformats.org/officeDocument/2006/relationships/oleObject" Target="../embeddings/oleObject107.bin"/><Relationship Id="rId7" Type="http://schemas.openxmlformats.org/officeDocument/2006/relationships/image" Target="../media/image126.png"/><Relationship Id="rId12" Type="http://schemas.openxmlformats.org/officeDocument/2006/relationships/image" Target="../media/image109.wmf"/><Relationship Id="rId17" Type="http://schemas.openxmlformats.org/officeDocument/2006/relationships/oleObject" Target="../embeddings/oleObject105.bin"/><Relationship Id="rId2" Type="http://schemas.openxmlformats.org/officeDocument/2006/relationships/slideLayout" Target="../slideLayouts/slideLayout2.xml"/><Relationship Id="rId16" Type="http://schemas.openxmlformats.org/officeDocument/2006/relationships/image" Target="../media/image111.wmf"/><Relationship Id="rId20" Type="http://schemas.openxmlformats.org/officeDocument/2006/relationships/image" Target="../media/image113.wmf"/><Relationship Id="rId1" Type="http://schemas.openxmlformats.org/officeDocument/2006/relationships/vmlDrawing" Target="../drawings/vmlDrawing14.vml"/><Relationship Id="rId6" Type="http://schemas.openxmlformats.org/officeDocument/2006/relationships/image" Target="../media/image108.wmf"/><Relationship Id="rId11" Type="http://schemas.openxmlformats.org/officeDocument/2006/relationships/oleObject" Target="../embeddings/oleObject102.bin"/><Relationship Id="rId5" Type="http://schemas.openxmlformats.org/officeDocument/2006/relationships/oleObject" Target="../embeddings/oleObject101.bin"/><Relationship Id="rId15" Type="http://schemas.openxmlformats.org/officeDocument/2006/relationships/oleObject" Target="../embeddings/oleObject104.bin"/><Relationship Id="rId10" Type="http://schemas.openxmlformats.org/officeDocument/2006/relationships/image" Target="../media/image115.png"/><Relationship Id="rId19" Type="http://schemas.openxmlformats.org/officeDocument/2006/relationships/oleObject" Target="../embeddings/oleObject106.bin"/><Relationship Id="rId4" Type="http://schemas.openxmlformats.org/officeDocument/2006/relationships/image" Target="../media/image107.wmf"/><Relationship Id="rId9" Type="http://schemas.openxmlformats.org/officeDocument/2006/relationships/image" Target="../media/image128.png"/><Relationship Id="rId14" Type="http://schemas.openxmlformats.org/officeDocument/2006/relationships/image" Target="../media/image110.wmf"/><Relationship Id="rId22" Type="http://schemas.openxmlformats.org/officeDocument/2006/relationships/image" Target="../media/image114.wmf"/></Relationships>
</file>

<file path=ppt/slides/_rels/slide22.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109.bin"/><Relationship Id="rId18" Type="http://schemas.openxmlformats.org/officeDocument/2006/relationships/image" Target="../media/image119.wmf"/><Relationship Id="rId3" Type="http://schemas.openxmlformats.org/officeDocument/2006/relationships/oleObject" Target="../embeddings/oleObject99.bin"/><Relationship Id="rId21" Type="http://schemas.openxmlformats.org/officeDocument/2006/relationships/oleObject" Target="../embeddings/oleObject113.bin"/><Relationship Id="rId7" Type="http://schemas.openxmlformats.org/officeDocument/2006/relationships/oleObject" Target="../embeddings/oleObject58.bin"/><Relationship Id="rId12" Type="http://schemas.openxmlformats.org/officeDocument/2006/relationships/image" Target="../media/image116.wmf"/><Relationship Id="rId17" Type="http://schemas.openxmlformats.org/officeDocument/2006/relationships/oleObject" Target="../embeddings/oleObject111.bin"/><Relationship Id="rId2" Type="http://schemas.openxmlformats.org/officeDocument/2006/relationships/slideLayout" Target="../slideLayouts/slideLayout2.xml"/><Relationship Id="rId16" Type="http://schemas.openxmlformats.org/officeDocument/2006/relationships/image" Target="../media/image118.wmf"/><Relationship Id="rId20" Type="http://schemas.openxmlformats.org/officeDocument/2006/relationships/image" Target="../media/image120.wmf"/><Relationship Id="rId1" Type="http://schemas.openxmlformats.org/officeDocument/2006/relationships/vmlDrawing" Target="../drawings/vmlDrawing15.vml"/><Relationship Id="rId6" Type="http://schemas.openxmlformats.org/officeDocument/2006/relationships/image" Target="../media/image92.wmf"/><Relationship Id="rId11" Type="http://schemas.openxmlformats.org/officeDocument/2006/relationships/oleObject" Target="../embeddings/oleObject108.bin"/><Relationship Id="rId24" Type="http://schemas.openxmlformats.org/officeDocument/2006/relationships/image" Target="../media/image122.wmf"/><Relationship Id="rId5" Type="http://schemas.openxmlformats.org/officeDocument/2006/relationships/oleObject" Target="../embeddings/oleObject86.bin"/><Relationship Id="rId15" Type="http://schemas.openxmlformats.org/officeDocument/2006/relationships/oleObject" Target="../embeddings/oleObject110.bin"/><Relationship Id="rId23" Type="http://schemas.openxmlformats.org/officeDocument/2006/relationships/oleObject" Target="../embeddings/oleObject114.bin"/><Relationship Id="rId10" Type="http://schemas.openxmlformats.org/officeDocument/2006/relationships/image" Target="../media/image62.wmf"/><Relationship Id="rId19" Type="http://schemas.openxmlformats.org/officeDocument/2006/relationships/oleObject" Target="../embeddings/oleObject112.bin"/><Relationship Id="rId4" Type="http://schemas.openxmlformats.org/officeDocument/2006/relationships/image" Target="../media/image106.wmf"/><Relationship Id="rId9" Type="http://schemas.openxmlformats.org/officeDocument/2006/relationships/oleObject" Target="../embeddings/oleObject59.bin"/><Relationship Id="rId14" Type="http://schemas.openxmlformats.org/officeDocument/2006/relationships/image" Target="../media/image117.wmf"/><Relationship Id="rId22" Type="http://schemas.openxmlformats.org/officeDocument/2006/relationships/image" Target="../media/image121.wmf"/></Relationships>
</file>

<file path=ppt/slides/_rels/slide2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19.bin"/><Relationship Id="rId3" Type="http://schemas.openxmlformats.org/officeDocument/2006/relationships/image" Target="../media/image144.png"/><Relationship Id="rId7" Type="http://schemas.openxmlformats.org/officeDocument/2006/relationships/oleObject" Target="../embeddings/oleObject116.bin"/><Relationship Id="rId12" Type="http://schemas.openxmlformats.org/officeDocument/2006/relationships/image" Target="../media/image127.wmf"/><Relationship Id="rId2" Type="http://schemas.openxmlformats.org/officeDocument/2006/relationships/slideLayout" Target="../slideLayouts/slideLayout2.xml"/><Relationship Id="rId16" Type="http://schemas.openxmlformats.org/officeDocument/2006/relationships/image" Target="../media/image129.wmf"/><Relationship Id="rId1" Type="http://schemas.openxmlformats.org/officeDocument/2006/relationships/vmlDrawing" Target="../drawings/vmlDrawing16.vml"/><Relationship Id="rId6" Type="http://schemas.openxmlformats.org/officeDocument/2006/relationships/image" Target="../media/image124.w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0.bin"/><Relationship Id="rId10" Type="http://schemas.openxmlformats.org/officeDocument/2006/relationships/image" Target="../media/image126.wmf"/><Relationship Id="rId4" Type="http://schemas.openxmlformats.org/officeDocument/2006/relationships/image" Target="../media/image145.png"/><Relationship Id="rId9" Type="http://schemas.openxmlformats.org/officeDocument/2006/relationships/oleObject" Target="../embeddings/oleObject117.bin"/><Relationship Id="rId14" Type="http://schemas.openxmlformats.org/officeDocument/2006/relationships/image" Target="../media/image128.wmf"/></Relationships>
</file>

<file path=ppt/slides/_rels/slide2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25.bin"/><Relationship Id="rId3" Type="http://schemas.openxmlformats.org/officeDocument/2006/relationships/image" Target="../media/image137.png"/><Relationship Id="rId7" Type="http://schemas.openxmlformats.org/officeDocument/2006/relationships/oleObject" Target="../embeddings/oleObject122.bin"/><Relationship Id="rId12" Type="http://schemas.openxmlformats.org/officeDocument/2006/relationships/image" Target="../media/image134.wmf"/><Relationship Id="rId2" Type="http://schemas.openxmlformats.org/officeDocument/2006/relationships/slideLayout" Target="../slideLayouts/slideLayout2.xml"/><Relationship Id="rId16" Type="http://schemas.openxmlformats.org/officeDocument/2006/relationships/image" Target="../media/image136.wmf"/><Relationship Id="rId1" Type="http://schemas.openxmlformats.org/officeDocument/2006/relationships/vmlDrawing" Target="../drawings/vmlDrawing17.vml"/><Relationship Id="rId6" Type="http://schemas.openxmlformats.org/officeDocument/2006/relationships/image" Target="../media/image131.wmf"/><Relationship Id="rId11" Type="http://schemas.openxmlformats.org/officeDocument/2006/relationships/oleObject" Target="../embeddings/oleObject124.bin"/><Relationship Id="rId5" Type="http://schemas.openxmlformats.org/officeDocument/2006/relationships/oleObject" Target="../embeddings/oleObject121.bin"/><Relationship Id="rId15" Type="http://schemas.openxmlformats.org/officeDocument/2006/relationships/oleObject" Target="../embeddings/oleObject126.bin"/><Relationship Id="rId10" Type="http://schemas.openxmlformats.org/officeDocument/2006/relationships/image" Target="../media/image133.wmf"/><Relationship Id="rId4" Type="http://schemas.openxmlformats.org/officeDocument/2006/relationships/image" Target="../media/image154.png"/><Relationship Id="rId9" Type="http://schemas.openxmlformats.org/officeDocument/2006/relationships/oleObject" Target="../embeddings/oleObject123.bin"/><Relationship Id="rId14" Type="http://schemas.openxmlformats.org/officeDocument/2006/relationships/image" Target="../media/image135.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42.wmf"/><Relationship Id="rId18" Type="http://schemas.openxmlformats.org/officeDocument/2006/relationships/oleObject" Target="../embeddings/oleObject134.bin"/><Relationship Id="rId3" Type="http://schemas.openxmlformats.org/officeDocument/2006/relationships/image" Target="../media/image146.png"/><Relationship Id="rId7" Type="http://schemas.openxmlformats.org/officeDocument/2006/relationships/image" Target="../media/image139.wmf"/><Relationship Id="rId12" Type="http://schemas.openxmlformats.org/officeDocument/2006/relationships/oleObject" Target="../embeddings/oleObject131.bin"/><Relationship Id="rId17" Type="http://schemas.openxmlformats.org/officeDocument/2006/relationships/image" Target="../media/image144.wmf"/><Relationship Id="rId2" Type="http://schemas.openxmlformats.org/officeDocument/2006/relationships/slideLayout" Target="../slideLayouts/slideLayout2.xml"/><Relationship Id="rId16" Type="http://schemas.openxmlformats.org/officeDocument/2006/relationships/oleObject" Target="../embeddings/oleObject133.bin"/><Relationship Id="rId1" Type="http://schemas.openxmlformats.org/officeDocument/2006/relationships/vmlDrawing" Target="../drawings/vmlDrawing18.vml"/><Relationship Id="rId6" Type="http://schemas.openxmlformats.org/officeDocument/2006/relationships/oleObject" Target="../embeddings/oleObject128.bin"/><Relationship Id="rId11" Type="http://schemas.openxmlformats.org/officeDocument/2006/relationships/image" Target="../media/image141.wmf"/><Relationship Id="rId5" Type="http://schemas.openxmlformats.org/officeDocument/2006/relationships/image" Target="../media/image138.wmf"/><Relationship Id="rId15" Type="http://schemas.openxmlformats.org/officeDocument/2006/relationships/image" Target="../media/image143.wmf"/><Relationship Id="rId10" Type="http://schemas.openxmlformats.org/officeDocument/2006/relationships/oleObject" Target="../embeddings/oleObject130.bin"/><Relationship Id="rId19" Type="http://schemas.openxmlformats.org/officeDocument/2006/relationships/image" Target="../media/image145.wmf"/><Relationship Id="rId4" Type="http://schemas.openxmlformats.org/officeDocument/2006/relationships/oleObject" Target="../embeddings/oleObject127.bin"/><Relationship Id="rId9" Type="http://schemas.openxmlformats.org/officeDocument/2006/relationships/image" Target="../media/image140.wmf"/><Relationship Id="rId14" Type="http://schemas.openxmlformats.org/officeDocument/2006/relationships/oleObject" Target="../embeddings/oleObject132.bin"/></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109.bin"/><Relationship Id="rId18" Type="http://schemas.openxmlformats.org/officeDocument/2006/relationships/image" Target="../media/image119.wmf"/><Relationship Id="rId26" Type="http://schemas.openxmlformats.org/officeDocument/2006/relationships/image" Target="../media/image132.wmf"/><Relationship Id="rId39" Type="http://schemas.openxmlformats.org/officeDocument/2006/relationships/oleObject" Target="../embeddings/oleObject134.bin"/><Relationship Id="rId21" Type="http://schemas.openxmlformats.org/officeDocument/2006/relationships/oleObject" Target="../embeddings/oleObject113.bin"/><Relationship Id="rId34" Type="http://schemas.openxmlformats.org/officeDocument/2006/relationships/image" Target="../media/image143.wmf"/><Relationship Id="rId42" Type="http://schemas.openxmlformats.org/officeDocument/2006/relationships/image" Target="../media/image52.wmf"/><Relationship Id="rId7" Type="http://schemas.openxmlformats.org/officeDocument/2006/relationships/oleObject" Target="../embeddings/oleObject58.bin"/><Relationship Id="rId2" Type="http://schemas.openxmlformats.org/officeDocument/2006/relationships/slideLayout" Target="../slideLayouts/slideLayout2.xml"/><Relationship Id="rId16" Type="http://schemas.openxmlformats.org/officeDocument/2006/relationships/image" Target="../media/image118.wmf"/><Relationship Id="rId29" Type="http://schemas.openxmlformats.org/officeDocument/2006/relationships/oleObject" Target="../embeddings/oleObject125.bin"/><Relationship Id="rId1" Type="http://schemas.openxmlformats.org/officeDocument/2006/relationships/vmlDrawing" Target="../drawings/vmlDrawing19.vml"/><Relationship Id="rId6" Type="http://schemas.openxmlformats.org/officeDocument/2006/relationships/image" Target="../media/image92.wmf"/><Relationship Id="rId11" Type="http://schemas.openxmlformats.org/officeDocument/2006/relationships/oleObject" Target="../embeddings/oleObject108.bin"/><Relationship Id="rId24" Type="http://schemas.openxmlformats.org/officeDocument/2006/relationships/image" Target="../media/image122.wmf"/><Relationship Id="rId32" Type="http://schemas.openxmlformats.org/officeDocument/2006/relationships/image" Target="../media/image136.wmf"/><Relationship Id="rId37" Type="http://schemas.openxmlformats.org/officeDocument/2006/relationships/oleObject" Target="../embeddings/oleObject133.bin"/><Relationship Id="rId40" Type="http://schemas.openxmlformats.org/officeDocument/2006/relationships/image" Target="../media/image145.wmf"/><Relationship Id="rId45" Type="http://schemas.openxmlformats.org/officeDocument/2006/relationships/oleObject" Target="../embeddings/oleObject8.bin"/><Relationship Id="rId5" Type="http://schemas.openxmlformats.org/officeDocument/2006/relationships/oleObject" Target="../embeddings/oleObject86.bin"/><Relationship Id="rId15" Type="http://schemas.openxmlformats.org/officeDocument/2006/relationships/oleObject" Target="../embeddings/oleObject110.bin"/><Relationship Id="rId23" Type="http://schemas.openxmlformats.org/officeDocument/2006/relationships/oleObject" Target="../embeddings/oleObject114.bin"/><Relationship Id="rId28" Type="http://schemas.openxmlformats.org/officeDocument/2006/relationships/image" Target="../media/image134.wmf"/><Relationship Id="rId36" Type="http://schemas.openxmlformats.org/officeDocument/2006/relationships/image" Target="../media/image139.wmf"/><Relationship Id="rId10" Type="http://schemas.openxmlformats.org/officeDocument/2006/relationships/image" Target="../media/image62.wmf"/><Relationship Id="rId19" Type="http://schemas.openxmlformats.org/officeDocument/2006/relationships/oleObject" Target="../embeddings/oleObject112.bin"/><Relationship Id="rId31" Type="http://schemas.openxmlformats.org/officeDocument/2006/relationships/oleObject" Target="../embeddings/oleObject126.bin"/><Relationship Id="rId44" Type="http://schemas.openxmlformats.org/officeDocument/2006/relationships/image" Target="../media/image5.wmf"/><Relationship Id="rId4" Type="http://schemas.openxmlformats.org/officeDocument/2006/relationships/image" Target="../media/image106.wmf"/><Relationship Id="rId9" Type="http://schemas.openxmlformats.org/officeDocument/2006/relationships/oleObject" Target="../embeddings/oleObject59.bin"/><Relationship Id="rId14" Type="http://schemas.openxmlformats.org/officeDocument/2006/relationships/image" Target="../media/image117.wmf"/><Relationship Id="rId22" Type="http://schemas.openxmlformats.org/officeDocument/2006/relationships/image" Target="../media/image121.wmf"/><Relationship Id="rId27" Type="http://schemas.openxmlformats.org/officeDocument/2006/relationships/oleObject" Target="../embeddings/oleObject124.bin"/><Relationship Id="rId30" Type="http://schemas.openxmlformats.org/officeDocument/2006/relationships/image" Target="../media/image135.wmf"/><Relationship Id="rId35" Type="http://schemas.openxmlformats.org/officeDocument/2006/relationships/oleObject" Target="../embeddings/oleObject128.bin"/><Relationship Id="rId43" Type="http://schemas.openxmlformats.org/officeDocument/2006/relationships/oleObject" Target="../embeddings/oleObject4.bin"/><Relationship Id="rId8" Type="http://schemas.openxmlformats.org/officeDocument/2006/relationships/image" Target="../media/image61.wmf"/><Relationship Id="rId3" Type="http://schemas.openxmlformats.org/officeDocument/2006/relationships/oleObject" Target="../embeddings/oleObject99.bin"/><Relationship Id="rId12" Type="http://schemas.openxmlformats.org/officeDocument/2006/relationships/image" Target="../media/image116.wmf"/><Relationship Id="rId17" Type="http://schemas.openxmlformats.org/officeDocument/2006/relationships/oleObject" Target="../embeddings/oleObject111.bin"/><Relationship Id="rId25" Type="http://schemas.openxmlformats.org/officeDocument/2006/relationships/oleObject" Target="../embeddings/oleObject122.bin"/><Relationship Id="rId33" Type="http://schemas.openxmlformats.org/officeDocument/2006/relationships/oleObject" Target="../embeddings/oleObject132.bin"/><Relationship Id="rId38" Type="http://schemas.openxmlformats.org/officeDocument/2006/relationships/image" Target="../media/image144.wmf"/><Relationship Id="rId46" Type="http://schemas.openxmlformats.org/officeDocument/2006/relationships/image" Target="../media/image10.wmf"/><Relationship Id="rId20" Type="http://schemas.openxmlformats.org/officeDocument/2006/relationships/image" Target="../media/image120.wmf"/><Relationship Id="rId41" Type="http://schemas.openxmlformats.org/officeDocument/2006/relationships/oleObject" Target="../embeddings/oleObject47.bin"/></Relationships>
</file>

<file path=ppt/slides/_rels/slide29.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39.bin"/><Relationship Id="rId18" Type="http://schemas.openxmlformats.org/officeDocument/2006/relationships/oleObject" Target="../embeddings/oleObject141.bin"/><Relationship Id="rId3" Type="http://schemas.openxmlformats.org/officeDocument/2006/relationships/image" Target="../media/image171.png"/><Relationship Id="rId7" Type="http://schemas.openxmlformats.org/officeDocument/2006/relationships/oleObject" Target="../embeddings/oleObject136.bin"/><Relationship Id="rId12" Type="http://schemas.openxmlformats.org/officeDocument/2006/relationships/image" Target="../media/image150.wmf"/><Relationship Id="rId17" Type="http://schemas.openxmlformats.org/officeDocument/2006/relationships/image" Target="../media/image173.png"/><Relationship Id="rId2" Type="http://schemas.openxmlformats.org/officeDocument/2006/relationships/slideLayout" Target="../slideLayouts/slideLayout2.xml"/><Relationship Id="rId16" Type="http://schemas.openxmlformats.org/officeDocument/2006/relationships/image" Target="../media/image152.wmf"/><Relationship Id="rId1" Type="http://schemas.openxmlformats.org/officeDocument/2006/relationships/vmlDrawing" Target="../drawings/vmlDrawing20.vml"/><Relationship Id="rId6" Type="http://schemas.openxmlformats.org/officeDocument/2006/relationships/image" Target="../media/image147.wmf"/><Relationship Id="rId11" Type="http://schemas.openxmlformats.org/officeDocument/2006/relationships/oleObject" Target="../embeddings/oleObject138.bin"/><Relationship Id="rId5" Type="http://schemas.openxmlformats.org/officeDocument/2006/relationships/oleObject" Target="../embeddings/oleObject135.bin"/><Relationship Id="rId15" Type="http://schemas.openxmlformats.org/officeDocument/2006/relationships/oleObject" Target="../embeddings/oleObject140.bin"/><Relationship Id="rId10" Type="http://schemas.openxmlformats.org/officeDocument/2006/relationships/image" Target="../media/image149.wmf"/><Relationship Id="rId19" Type="http://schemas.openxmlformats.org/officeDocument/2006/relationships/image" Target="../media/image153.wmf"/><Relationship Id="rId4" Type="http://schemas.openxmlformats.org/officeDocument/2006/relationships/image" Target="../media/image155.png"/><Relationship Id="rId9" Type="http://schemas.openxmlformats.org/officeDocument/2006/relationships/oleObject" Target="../embeddings/oleObject137.bin"/><Relationship Id="rId14" Type="http://schemas.openxmlformats.org/officeDocument/2006/relationships/image" Target="../media/image151.wmf"/></Relationships>
</file>

<file path=ppt/slides/_rels/slide30.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image" Target="../media/image158.wmf"/><Relationship Id="rId3" Type="http://schemas.openxmlformats.org/officeDocument/2006/relationships/image" Target="../media/image173.png"/><Relationship Id="rId7" Type="http://schemas.openxmlformats.org/officeDocument/2006/relationships/oleObject" Target="../embeddings/oleObject142.bin"/><Relationship Id="rId12"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55.png"/><Relationship Id="rId11" Type="http://schemas.openxmlformats.org/officeDocument/2006/relationships/image" Target="../media/image177.png"/><Relationship Id="rId5" Type="http://schemas.openxmlformats.org/officeDocument/2006/relationships/image" Target="../media/image153.wmf"/><Relationship Id="rId10" Type="http://schemas.openxmlformats.org/officeDocument/2006/relationships/image" Target="../media/image157.wmf"/><Relationship Id="rId4" Type="http://schemas.openxmlformats.org/officeDocument/2006/relationships/oleObject" Target="../embeddings/oleObject141.bin"/><Relationship Id="rId9" Type="http://schemas.openxmlformats.org/officeDocument/2006/relationships/oleObject" Target="../embeddings/oleObject143.bin"/></Relationships>
</file>

<file path=ppt/slides/_rels/slide31.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149.bin"/><Relationship Id="rId18" Type="http://schemas.openxmlformats.org/officeDocument/2006/relationships/image" Target="../media/image165.wmf"/><Relationship Id="rId3" Type="http://schemas.openxmlformats.org/officeDocument/2006/relationships/notesSlide" Target="../notesSlides/notesSlide1.xml"/><Relationship Id="rId7" Type="http://schemas.openxmlformats.org/officeDocument/2006/relationships/oleObject" Target="../embeddings/oleObject146.bin"/><Relationship Id="rId12" Type="http://schemas.openxmlformats.org/officeDocument/2006/relationships/image" Target="../media/image162.wmf"/><Relationship Id="rId17" Type="http://schemas.openxmlformats.org/officeDocument/2006/relationships/oleObject" Target="../embeddings/oleObject151.bin"/><Relationship Id="rId2" Type="http://schemas.openxmlformats.org/officeDocument/2006/relationships/slideLayout" Target="../slideLayouts/slideLayout2.xml"/><Relationship Id="rId16" Type="http://schemas.openxmlformats.org/officeDocument/2006/relationships/image" Target="../media/image164.wmf"/><Relationship Id="rId20" Type="http://schemas.openxmlformats.org/officeDocument/2006/relationships/image" Target="../media/image166.wmf"/><Relationship Id="rId1" Type="http://schemas.openxmlformats.org/officeDocument/2006/relationships/vmlDrawing" Target="../drawings/vmlDrawing22.vml"/><Relationship Id="rId6" Type="http://schemas.openxmlformats.org/officeDocument/2006/relationships/image" Target="../media/image159.wmf"/><Relationship Id="rId11" Type="http://schemas.openxmlformats.org/officeDocument/2006/relationships/oleObject" Target="../embeddings/oleObject148.bin"/><Relationship Id="rId5" Type="http://schemas.openxmlformats.org/officeDocument/2006/relationships/oleObject" Target="../embeddings/oleObject145.bin"/><Relationship Id="rId15" Type="http://schemas.openxmlformats.org/officeDocument/2006/relationships/oleObject" Target="../embeddings/oleObject150.bin"/><Relationship Id="rId10" Type="http://schemas.openxmlformats.org/officeDocument/2006/relationships/image" Target="../media/image161.wmf"/><Relationship Id="rId19" Type="http://schemas.openxmlformats.org/officeDocument/2006/relationships/oleObject" Target="../embeddings/oleObject152.bin"/><Relationship Id="rId4" Type="http://schemas.openxmlformats.org/officeDocument/2006/relationships/image" Target="../media/image167.png"/><Relationship Id="rId9" Type="http://schemas.openxmlformats.org/officeDocument/2006/relationships/oleObject" Target="../embeddings/oleObject147.bin"/><Relationship Id="rId14" Type="http://schemas.openxmlformats.org/officeDocument/2006/relationships/image" Target="../media/image163.wmf"/></Relationships>
</file>

<file path=ppt/slides/_rels/slide32.xml.rels><?xml version="1.0" encoding="UTF-8" standalone="yes"?>
<Relationships xmlns="http://schemas.openxmlformats.org/package/2006/relationships"><Relationship Id="rId13" Type="http://schemas.openxmlformats.org/officeDocument/2006/relationships/oleObject" Target="../embeddings/oleObject158.bin"/><Relationship Id="rId18" Type="http://schemas.openxmlformats.org/officeDocument/2006/relationships/image" Target="../media/image175.wmf"/><Relationship Id="rId26" Type="http://schemas.openxmlformats.org/officeDocument/2006/relationships/image" Target="../media/image179.wmf"/><Relationship Id="rId3" Type="http://schemas.openxmlformats.org/officeDocument/2006/relationships/oleObject" Target="../embeddings/oleObject153.bin"/><Relationship Id="rId21" Type="http://schemas.openxmlformats.org/officeDocument/2006/relationships/oleObject" Target="../embeddings/oleObject162.bin"/><Relationship Id="rId34" Type="http://schemas.openxmlformats.org/officeDocument/2006/relationships/image" Target="../media/image106.wmf"/><Relationship Id="rId7" Type="http://schemas.openxmlformats.org/officeDocument/2006/relationships/oleObject" Target="../embeddings/oleObject155.bin"/><Relationship Id="rId12" Type="http://schemas.openxmlformats.org/officeDocument/2006/relationships/image" Target="../media/image172.wmf"/><Relationship Id="rId17" Type="http://schemas.openxmlformats.org/officeDocument/2006/relationships/oleObject" Target="../embeddings/oleObject160.bin"/><Relationship Id="rId25" Type="http://schemas.openxmlformats.org/officeDocument/2006/relationships/oleObject" Target="../embeddings/oleObject164.bin"/><Relationship Id="rId33" Type="http://schemas.openxmlformats.org/officeDocument/2006/relationships/oleObject" Target="../embeddings/oleObject99.bin"/><Relationship Id="rId2" Type="http://schemas.openxmlformats.org/officeDocument/2006/relationships/slideLayout" Target="../slideLayouts/slideLayout2.xml"/><Relationship Id="rId16" Type="http://schemas.openxmlformats.org/officeDocument/2006/relationships/image" Target="../media/image174.wmf"/><Relationship Id="rId20" Type="http://schemas.openxmlformats.org/officeDocument/2006/relationships/image" Target="../media/image176.wmf"/><Relationship Id="rId29" Type="http://schemas.openxmlformats.org/officeDocument/2006/relationships/oleObject" Target="../embeddings/oleObject166.bin"/><Relationship Id="rId1" Type="http://schemas.openxmlformats.org/officeDocument/2006/relationships/vmlDrawing" Target="../drawings/vmlDrawing23.vml"/><Relationship Id="rId6" Type="http://schemas.openxmlformats.org/officeDocument/2006/relationships/image" Target="../media/image169.wmf"/><Relationship Id="rId11" Type="http://schemas.openxmlformats.org/officeDocument/2006/relationships/oleObject" Target="../embeddings/oleObject157.bin"/><Relationship Id="rId24" Type="http://schemas.openxmlformats.org/officeDocument/2006/relationships/image" Target="../media/image178.wmf"/><Relationship Id="rId32" Type="http://schemas.openxmlformats.org/officeDocument/2006/relationships/image" Target="../media/image61.wmf"/><Relationship Id="rId5" Type="http://schemas.openxmlformats.org/officeDocument/2006/relationships/oleObject" Target="../embeddings/oleObject154.bin"/><Relationship Id="rId15" Type="http://schemas.openxmlformats.org/officeDocument/2006/relationships/oleObject" Target="../embeddings/oleObject159.bin"/><Relationship Id="rId23" Type="http://schemas.openxmlformats.org/officeDocument/2006/relationships/oleObject" Target="../embeddings/oleObject163.bin"/><Relationship Id="rId28" Type="http://schemas.openxmlformats.org/officeDocument/2006/relationships/image" Target="../media/image180.wmf"/><Relationship Id="rId10" Type="http://schemas.openxmlformats.org/officeDocument/2006/relationships/image" Target="../media/image171.wmf"/><Relationship Id="rId19" Type="http://schemas.openxmlformats.org/officeDocument/2006/relationships/oleObject" Target="../embeddings/oleObject161.bin"/><Relationship Id="rId31" Type="http://schemas.openxmlformats.org/officeDocument/2006/relationships/oleObject" Target="../embeddings/oleObject58.bin"/><Relationship Id="rId4" Type="http://schemas.openxmlformats.org/officeDocument/2006/relationships/image" Target="../media/image168.wmf"/><Relationship Id="rId9" Type="http://schemas.openxmlformats.org/officeDocument/2006/relationships/oleObject" Target="../embeddings/oleObject156.bin"/><Relationship Id="rId14" Type="http://schemas.openxmlformats.org/officeDocument/2006/relationships/image" Target="../media/image173.wmf"/><Relationship Id="rId22" Type="http://schemas.openxmlformats.org/officeDocument/2006/relationships/image" Target="../media/image177.wmf"/><Relationship Id="rId27" Type="http://schemas.openxmlformats.org/officeDocument/2006/relationships/oleObject" Target="../embeddings/oleObject165.bin"/><Relationship Id="rId30" Type="http://schemas.openxmlformats.org/officeDocument/2006/relationships/image" Target="../media/image181.wmf"/><Relationship Id="rId8" Type="http://schemas.openxmlformats.org/officeDocument/2006/relationships/image" Target="../media/image170.wmf"/></Relationships>
</file>

<file path=ppt/slides/_rels/slide33.xml.rels><?xml version="1.0" encoding="UTF-8" standalone="yes"?>
<Relationships xmlns="http://schemas.openxmlformats.org/package/2006/relationships"><Relationship Id="rId13" Type="http://schemas.openxmlformats.org/officeDocument/2006/relationships/image" Target="../media/image186.wmf"/><Relationship Id="rId18" Type="http://schemas.openxmlformats.org/officeDocument/2006/relationships/oleObject" Target="../embeddings/oleObject174.bin"/><Relationship Id="rId26" Type="http://schemas.openxmlformats.org/officeDocument/2006/relationships/oleObject" Target="../embeddings/oleObject178.bin"/><Relationship Id="rId3" Type="http://schemas.openxmlformats.org/officeDocument/2006/relationships/image" Target="../media/image217.png"/><Relationship Id="rId21" Type="http://schemas.openxmlformats.org/officeDocument/2006/relationships/image" Target="../media/image190.wmf"/><Relationship Id="rId34" Type="http://schemas.openxmlformats.org/officeDocument/2006/relationships/oleObject" Target="../embeddings/oleObject182.bin"/><Relationship Id="rId7" Type="http://schemas.openxmlformats.org/officeDocument/2006/relationships/image" Target="../media/image183.wmf"/><Relationship Id="rId12" Type="http://schemas.openxmlformats.org/officeDocument/2006/relationships/oleObject" Target="../embeddings/oleObject171.bin"/><Relationship Id="rId17" Type="http://schemas.openxmlformats.org/officeDocument/2006/relationships/image" Target="../media/image188.wmf"/><Relationship Id="rId25" Type="http://schemas.openxmlformats.org/officeDocument/2006/relationships/image" Target="../media/image192.wmf"/><Relationship Id="rId33" Type="http://schemas.openxmlformats.org/officeDocument/2006/relationships/image" Target="../media/image196.wmf"/><Relationship Id="rId2" Type="http://schemas.openxmlformats.org/officeDocument/2006/relationships/slideLayout" Target="../slideLayouts/slideLayout2.xml"/><Relationship Id="rId16" Type="http://schemas.openxmlformats.org/officeDocument/2006/relationships/oleObject" Target="../embeddings/oleObject173.bin"/><Relationship Id="rId20" Type="http://schemas.openxmlformats.org/officeDocument/2006/relationships/oleObject" Target="../embeddings/oleObject175.bin"/><Relationship Id="rId29" Type="http://schemas.openxmlformats.org/officeDocument/2006/relationships/image" Target="../media/image194.wmf"/><Relationship Id="rId1" Type="http://schemas.openxmlformats.org/officeDocument/2006/relationships/vmlDrawing" Target="../drawings/vmlDrawing24.vml"/><Relationship Id="rId6" Type="http://schemas.openxmlformats.org/officeDocument/2006/relationships/oleObject" Target="../embeddings/oleObject168.bin"/><Relationship Id="rId11" Type="http://schemas.openxmlformats.org/officeDocument/2006/relationships/image" Target="../media/image185.wmf"/><Relationship Id="rId24" Type="http://schemas.openxmlformats.org/officeDocument/2006/relationships/oleObject" Target="../embeddings/oleObject177.bin"/><Relationship Id="rId32" Type="http://schemas.openxmlformats.org/officeDocument/2006/relationships/oleObject" Target="../embeddings/oleObject181.bin"/><Relationship Id="rId5" Type="http://schemas.openxmlformats.org/officeDocument/2006/relationships/image" Target="../media/image182.wmf"/><Relationship Id="rId15" Type="http://schemas.openxmlformats.org/officeDocument/2006/relationships/image" Target="../media/image187.wmf"/><Relationship Id="rId23" Type="http://schemas.openxmlformats.org/officeDocument/2006/relationships/image" Target="../media/image191.wmf"/><Relationship Id="rId28" Type="http://schemas.openxmlformats.org/officeDocument/2006/relationships/oleObject" Target="../embeddings/oleObject179.bin"/><Relationship Id="rId10" Type="http://schemas.openxmlformats.org/officeDocument/2006/relationships/oleObject" Target="../embeddings/oleObject170.bin"/><Relationship Id="rId19" Type="http://schemas.openxmlformats.org/officeDocument/2006/relationships/image" Target="../media/image189.wmf"/><Relationship Id="rId31" Type="http://schemas.openxmlformats.org/officeDocument/2006/relationships/image" Target="../media/image195.wmf"/><Relationship Id="rId4" Type="http://schemas.openxmlformats.org/officeDocument/2006/relationships/oleObject" Target="../embeddings/oleObject167.bin"/><Relationship Id="rId9" Type="http://schemas.openxmlformats.org/officeDocument/2006/relationships/image" Target="../media/image184.wmf"/><Relationship Id="rId14" Type="http://schemas.openxmlformats.org/officeDocument/2006/relationships/oleObject" Target="../embeddings/oleObject172.bin"/><Relationship Id="rId22" Type="http://schemas.openxmlformats.org/officeDocument/2006/relationships/oleObject" Target="../embeddings/oleObject176.bin"/><Relationship Id="rId27" Type="http://schemas.openxmlformats.org/officeDocument/2006/relationships/image" Target="../media/image193.wmf"/><Relationship Id="rId30" Type="http://schemas.openxmlformats.org/officeDocument/2006/relationships/oleObject" Target="../embeddings/oleObject180.bin"/><Relationship Id="rId35" Type="http://schemas.openxmlformats.org/officeDocument/2006/relationships/image" Target="../media/image197.wmf"/><Relationship Id="rId8" Type="http://schemas.openxmlformats.org/officeDocument/2006/relationships/oleObject" Target="../embeddings/oleObject169.bin"/></Relationships>
</file>

<file path=ppt/slides/_rels/slide34.xml.rels><?xml version="1.0" encoding="UTF-8" standalone="yes"?>
<Relationships xmlns="http://schemas.openxmlformats.org/package/2006/relationships"><Relationship Id="rId8" Type="http://schemas.openxmlformats.org/officeDocument/2006/relationships/image" Target="../media/image200.wmf"/><Relationship Id="rId3" Type="http://schemas.openxmlformats.org/officeDocument/2006/relationships/oleObject" Target="../embeddings/oleObject183.bin"/><Relationship Id="rId7" Type="http://schemas.openxmlformats.org/officeDocument/2006/relationships/oleObject" Target="../embeddings/oleObject185.bin"/><Relationship Id="rId12" Type="http://schemas.openxmlformats.org/officeDocument/2006/relationships/image" Target="../media/image202.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99.wmf"/><Relationship Id="rId11" Type="http://schemas.openxmlformats.org/officeDocument/2006/relationships/oleObject" Target="../embeddings/oleObject187.bin"/><Relationship Id="rId5" Type="http://schemas.openxmlformats.org/officeDocument/2006/relationships/oleObject" Target="../embeddings/oleObject184.bin"/><Relationship Id="rId10" Type="http://schemas.openxmlformats.org/officeDocument/2006/relationships/image" Target="../media/image201.wmf"/><Relationship Id="rId4" Type="http://schemas.openxmlformats.org/officeDocument/2006/relationships/image" Target="../media/image198.wmf"/><Relationship Id="rId9" Type="http://schemas.openxmlformats.org/officeDocument/2006/relationships/oleObject" Target="../embeddings/oleObject186.bin"/></Relationships>
</file>

<file path=ppt/slides/_rels/slide35.xml.rels><?xml version="1.0" encoding="UTF-8" standalone="yes"?>
<Relationships xmlns="http://schemas.openxmlformats.org/package/2006/relationships"><Relationship Id="rId8" Type="http://schemas.openxmlformats.org/officeDocument/2006/relationships/image" Target="../media/image205.wmf"/><Relationship Id="rId13" Type="http://schemas.openxmlformats.org/officeDocument/2006/relationships/oleObject" Target="../embeddings/oleObject193.bin"/><Relationship Id="rId18" Type="http://schemas.openxmlformats.org/officeDocument/2006/relationships/image" Target="../media/image210.wmf"/><Relationship Id="rId26" Type="http://schemas.openxmlformats.org/officeDocument/2006/relationships/image" Target="../media/image214.wmf"/><Relationship Id="rId3" Type="http://schemas.openxmlformats.org/officeDocument/2006/relationships/oleObject" Target="../embeddings/oleObject188.bin"/><Relationship Id="rId21" Type="http://schemas.openxmlformats.org/officeDocument/2006/relationships/oleObject" Target="../embeddings/oleObject197.bin"/><Relationship Id="rId7" Type="http://schemas.openxmlformats.org/officeDocument/2006/relationships/oleObject" Target="../embeddings/oleObject190.bin"/><Relationship Id="rId12" Type="http://schemas.openxmlformats.org/officeDocument/2006/relationships/image" Target="../media/image207.wmf"/><Relationship Id="rId17" Type="http://schemas.openxmlformats.org/officeDocument/2006/relationships/oleObject" Target="../embeddings/oleObject195.bin"/><Relationship Id="rId25" Type="http://schemas.openxmlformats.org/officeDocument/2006/relationships/oleObject" Target="../embeddings/oleObject199.bin"/><Relationship Id="rId2" Type="http://schemas.openxmlformats.org/officeDocument/2006/relationships/slideLayout" Target="../slideLayouts/slideLayout2.xml"/><Relationship Id="rId16" Type="http://schemas.openxmlformats.org/officeDocument/2006/relationships/image" Target="../media/image209.wmf"/><Relationship Id="rId20" Type="http://schemas.openxmlformats.org/officeDocument/2006/relationships/image" Target="../media/image211.wmf"/><Relationship Id="rId1" Type="http://schemas.openxmlformats.org/officeDocument/2006/relationships/vmlDrawing" Target="../drawings/vmlDrawing26.vml"/><Relationship Id="rId6" Type="http://schemas.openxmlformats.org/officeDocument/2006/relationships/image" Target="../media/image204.wmf"/><Relationship Id="rId11" Type="http://schemas.openxmlformats.org/officeDocument/2006/relationships/oleObject" Target="../embeddings/oleObject192.bin"/><Relationship Id="rId24" Type="http://schemas.openxmlformats.org/officeDocument/2006/relationships/image" Target="../media/image213.wmf"/><Relationship Id="rId5" Type="http://schemas.openxmlformats.org/officeDocument/2006/relationships/oleObject" Target="../embeddings/oleObject189.bin"/><Relationship Id="rId15" Type="http://schemas.openxmlformats.org/officeDocument/2006/relationships/oleObject" Target="../embeddings/oleObject194.bin"/><Relationship Id="rId23" Type="http://schemas.openxmlformats.org/officeDocument/2006/relationships/oleObject" Target="../embeddings/oleObject198.bin"/><Relationship Id="rId10" Type="http://schemas.openxmlformats.org/officeDocument/2006/relationships/image" Target="../media/image206.wmf"/><Relationship Id="rId19" Type="http://schemas.openxmlformats.org/officeDocument/2006/relationships/oleObject" Target="../embeddings/oleObject196.bin"/><Relationship Id="rId4" Type="http://schemas.openxmlformats.org/officeDocument/2006/relationships/image" Target="../media/image203.wmf"/><Relationship Id="rId9" Type="http://schemas.openxmlformats.org/officeDocument/2006/relationships/oleObject" Target="../embeddings/oleObject191.bin"/><Relationship Id="rId14" Type="http://schemas.openxmlformats.org/officeDocument/2006/relationships/image" Target="../media/image208.wmf"/><Relationship Id="rId22" Type="http://schemas.openxmlformats.org/officeDocument/2006/relationships/image" Target="../media/image212.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image" Target="../media/image218.wmf"/><Relationship Id="rId18" Type="http://schemas.openxmlformats.org/officeDocument/2006/relationships/oleObject" Target="../embeddings/oleObject206.bin"/><Relationship Id="rId3" Type="http://schemas.openxmlformats.org/officeDocument/2006/relationships/image" Target="../media/image242.png"/><Relationship Id="rId7" Type="http://schemas.openxmlformats.org/officeDocument/2006/relationships/image" Target="../media/image215.wmf"/><Relationship Id="rId12" Type="http://schemas.openxmlformats.org/officeDocument/2006/relationships/oleObject" Target="../embeddings/oleObject203.bin"/><Relationship Id="rId17" Type="http://schemas.openxmlformats.org/officeDocument/2006/relationships/image" Target="../media/image220.wmf"/><Relationship Id="rId2" Type="http://schemas.openxmlformats.org/officeDocument/2006/relationships/slideLayout" Target="../slideLayouts/slideLayout2.xml"/><Relationship Id="rId16" Type="http://schemas.openxmlformats.org/officeDocument/2006/relationships/oleObject" Target="../embeddings/oleObject205.bin"/><Relationship Id="rId20" Type="http://schemas.openxmlformats.org/officeDocument/2006/relationships/image" Target="../media/image243.png"/><Relationship Id="rId1" Type="http://schemas.openxmlformats.org/officeDocument/2006/relationships/vmlDrawing" Target="../drawings/vmlDrawing27.vml"/><Relationship Id="rId6" Type="http://schemas.openxmlformats.org/officeDocument/2006/relationships/oleObject" Target="../embeddings/oleObject200.bin"/><Relationship Id="rId11" Type="http://schemas.openxmlformats.org/officeDocument/2006/relationships/image" Target="../media/image217.wmf"/><Relationship Id="rId5" Type="http://schemas.openxmlformats.org/officeDocument/2006/relationships/image" Target="../media/image215.wmf"/><Relationship Id="rId15" Type="http://schemas.openxmlformats.org/officeDocument/2006/relationships/image" Target="../media/image219.wmf"/><Relationship Id="rId10" Type="http://schemas.openxmlformats.org/officeDocument/2006/relationships/oleObject" Target="../embeddings/oleObject202.bin"/><Relationship Id="rId19" Type="http://schemas.openxmlformats.org/officeDocument/2006/relationships/image" Target="../media/image221.wmf"/><Relationship Id="rId4" Type="http://schemas.openxmlformats.org/officeDocument/2006/relationships/oleObject" Target="../embeddings/oleObject200.bin"/><Relationship Id="rId9" Type="http://schemas.openxmlformats.org/officeDocument/2006/relationships/image" Target="../media/image216.wmf"/><Relationship Id="rId14" Type="http://schemas.openxmlformats.org/officeDocument/2006/relationships/oleObject" Target="../embeddings/oleObject204.bin"/></Relationships>
</file>

<file path=ppt/slides/_rels/slide37.xml.rels><?xml version="1.0" encoding="UTF-8" standalone="yes"?>
<Relationships xmlns="http://schemas.openxmlformats.org/package/2006/relationships"><Relationship Id="rId13" Type="http://schemas.openxmlformats.org/officeDocument/2006/relationships/oleObject" Target="../embeddings/oleObject198.bin"/><Relationship Id="rId18" Type="http://schemas.openxmlformats.org/officeDocument/2006/relationships/image" Target="../media/image227.wmf"/><Relationship Id="rId26" Type="http://schemas.openxmlformats.org/officeDocument/2006/relationships/image" Target="../media/image231.wmf"/><Relationship Id="rId39" Type="http://schemas.openxmlformats.org/officeDocument/2006/relationships/oleObject" Target="../embeddings/oleObject223.bin"/><Relationship Id="rId21" Type="http://schemas.openxmlformats.org/officeDocument/2006/relationships/oleObject" Target="../embeddings/oleObject214.bin"/><Relationship Id="rId34" Type="http://schemas.openxmlformats.org/officeDocument/2006/relationships/image" Target="../media/image235.wmf"/><Relationship Id="rId7" Type="http://schemas.openxmlformats.org/officeDocument/2006/relationships/oleObject" Target="../embeddings/oleObject209.bin"/><Relationship Id="rId2" Type="http://schemas.openxmlformats.org/officeDocument/2006/relationships/slideLayout" Target="../slideLayouts/slideLayout2.xml"/><Relationship Id="rId16" Type="http://schemas.openxmlformats.org/officeDocument/2006/relationships/image" Target="../media/image214.wmf"/><Relationship Id="rId20" Type="http://schemas.openxmlformats.org/officeDocument/2006/relationships/image" Target="../media/image228.wmf"/><Relationship Id="rId29" Type="http://schemas.openxmlformats.org/officeDocument/2006/relationships/oleObject" Target="../embeddings/oleObject218.bin"/><Relationship Id="rId41" Type="http://schemas.openxmlformats.org/officeDocument/2006/relationships/image" Target="../media/image261.png"/><Relationship Id="rId1" Type="http://schemas.openxmlformats.org/officeDocument/2006/relationships/vmlDrawing" Target="../drawings/vmlDrawing28.vml"/><Relationship Id="rId6" Type="http://schemas.openxmlformats.org/officeDocument/2006/relationships/image" Target="../media/image223.wmf"/><Relationship Id="rId11" Type="http://schemas.openxmlformats.org/officeDocument/2006/relationships/oleObject" Target="../embeddings/oleObject211.bin"/><Relationship Id="rId24" Type="http://schemas.openxmlformats.org/officeDocument/2006/relationships/image" Target="../media/image230.wmf"/><Relationship Id="rId32" Type="http://schemas.openxmlformats.org/officeDocument/2006/relationships/image" Target="../media/image234.wmf"/><Relationship Id="rId37" Type="http://schemas.openxmlformats.org/officeDocument/2006/relationships/oleObject" Target="../embeddings/oleObject222.bin"/><Relationship Id="rId40" Type="http://schemas.openxmlformats.org/officeDocument/2006/relationships/image" Target="../media/image238.wmf"/><Relationship Id="rId5" Type="http://schemas.openxmlformats.org/officeDocument/2006/relationships/oleObject" Target="../embeddings/oleObject208.bin"/><Relationship Id="rId15" Type="http://schemas.openxmlformats.org/officeDocument/2006/relationships/oleObject" Target="../embeddings/oleObject199.bin"/><Relationship Id="rId23" Type="http://schemas.openxmlformats.org/officeDocument/2006/relationships/oleObject" Target="../embeddings/oleObject215.bin"/><Relationship Id="rId28" Type="http://schemas.openxmlformats.org/officeDocument/2006/relationships/image" Target="../media/image232.wmf"/><Relationship Id="rId36" Type="http://schemas.openxmlformats.org/officeDocument/2006/relationships/image" Target="../media/image236.wmf"/><Relationship Id="rId10" Type="http://schemas.openxmlformats.org/officeDocument/2006/relationships/image" Target="../media/image225.wmf"/><Relationship Id="rId19" Type="http://schemas.openxmlformats.org/officeDocument/2006/relationships/oleObject" Target="../embeddings/oleObject213.bin"/><Relationship Id="rId31" Type="http://schemas.openxmlformats.org/officeDocument/2006/relationships/oleObject" Target="../embeddings/oleObject219.bin"/><Relationship Id="rId4" Type="http://schemas.openxmlformats.org/officeDocument/2006/relationships/image" Target="../media/image222.wmf"/><Relationship Id="rId9" Type="http://schemas.openxmlformats.org/officeDocument/2006/relationships/oleObject" Target="../embeddings/oleObject210.bin"/><Relationship Id="rId14" Type="http://schemas.openxmlformats.org/officeDocument/2006/relationships/image" Target="../media/image213.wmf"/><Relationship Id="rId22" Type="http://schemas.openxmlformats.org/officeDocument/2006/relationships/image" Target="../media/image229.wmf"/><Relationship Id="rId27" Type="http://schemas.openxmlformats.org/officeDocument/2006/relationships/oleObject" Target="../embeddings/oleObject217.bin"/><Relationship Id="rId30" Type="http://schemas.openxmlformats.org/officeDocument/2006/relationships/image" Target="../media/image233.wmf"/><Relationship Id="rId35" Type="http://schemas.openxmlformats.org/officeDocument/2006/relationships/oleObject" Target="../embeddings/oleObject221.bin"/><Relationship Id="rId8" Type="http://schemas.openxmlformats.org/officeDocument/2006/relationships/image" Target="../media/image224.wmf"/><Relationship Id="rId3" Type="http://schemas.openxmlformats.org/officeDocument/2006/relationships/oleObject" Target="../embeddings/oleObject207.bin"/><Relationship Id="rId12" Type="http://schemas.openxmlformats.org/officeDocument/2006/relationships/image" Target="../media/image226.wmf"/><Relationship Id="rId17" Type="http://schemas.openxmlformats.org/officeDocument/2006/relationships/oleObject" Target="../embeddings/oleObject212.bin"/><Relationship Id="rId25" Type="http://schemas.openxmlformats.org/officeDocument/2006/relationships/oleObject" Target="../embeddings/oleObject216.bin"/><Relationship Id="rId33" Type="http://schemas.openxmlformats.org/officeDocument/2006/relationships/oleObject" Target="../embeddings/oleObject220.bin"/><Relationship Id="rId38" Type="http://schemas.openxmlformats.org/officeDocument/2006/relationships/image" Target="../media/image237.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59496" y="1700808"/>
            <a:ext cx="9144000" cy="873051"/>
          </a:xfrm>
        </p:spPr>
        <p:txBody>
          <a:bodyPr/>
          <a:lstStyle/>
          <a:p>
            <a:r>
              <a:rPr lang="zh-CN" altLang="en-US" dirty="0" smtClean="0">
                <a:solidFill>
                  <a:srgbClr val="FF0000"/>
                </a:solidFill>
                <a:latin typeface="黑体" panose="02010609060101010101" pitchFamily="49" charset="-122"/>
                <a:ea typeface="黑体" panose="02010609060101010101" pitchFamily="49" charset="-122"/>
              </a:rPr>
              <a:t>简明电磁场与电磁波</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3" name="副标题 2"/>
          <p:cNvSpPr>
            <a:spLocks noGrp="1"/>
          </p:cNvSpPr>
          <p:nvPr>
            <p:ph type="subTitle" idx="1"/>
          </p:nvPr>
        </p:nvSpPr>
        <p:spPr>
          <a:xfrm>
            <a:off x="1559496" y="2996952"/>
            <a:ext cx="9144000" cy="1655762"/>
          </a:xfrm>
        </p:spPr>
        <p:txBody>
          <a:bodyPr/>
          <a:lstStyle/>
          <a:p>
            <a:r>
              <a:rPr lang="zh-CN" altLang="en-US" dirty="0" smtClean="0">
                <a:solidFill>
                  <a:srgbClr val="7030A0"/>
                </a:solidFill>
                <a:latin typeface="黑体" panose="02010609060101010101" pitchFamily="49" charset="-122"/>
                <a:ea typeface="黑体" panose="02010609060101010101" pitchFamily="49" charset="-122"/>
              </a:rPr>
              <a:t>殷晓星</a:t>
            </a:r>
            <a:endParaRPr lang="en-US" altLang="zh-CN" dirty="0" smtClean="0">
              <a:solidFill>
                <a:srgbClr val="7030A0"/>
              </a:solidFill>
              <a:latin typeface="黑体" panose="02010609060101010101" pitchFamily="49" charset="-122"/>
              <a:ea typeface="黑体" panose="02010609060101010101" pitchFamily="49" charset="-122"/>
            </a:endParaRPr>
          </a:p>
          <a:p>
            <a:r>
              <a:rPr lang="zh-CN" altLang="en-US" dirty="0">
                <a:solidFill>
                  <a:srgbClr val="7030A0"/>
                </a:solidFill>
                <a:latin typeface="黑体" panose="02010609060101010101" pitchFamily="49" charset="-122"/>
                <a:ea typeface="黑体" panose="02010609060101010101" pitchFamily="49" charset="-122"/>
              </a:rPr>
              <a:t>东南</a:t>
            </a:r>
            <a:r>
              <a:rPr lang="zh-CN" altLang="en-US" dirty="0" smtClean="0">
                <a:solidFill>
                  <a:srgbClr val="7030A0"/>
                </a:solidFill>
                <a:latin typeface="黑体" panose="02010609060101010101" pitchFamily="49" charset="-122"/>
                <a:ea typeface="黑体" panose="02010609060101010101" pitchFamily="49" charset="-122"/>
              </a:rPr>
              <a:t>大学信息科学与工程学院</a:t>
            </a:r>
            <a:endParaRPr lang="en-US" altLang="zh-CN" dirty="0" smtClean="0">
              <a:solidFill>
                <a:srgbClr val="7030A0"/>
              </a:solidFill>
              <a:latin typeface="黑体" panose="02010609060101010101" pitchFamily="49" charset="-122"/>
              <a:ea typeface="黑体" panose="02010609060101010101" pitchFamily="49" charset="-122"/>
            </a:endParaRPr>
          </a:p>
          <a:p>
            <a:r>
              <a:rPr lang="zh-CN" altLang="en-US" dirty="0" smtClean="0">
                <a:solidFill>
                  <a:srgbClr val="7030A0"/>
                </a:solidFill>
                <a:latin typeface="黑体" panose="02010609060101010101" pitchFamily="49" charset="-122"/>
                <a:ea typeface="黑体" panose="02010609060101010101" pitchFamily="49" charset="-122"/>
              </a:rPr>
              <a:t>毫米波全国重点实验室</a:t>
            </a:r>
            <a:endParaRPr lang="en-US" altLang="zh-CN" dirty="0" smtClean="0">
              <a:solidFill>
                <a:srgbClr val="7030A0"/>
              </a:solidFill>
              <a:latin typeface="黑体" panose="02010609060101010101" pitchFamily="49" charset="-122"/>
              <a:ea typeface="黑体" panose="02010609060101010101" pitchFamily="49" charset="-122"/>
            </a:endParaRPr>
          </a:p>
          <a:p>
            <a:r>
              <a:rPr lang="zh-CN" altLang="en-US" dirty="0" smtClean="0">
                <a:solidFill>
                  <a:srgbClr val="7030A0"/>
                </a:solidFill>
                <a:latin typeface="黑体" panose="02010609060101010101" pitchFamily="49" charset="-122"/>
                <a:ea typeface="黑体" panose="02010609060101010101" pitchFamily="49" charset="-122"/>
              </a:rPr>
              <a:t>东南大学九龙湖校区电子信息大楼</a:t>
            </a:r>
            <a:r>
              <a:rPr lang="en-US" altLang="zh-CN" dirty="0" smtClean="0">
                <a:solidFill>
                  <a:srgbClr val="7030A0"/>
                </a:solidFill>
                <a:latin typeface="黑体" panose="02010609060101010101" pitchFamily="49" charset="-122"/>
                <a:ea typeface="黑体" panose="02010609060101010101" pitchFamily="49" charset="-122"/>
              </a:rPr>
              <a:t>A</a:t>
            </a:r>
            <a:r>
              <a:rPr lang="zh-CN" altLang="en-US" dirty="0" smtClean="0">
                <a:solidFill>
                  <a:srgbClr val="7030A0"/>
                </a:solidFill>
                <a:latin typeface="黑体" panose="02010609060101010101" pitchFamily="49" charset="-122"/>
                <a:ea typeface="黑体" panose="02010609060101010101" pitchFamily="49" charset="-122"/>
              </a:rPr>
              <a:t>座</a:t>
            </a:r>
            <a:r>
              <a:rPr lang="en-US" altLang="zh-CN" dirty="0" smtClean="0">
                <a:solidFill>
                  <a:srgbClr val="7030A0"/>
                </a:solidFill>
                <a:latin typeface="黑体" panose="02010609060101010101" pitchFamily="49" charset="-122"/>
                <a:ea typeface="黑体" panose="02010609060101010101" pitchFamily="49" charset="-122"/>
              </a:rPr>
              <a:t>1205</a:t>
            </a:r>
          </a:p>
          <a:p>
            <a:r>
              <a:rPr lang="en-US" altLang="zh-CN" dirty="0" smtClean="0">
                <a:solidFill>
                  <a:srgbClr val="7030A0"/>
                </a:solidFill>
                <a:latin typeface="黑体" panose="02010609060101010101" pitchFamily="49" charset="-122"/>
                <a:ea typeface="黑体" panose="02010609060101010101" pitchFamily="49" charset="-122"/>
              </a:rPr>
              <a:t>13912947543</a:t>
            </a:r>
          </a:p>
          <a:p>
            <a:r>
              <a:rPr lang="en-US" altLang="zh-CN" dirty="0" smtClean="0">
                <a:solidFill>
                  <a:srgbClr val="7030A0"/>
                </a:solidFill>
                <a:latin typeface="黑体" panose="02010609060101010101" pitchFamily="49" charset="-122"/>
                <a:ea typeface="黑体" panose="02010609060101010101" pitchFamily="49" charset="-122"/>
              </a:rPr>
              <a:t>101010074@seu.edu.cn</a:t>
            </a:r>
            <a:endParaRPr lang="zh-CN" altLang="en-US" dirty="0">
              <a:solidFill>
                <a:srgbClr val="7030A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4355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92088"/>
          </a:xfrm>
        </p:spPr>
        <p:txBody>
          <a:bodyPr/>
          <a:lstStyle/>
          <a:p>
            <a:pPr algn="ctr"/>
            <a:r>
              <a:rPr lang="zh-CN" altLang="en-US" sz="2800" dirty="0" smtClean="0">
                <a:solidFill>
                  <a:srgbClr val="0070C0"/>
                </a:solidFill>
                <a:latin typeface="黑体" panose="02010609060101010101" pitchFamily="49" charset="-122"/>
                <a:ea typeface="黑体" panose="02010609060101010101" pitchFamily="49" charset="-122"/>
              </a:rPr>
              <a:t>电磁场与电磁波：内容及课时</a:t>
            </a:r>
            <a:endParaRPr lang="zh-CN" altLang="en-US" sz="2800" dirty="0"/>
          </a:p>
        </p:txBody>
      </p:sp>
      <p:grpSp>
        <p:nvGrpSpPr>
          <p:cNvPr id="101" name="组合 100"/>
          <p:cNvGrpSpPr/>
          <p:nvPr/>
        </p:nvGrpSpPr>
        <p:grpSpPr>
          <a:xfrm>
            <a:off x="8353623" y="1124744"/>
            <a:ext cx="3230192" cy="1613894"/>
            <a:chOff x="8475831" y="1094131"/>
            <a:chExt cx="3230192" cy="1613894"/>
          </a:xfrm>
        </p:grpSpPr>
        <p:sp>
          <p:nvSpPr>
            <p:cNvPr id="7" name="矩形 6"/>
            <p:cNvSpPr/>
            <p:nvPr/>
          </p:nvSpPr>
          <p:spPr>
            <a:xfrm>
              <a:off x="8830362" y="1124744"/>
              <a:ext cx="2428406" cy="400110"/>
            </a:xfrm>
            <a:prstGeom prst="rect">
              <a:avLst/>
            </a:prstGeom>
            <a:ln w="19050">
              <a:noFill/>
            </a:ln>
          </p:spPr>
          <p:txBody>
            <a:bodyPr wrap="square">
              <a:spAutoFit/>
            </a:bodyPr>
            <a:lstStyle/>
            <a:p>
              <a:pPr algn="ct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静态</a:t>
              </a:r>
              <a:r>
                <a:rPr lang="zh-CN"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电磁场</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(6</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9" name="矩形 8"/>
            <p:cNvSpPr/>
            <p:nvPr/>
          </p:nvSpPr>
          <p:spPr>
            <a:xfrm>
              <a:off x="8579375" y="1706309"/>
              <a:ext cx="1217681" cy="369332"/>
            </a:xfrm>
            <a:prstGeom prst="rect">
              <a:avLst/>
            </a:prstGeom>
            <a:ln w="19050">
              <a:noFill/>
            </a:ln>
          </p:spPr>
          <p:txBody>
            <a:bodyPr wrap="square">
              <a:spAutoFit/>
            </a:bodyPr>
            <a:lstStyle/>
            <a:p>
              <a:pPr algn="ctr"/>
              <a:r>
                <a:rPr lang="zh-CN" altLang="en-US" kern="100" dirty="0">
                  <a:latin typeface="黑体" panose="02010609060101010101" pitchFamily="49" charset="-122"/>
                  <a:ea typeface="黑体" panose="02010609060101010101" pitchFamily="49" charset="-122"/>
                  <a:cs typeface="Times New Roman" panose="02020603050405020304" pitchFamily="18" charset="0"/>
                </a:rPr>
                <a:t>静态</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电场</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0" name="矩形 9"/>
            <p:cNvSpPr/>
            <p:nvPr/>
          </p:nvSpPr>
          <p:spPr>
            <a:xfrm>
              <a:off x="9700058" y="1706309"/>
              <a:ext cx="2005965" cy="369332"/>
            </a:xfrm>
            <a:prstGeom prst="rect">
              <a:avLst/>
            </a:prstGeom>
            <a:noFill/>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静态</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恒流</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磁</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场</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1" name="矩形 10"/>
            <p:cNvSpPr/>
            <p:nvPr/>
          </p:nvSpPr>
          <p:spPr>
            <a:xfrm>
              <a:off x="8475831" y="2201349"/>
              <a:ext cx="889063" cy="369332"/>
            </a:xfrm>
            <a:prstGeom prst="rect">
              <a:avLst/>
            </a:prstGeom>
            <a:ln w="19050">
              <a:noFill/>
            </a:ln>
          </p:spPr>
          <p:txBody>
            <a:bodyPr wrap="square">
              <a:spAutoFit/>
            </a:bodyPr>
            <a:lstStyle/>
            <a:p>
              <a:pPr algn="ctr"/>
              <a:r>
                <a:rPr lang="zh-CN" altLang="en-US" kern="100" dirty="0">
                  <a:latin typeface="黑体" panose="02010609060101010101" pitchFamily="49" charset="-122"/>
                  <a:ea typeface="黑体" panose="02010609060101010101" pitchFamily="49" charset="-122"/>
                  <a:cs typeface="Times New Roman" panose="02020603050405020304" pitchFamily="18" charset="0"/>
                </a:rPr>
                <a:t>静</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电场</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2" name="矩形 11"/>
            <p:cNvSpPr/>
            <p:nvPr/>
          </p:nvSpPr>
          <p:spPr>
            <a:xfrm>
              <a:off x="9597360" y="2238175"/>
              <a:ext cx="1187030" cy="369332"/>
            </a:xfrm>
            <a:prstGeom prst="rect">
              <a:avLst/>
            </a:prstGeom>
            <a:noFill/>
            <a:ln w="19050">
              <a:noFill/>
            </a:ln>
          </p:spPr>
          <p:txBody>
            <a:bodyPr wrap="square">
              <a:spAutoFit/>
            </a:bodyPr>
            <a:lstStyle/>
            <a:p>
              <a:pPr algn="ctr"/>
              <a:r>
                <a:rPr lang="zh-CN" altLang="en-US" kern="100" dirty="0">
                  <a:latin typeface="黑体" panose="02010609060101010101" pitchFamily="49" charset="-122"/>
                  <a:ea typeface="黑体" panose="02010609060101010101" pitchFamily="49" charset="-122"/>
                  <a:cs typeface="Times New Roman" panose="02020603050405020304" pitchFamily="18" charset="0"/>
                </a:rPr>
                <a:t>恒流</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电场</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cxnSp>
          <p:nvCxnSpPr>
            <p:cNvPr id="40" name="直接箭头连接符 39"/>
            <p:cNvCxnSpPr/>
            <p:nvPr/>
          </p:nvCxnSpPr>
          <p:spPr>
            <a:xfrm>
              <a:off x="9267254" y="1488204"/>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10131350" y="1508312"/>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8953477" y="2016683"/>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rot="16200000">
              <a:off x="9545083" y="2269216"/>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9416889" y="2018849"/>
              <a:ext cx="0" cy="396000"/>
            </a:xfrm>
            <a:prstGeom prst="straightConnector1">
              <a:avLst/>
            </a:prstGeom>
            <a:ln w="50800">
              <a:tailEnd type="non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8499494" y="1094131"/>
              <a:ext cx="3069114" cy="1613894"/>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2" name="组合 101"/>
          <p:cNvGrpSpPr/>
          <p:nvPr/>
        </p:nvGrpSpPr>
        <p:grpSpPr>
          <a:xfrm>
            <a:off x="3985755" y="1776708"/>
            <a:ext cx="3835384" cy="2017010"/>
            <a:chOff x="4107963" y="1746095"/>
            <a:chExt cx="3835384" cy="2017010"/>
          </a:xfrm>
        </p:grpSpPr>
        <p:sp>
          <p:nvSpPr>
            <p:cNvPr id="5" name="矩形 4"/>
            <p:cNvSpPr/>
            <p:nvPr/>
          </p:nvSpPr>
          <p:spPr>
            <a:xfrm>
              <a:off x="4458051" y="1773469"/>
              <a:ext cx="3054433" cy="400110"/>
            </a:xfrm>
            <a:prstGeom prst="rect">
              <a:avLst/>
            </a:prstGeom>
            <a:ln w="19050">
              <a:noFill/>
            </a:ln>
          </p:spPr>
          <p:txBody>
            <a:bodyPr wrap="square">
              <a:spAutoFit/>
            </a:bodyPr>
            <a:lstStyle/>
            <a:p>
              <a:pPr algn="ctr"/>
              <a:r>
                <a:rPr lang="zh-CN"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电磁场</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基本理论</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(12</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50" name="矩形 49"/>
            <p:cNvSpPr/>
            <p:nvPr/>
          </p:nvSpPr>
          <p:spPr>
            <a:xfrm>
              <a:off x="4107963" y="2298106"/>
              <a:ext cx="2114166"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电荷电磁场概念</a:t>
              </a:r>
              <a:endParaRPr lang="en-US" altLang="zh-CN" kern="100" dirty="0" smtClean="0">
                <a:latin typeface="黑体" panose="02010609060101010101" pitchFamily="49" charset="-122"/>
                <a:ea typeface="黑体" panose="02010609060101010101" pitchFamily="49" charset="-122"/>
                <a:cs typeface="Times New Roman" panose="02020603050405020304" pitchFamily="18" charset="0"/>
              </a:endParaRPr>
            </a:p>
          </p:txBody>
        </p:sp>
        <p:sp>
          <p:nvSpPr>
            <p:cNvPr id="51" name="矩形 50"/>
            <p:cNvSpPr/>
            <p:nvPr/>
          </p:nvSpPr>
          <p:spPr>
            <a:xfrm>
              <a:off x="6229603" y="2305377"/>
              <a:ext cx="1637997"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真空麦氏方程</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2" name="矩形 51"/>
            <p:cNvSpPr/>
            <p:nvPr/>
          </p:nvSpPr>
          <p:spPr>
            <a:xfrm>
              <a:off x="6324268" y="2800556"/>
              <a:ext cx="1587633" cy="382897"/>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媒质麦氏方程</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3" name="矩形 52"/>
            <p:cNvSpPr/>
            <p:nvPr/>
          </p:nvSpPr>
          <p:spPr>
            <a:xfrm>
              <a:off x="6821818" y="3375313"/>
              <a:ext cx="1121529"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边界条件</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4" name="矩形 53"/>
            <p:cNvSpPr/>
            <p:nvPr/>
          </p:nvSpPr>
          <p:spPr>
            <a:xfrm>
              <a:off x="4267299" y="2797846"/>
              <a:ext cx="1795494"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电磁场能量关系</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5" name="矩形 54"/>
            <p:cNvSpPr/>
            <p:nvPr/>
          </p:nvSpPr>
          <p:spPr>
            <a:xfrm>
              <a:off x="4867796" y="3384543"/>
              <a:ext cx="2064065"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位函数和波动方程</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cxnSp>
          <p:nvCxnSpPr>
            <p:cNvPr id="56" name="直接箭头连接符 55"/>
            <p:cNvCxnSpPr/>
            <p:nvPr/>
          </p:nvCxnSpPr>
          <p:spPr>
            <a:xfrm>
              <a:off x="5663836" y="2099106"/>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6692441" y="2108731"/>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7103681" y="2609489"/>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5141443" y="2584223"/>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7118084" y="3157107"/>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rot="5400000">
              <a:off x="6144268" y="2802512"/>
              <a:ext cx="0" cy="360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6579266" y="3135328"/>
              <a:ext cx="0" cy="288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4312293" y="1746095"/>
              <a:ext cx="3563419" cy="2017010"/>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p:cNvGrpSpPr/>
          <p:nvPr/>
        </p:nvGrpSpPr>
        <p:grpSpPr>
          <a:xfrm>
            <a:off x="356740" y="4181525"/>
            <a:ext cx="3197381" cy="1946135"/>
            <a:chOff x="479548" y="3724511"/>
            <a:chExt cx="3197381" cy="1946135"/>
          </a:xfrm>
        </p:grpSpPr>
        <p:sp>
          <p:nvSpPr>
            <p:cNvPr id="20" name="矩形 19"/>
            <p:cNvSpPr/>
            <p:nvPr/>
          </p:nvSpPr>
          <p:spPr>
            <a:xfrm>
              <a:off x="788928" y="3789128"/>
              <a:ext cx="2343586" cy="400110"/>
            </a:xfrm>
            <a:prstGeom prst="rect">
              <a:avLst/>
            </a:prstGeom>
            <a:ln w="19050">
              <a:noFill/>
            </a:ln>
          </p:spPr>
          <p:txBody>
            <a:bodyPr wrap="square">
              <a:spAutoFit/>
            </a:bodyPr>
            <a:lstStyle/>
            <a:p>
              <a:pPr algn="ct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正弦电磁场</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(4</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66" name="矩形 65"/>
            <p:cNvSpPr/>
            <p:nvPr/>
          </p:nvSpPr>
          <p:spPr>
            <a:xfrm>
              <a:off x="1188746" y="4964330"/>
              <a:ext cx="1706620" cy="646331"/>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电磁场方程与电路方程关系</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67" name="矩形 66"/>
            <p:cNvSpPr/>
            <p:nvPr/>
          </p:nvSpPr>
          <p:spPr>
            <a:xfrm>
              <a:off x="479548" y="4254245"/>
              <a:ext cx="1467767" cy="646331"/>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场量和方程的复数</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表示</a:t>
              </a:r>
            </a:p>
          </p:txBody>
        </p:sp>
        <p:sp>
          <p:nvSpPr>
            <p:cNvPr id="69" name="矩形 68"/>
            <p:cNvSpPr/>
            <p:nvPr/>
          </p:nvSpPr>
          <p:spPr>
            <a:xfrm>
              <a:off x="2161899" y="4254635"/>
              <a:ext cx="1333519" cy="646331"/>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能量和功率的复数</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表示</a:t>
              </a:r>
            </a:p>
          </p:txBody>
        </p:sp>
        <p:sp>
          <p:nvSpPr>
            <p:cNvPr id="70" name="矩形 69"/>
            <p:cNvSpPr/>
            <p:nvPr/>
          </p:nvSpPr>
          <p:spPr>
            <a:xfrm>
              <a:off x="479548" y="3724511"/>
              <a:ext cx="3197381" cy="1946135"/>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8783837" y="5115016"/>
            <a:ext cx="1047421" cy="372803"/>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平面波</a:t>
            </a:r>
            <a:endParaRPr lang="zh-CN" altLang="en-US" dirty="0">
              <a:latin typeface="黑体" panose="02010609060101010101" pitchFamily="49" charset="-122"/>
              <a:ea typeface="黑体" panose="02010609060101010101" pitchFamily="49" charset="-122"/>
            </a:endParaRPr>
          </a:p>
        </p:txBody>
      </p:sp>
      <p:sp>
        <p:nvSpPr>
          <p:cNvPr id="22" name="矩形 21"/>
          <p:cNvSpPr/>
          <p:nvPr/>
        </p:nvSpPr>
        <p:spPr>
          <a:xfrm>
            <a:off x="8648937" y="4669674"/>
            <a:ext cx="2631639" cy="400110"/>
          </a:xfrm>
          <a:prstGeom prst="rect">
            <a:avLst/>
          </a:prstGeom>
          <a:ln w="19050">
            <a:noFill/>
          </a:ln>
        </p:spPr>
        <p:txBody>
          <a:bodyPr wrap="square">
            <a:spAutoFit/>
          </a:bodyPr>
          <a:lstStyle/>
          <a:p>
            <a:pPr algn="ct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平面电磁波</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(12</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72" name="矩形 71"/>
          <p:cNvSpPr/>
          <p:nvPr/>
        </p:nvSpPr>
        <p:spPr>
          <a:xfrm>
            <a:off x="9852612" y="5118487"/>
            <a:ext cx="1159678"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三种极化</a:t>
            </a:r>
            <a:endParaRPr lang="zh-CN" altLang="en-US" dirty="0">
              <a:latin typeface="黑体" panose="02010609060101010101" pitchFamily="49" charset="-122"/>
              <a:ea typeface="黑体" panose="02010609060101010101" pitchFamily="49" charset="-122"/>
            </a:endParaRPr>
          </a:p>
        </p:txBody>
      </p:sp>
      <p:sp>
        <p:nvSpPr>
          <p:cNvPr id="73" name="矩形 72"/>
          <p:cNvSpPr/>
          <p:nvPr/>
        </p:nvSpPr>
        <p:spPr>
          <a:xfrm>
            <a:off x="8987070" y="5714414"/>
            <a:ext cx="1544960"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反射</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和</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折射</a:t>
            </a:r>
            <a:endParaRPr lang="zh-CN" altLang="en-US" dirty="0">
              <a:latin typeface="黑体" panose="02010609060101010101" pitchFamily="49" charset="-122"/>
              <a:ea typeface="黑体" panose="02010609060101010101" pitchFamily="49" charset="-122"/>
            </a:endParaRPr>
          </a:p>
        </p:txBody>
      </p:sp>
      <p:cxnSp>
        <p:nvCxnSpPr>
          <p:cNvPr id="74" name="直接箭头连接符 73"/>
          <p:cNvCxnSpPr/>
          <p:nvPr/>
        </p:nvCxnSpPr>
        <p:spPr>
          <a:xfrm>
            <a:off x="10093845" y="5473419"/>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9448773" y="5455969"/>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8446961" y="4646252"/>
            <a:ext cx="2999439" cy="1437494"/>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4630581" y="5146212"/>
            <a:ext cx="1512168"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导行电磁波</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83" name="矩形 82"/>
          <p:cNvSpPr/>
          <p:nvPr/>
        </p:nvSpPr>
        <p:spPr>
          <a:xfrm>
            <a:off x="4487422" y="4532595"/>
            <a:ext cx="3128183" cy="400110"/>
          </a:xfrm>
          <a:prstGeom prst="rect">
            <a:avLst/>
          </a:prstGeom>
          <a:ln w="19050">
            <a:noFill/>
          </a:ln>
        </p:spPr>
        <p:txBody>
          <a:bodyPr wrap="square">
            <a:spAutoFit/>
          </a:bodyPr>
          <a:lstStyle/>
          <a:p>
            <a:pPr algn="ct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导行和谐振电磁波</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(8</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cxnSp>
        <p:nvCxnSpPr>
          <p:cNvPr id="84" name="直接箭头连接符 83"/>
          <p:cNvCxnSpPr/>
          <p:nvPr/>
        </p:nvCxnSpPr>
        <p:spPr>
          <a:xfrm>
            <a:off x="5384357" y="4924745"/>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5975313" y="5150404"/>
            <a:ext cx="1512168"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谐振电磁波</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cxnSp>
        <p:nvCxnSpPr>
          <p:cNvPr id="86" name="直接箭头连接符 85"/>
          <p:cNvCxnSpPr/>
          <p:nvPr/>
        </p:nvCxnSpPr>
        <p:spPr>
          <a:xfrm>
            <a:off x="6728907" y="4924745"/>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87" name="矩形 86"/>
          <p:cNvSpPr/>
          <p:nvPr/>
        </p:nvSpPr>
        <p:spPr>
          <a:xfrm>
            <a:off x="4219057" y="4415181"/>
            <a:ext cx="3551385" cy="1152279"/>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335360" y="1282703"/>
            <a:ext cx="3242614" cy="1842977"/>
            <a:chOff x="342915" y="1205385"/>
            <a:chExt cx="3242614" cy="1842977"/>
          </a:xfrm>
        </p:grpSpPr>
        <p:sp>
          <p:nvSpPr>
            <p:cNvPr id="21" name="矩形 20"/>
            <p:cNvSpPr/>
            <p:nvPr/>
          </p:nvSpPr>
          <p:spPr>
            <a:xfrm>
              <a:off x="342915" y="1744894"/>
              <a:ext cx="1338806"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辐射场计算</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23" name="矩形 22"/>
            <p:cNvSpPr/>
            <p:nvPr/>
          </p:nvSpPr>
          <p:spPr>
            <a:xfrm>
              <a:off x="613458" y="1232094"/>
              <a:ext cx="2730283" cy="400110"/>
            </a:xfrm>
            <a:prstGeom prst="rect">
              <a:avLst/>
            </a:prstGeom>
            <a:ln w="19050">
              <a:noFill/>
            </a:ln>
          </p:spPr>
          <p:txBody>
            <a:bodyPr wrap="square">
              <a:spAutoFit/>
            </a:bodyPr>
            <a:lstStyle/>
            <a:p>
              <a:pPr algn="ct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电磁波的辐射</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(6</a:t>
              </a:r>
              <a:r>
                <a:rPr lang="zh-CN" altLang="en-US"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课时</a:t>
              </a:r>
              <a:r>
                <a:rPr lang="en-US" altLang="zh-CN" sz="2000" kern="100"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79" name="矩形 78"/>
            <p:cNvSpPr/>
            <p:nvPr/>
          </p:nvSpPr>
          <p:spPr>
            <a:xfrm>
              <a:off x="1716421" y="1740702"/>
              <a:ext cx="1818691" cy="369332"/>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电偶极子天线</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cxnSp>
          <p:nvCxnSpPr>
            <p:cNvPr id="80" name="直接箭头连接符 79"/>
            <p:cNvCxnSpPr/>
            <p:nvPr/>
          </p:nvCxnSpPr>
          <p:spPr>
            <a:xfrm rot="16200000">
              <a:off x="1745705" y="1751360"/>
              <a:ext cx="0" cy="3600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342915" y="1205385"/>
              <a:ext cx="3205460" cy="1842977"/>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直接箭头连接符 88"/>
            <p:cNvCxnSpPr/>
            <p:nvPr/>
          </p:nvCxnSpPr>
          <p:spPr>
            <a:xfrm>
              <a:off x="3017261" y="2053479"/>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1250420" y="2321535"/>
              <a:ext cx="1209035" cy="646331"/>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阵列天线</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离散</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91" name="矩形 90"/>
            <p:cNvSpPr/>
            <p:nvPr/>
          </p:nvSpPr>
          <p:spPr>
            <a:xfrm>
              <a:off x="2474629" y="2321390"/>
              <a:ext cx="1110900" cy="646331"/>
            </a:xfrm>
            <a:prstGeom prst="rect">
              <a:avLst/>
            </a:prstGeom>
            <a:ln w="19050">
              <a:noFill/>
            </a:ln>
          </p:spPr>
          <p:txBody>
            <a:bodyPr wrap="square">
              <a:spAutoFit/>
            </a:bodyPr>
            <a:lstStyle/>
            <a:p>
              <a:pPr algn="ct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振子天线</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连续</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endParaRPr lang="zh-CN" altLang="en-US" kern="100" dirty="0">
                <a:latin typeface="黑体" panose="02010609060101010101" pitchFamily="49" charset="-122"/>
                <a:ea typeface="黑体" panose="02010609060101010101" pitchFamily="49" charset="-122"/>
                <a:cs typeface="Times New Roman" panose="02020603050405020304" pitchFamily="18" charset="0"/>
              </a:endParaRPr>
            </a:p>
          </p:txBody>
        </p:sp>
        <p:cxnSp>
          <p:nvCxnSpPr>
            <p:cNvPr id="92" name="直接箭头连接符 91"/>
            <p:cNvCxnSpPr/>
            <p:nvPr/>
          </p:nvCxnSpPr>
          <p:spPr>
            <a:xfrm>
              <a:off x="2086166" y="2073057"/>
              <a:ext cx="0" cy="31680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rot="5400000">
              <a:off x="2428866" y="2544232"/>
              <a:ext cx="0" cy="316800"/>
            </a:xfrm>
            <a:prstGeom prst="straightConnector1">
              <a:avLst/>
            </a:prstGeom>
            <a:ln w="50800">
              <a:prstDash val="sysDot"/>
              <a:tailEnd type="triangle"/>
            </a:ln>
          </p:spPr>
          <p:style>
            <a:lnRef idx="1">
              <a:schemeClr val="accent1"/>
            </a:lnRef>
            <a:fillRef idx="0">
              <a:schemeClr val="accent1"/>
            </a:fillRef>
            <a:effectRef idx="0">
              <a:schemeClr val="accent1"/>
            </a:effectRef>
            <a:fontRef idx="minor">
              <a:schemeClr val="tx1"/>
            </a:fontRef>
          </p:style>
        </p:cxnSp>
      </p:grpSp>
      <p:cxnSp>
        <p:nvCxnSpPr>
          <p:cNvPr id="97" name="直接箭头连接符 96"/>
          <p:cNvCxnSpPr/>
          <p:nvPr/>
        </p:nvCxnSpPr>
        <p:spPr>
          <a:xfrm>
            <a:off x="3558966" y="5226839"/>
            <a:ext cx="648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a:off x="7770443" y="2268788"/>
            <a:ext cx="612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flipH="1">
            <a:off x="3568460" y="2309930"/>
            <a:ext cx="612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rot="5400000">
            <a:off x="5663460" y="4099718"/>
            <a:ext cx="612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a:off x="3549053" y="5822831"/>
            <a:ext cx="4896000" cy="1182"/>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rot="5400000">
            <a:off x="9247674" y="3952941"/>
            <a:ext cx="1368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rot="16200000" flipV="1">
            <a:off x="843280" y="3651941"/>
            <a:ext cx="1044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7745392" y="3303065"/>
            <a:ext cx="2196000" cy="0"/>
          </a:xfrm>
          <a:prstGeom prst="straightConnector1">
            <a:avLst/>
          </a:prstGeom>
          <a:ln w="7620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2421311" y="3512479"/>
            <a:ext cx="1764000" cy="0"/>
          </a:xfrm>
          <a:prstGeom prst="straightConnector1">
            <a:avLst/>
          </a:prstGeom>
          <a:ln w="7620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rot="5400000">
            <a:off x="2109900" y="3854479"/>
            <a:ext cx="6840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78638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92088"/>
          </a:xfrm>
        </p:spPr>
        <p:txBody>
          <a:bodyPr/>
          <a:lstStyle/>
          <a:p>
            <a:pPr algn="ctr"/>
            <a:r>
              <a:rPr lang="zh-CN" altLang="en-US" sz="2800" dirty="0">
                <a:solidFill>
                  <a:srgbClr val="0070C0"/>
                </a:solidFill>
                <a:latin typeface="黑体" panose="02010609060101010101" pitchFamily="49" charset="-122"/>
                <a:ea typeface="黑体" panose="02010609060101010101" pitchFamily="49" charset="-122"/>
              </a:rPr>
              <a:t>第一章 电磁场的基本理论</a:t>
            </a:r>
            <a:endParaRPr lang="zh-CN" altLang="en-US" sz="2800" dirty="0"/>
          </a:p>
        </p:txBody>
      </p:sp>
      <p:sp>
        <p:nvSpPr>
          <p:cNvPr id="8" name="文本框 7"/>
          <p:cNvSpPr txBox="1"/>
          <p:nvPr/>
        </p:nvSpPr>
        <p:spPr>
          <a:xfrm>
            <a:off x="4079776" y="1556792"/>
            <a:ext cx="4752528" cy="3539430"/>
          </a:xfrm>
          <a:prstGeom prst="rect">
            <a:avLst/>
          </a:prstGeom>
          <a:noFill/>
        </p:spPr>
        <p:txBody>
          <a:bodyPr wrap="square">
            <a:spAutoFit/>
          </a:bodyPr>
          <a:lstStyle/>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引言</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电荷、电场和磁场</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真空形式的</a:t>
            </a:r>
            <a:r>
              <a:rPr lang="zh-CN" altLang="zh-CN" sz="2800" dirty="0">
                <a:latin typeface="黑体" panose="02010609060101010101" pitchFamily="49" charset="-122"/>
                <a:ea typeface="黑体" panose="02010609060101010101" pitchFamily="49" charset="-122"/>
              </a:rPr>
              <a:t>麦克斯韦方程</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媒质中的麦克斯韦方程</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媒质界面处电磁场边界条件</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电磁场的能量关系</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位函数和波动方程</a:t>
            </a:r>
            <a:endParaRPr lang="en-US" altLang="zh-CN" sz="2800" dirty="0">
              <a:latin typeface="黑体" panose="02010609060101010101" pitchFamily="49" charset="-122"/>
              <a:ea typeface="黑体" panose="02010609060101010101" pitchFamily="49" charset="-122"/>
            </a:endParaRPr>
          </a:p>
          <a:p>
            <a:pPr marL="285750" indent="-285750">
              <a:buFont typeface="Wingdings" panose="05000000000000000000" pitchFamily="2" charset="2"/>
              <a:buChar char="n"/>
              <a:defRPr/>
            </a:pPr>
            <a:r>
              <a:rPr lang="zh-CN" altLang="en-US" sz="2800" dirty="0">
                <a:latin typeface="黑体" panose="02010609060101010101" pitchFamily="49" charset="-122"/>
                <a:ea typeface="黑体" panose="02010609060101010101" pitchFamily="49" charset="-122"/>
              </a:rPr>
              <a:t>小结</a:t>
            </a:r>
            <a:endParaRPr lang="zh-CN"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197179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9577"/>
            <a:ext cx="10515600" cy="659478"/>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电荷和电流</a:t>
            </a:r>
            <a:endParaRPr lang="zh-CN" altLang="en-US" sz="28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88756" y="976955"/>
                <a:ext cx="6617495" cy="3009933"/>
              </a:xfrm>
            </p:spPr>
            <p:txBody>
              <a:bodyPr/>
              <a:lstStyle/>
              <a:p>
                <a:pPr marL="0" indent="0">
                  <a:lnSpc>
                    <a:spcPct val="100000"/>
                  </a:lnSpc>
                  <a:buNone/>
                </a:pPr>
                <a:r>
                  <a:rPr lang="zh-CN" altLang="zh-CN" sz="2000" dirty="0">
                    <a:solidFill>
                      <a:srgbClr val="FF0000"/>
                    </a:solidFill>
                    <a:latin typeface="黑体" panose="02010609060101010101" pitchFamily="49" charset="-122"/>
                    <a:ea typeface="黑体" panose="02010609060101010101" pitchFamily="49" charset="-122"/>
                  </a:rPr>
                  <a:t>电荷</a:t>
                </a:r>
                <a:r>
                  <a:rPr lang="zh-CN" altLang="en-US" sz="2000" dirty="0">
                    <a:latin typeface="黑体" panose="02010609060101010101" pitchFamily="49" charset="-122"/>
                    <a:ea typeface="黑体" panose="02010609060101010101" pitchFamily="49" charset="-122"/>
                  </a:rPr>
                  <a:t>：某些</a:t>
                </a:r>
                <a:r>
                  <a:rPr lang="zh-CN" altLang="zh-CN" sz="2000" dirty="0">
                    <a:latin typeface="黑体" panose="02010609060101010101" pitchFamily="49" charset="-122"/>
                    <a:ea typeface="黑体" panose="02010609060101010101" pitchFamily="49" charset="-122"/>
                  </a:rPr>
                  <a:t>实物物质（静止质量大于零的物质）的一</a:t>
                </a:r>
                <a:r>
                  <a:rPr lang="zh-CN" altLang="en-US" sz="2000" dirty="0">
                    <a:latin typeface="黑体" panose="02010609060101010101" pitchFamily="49" charset="-122"/>
                    <a:ea typeface="黑体" panose="02010609060101010101" pitchFamily="49" charset="-122"/>
                  </a:rPr>
                  <a:t>种内禀</a:t>
                </a:r>
                <a:r>
                  <a:rPr lang="zh-CN" altLang="zh-CN" sz="2000" dirty="0">
                    <a:latin typeface="黑体" panose="02010609060101010101" pitchFamily="49" charset="-122"/>
                    <a:ea typeface="黑体" panose="02010609060101010101" pitchFamily="49" charset="-122"/>
                  </a:rPr>
                  <a:t>属性</a:t>
                </a:r>
                <a:r>
                  <a:rPr lang="zh-CN" altLang="en-US" sz="2000" dirty="0">
                    <a:latin typeface="黑体" panose="02010609060101010101" pitchFamily="49" charset="-122"/>
                    <a:ea typeface="黑体" panose="02010609060101010101" pitchFamily="49" charset="-122"/>
                  </a:rPr>
                  <a:t>。电荷性质：量子化、电荷守恒、非物质（不能单独存在）</a:t>
                </a:r>
                <a:endParaRPr lang="en-US" altLang="zh-CN" sz="2000" dirty="0">
                  <a:latin typeface="黑体" panose="02010609060101010101" pitchFamily="49" charset="-122"/>
                  <a:ea typeface="黑体" panose="02010609060101010101" pitchFamily="49" charset="-122"/>
                </a:endParaRPr>
              </a:p>
              <a:p>
                <a:pPr marL="0" indent="0">
                  <a:lnSpc>
                    <a:spcPct val="100000"/>
                  </a:lnSpc>
                  <a:buNone/>
                </a:pPr>
                <a:r>
                  <a:rPr lang="zh-CN" altLang="en-US" sz="2000" dirty="0">
                    <a:solidFill>
                      <a:srgbClr val="FF0000"/>
                    </a:solidFill>
                    <a:latin typeface="黑体" panose="02010609060101010101" pitchFamily="49" charset="-122"/>
                    <a:ea typeface="黑体" panose="02010609060101010101" pitchFamily="49" charset="-122"/>
                  </a:rPr>
                  <a:t>载荷子</a:t>
                </a:r>
                <a:r>
                  <a:rPr lang="zh-CN" altLang="en-US"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具有电荷属性（携带电荷）的实物粒子</a:t>
                </a:r>
                <a:r>
                  <a:rPr lang="zh-CN" altLang="en-US" sz="2000" dirty="0">
                    <a:latin typeface="黑体" panose="02010609060101010101" pitchFamily="49" charset="-122"/>
                    <a:ea typeface="黑体" panose="02010609060101010101" pitchFamily="49" charset="-122"/>
                  </a:rPr>
                  <a:t>。电子、质子、分子、离子都是载荷子，中子是不是载荷子？</a:t>
                </a:r>
                <a:endParaRPr lang="en-US" altLang="zh-CN" sz="2000" dirty="0">
                  <a:latin typeface="黑体" panose="02010609060101010101" pitchFamily="49" charset="-122"/>
                  <a:ea typeface="黑体" panose="02010609060101010101" pitchFamily="49" charset="-122"/>
                </a:endParaRPr>
              </a:p>
              <a:p>
                <a:pPr marL="0" indent="0">
                  <a:lnSpc>
                    <a:spcPct val="100000"/>
                  </a:lnSpc>
                  <a:buNone/>
                </a:pPr>
                <a:r>
                  <a:rPr lang="zh-CN" altLang="en-US" sz="2000" dirty="0">
                    <a:solidFill>
                      <a:srgbClr val="FF0000"/>
                    </a:solidFill>
                    <a:latin typeface="黑体" panose="02010609060101010101" pitchFamily="49" charset="-122"/>
                    <a:ea typeface="黑体" panose="02010609060101010101" pitchFamily="49" charset="-122"/>
                  </a:rPr>
                  <a:t>电流</a:t>
                </a:r>
                <a:r>
                  <a:rPr lang="zh-CN" altLang="en-US"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运动的载荷子（电荷）</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a:lnSpc>
                    <a:spcPct val="100000"/>
                  </a:lnSpc>
                  <a:buNone/>
                </a:pPr>
                <a:r>
                  <a:rPr lang="zh-CN" altLang="zh-CN" sz="2000" dirty="0">
                    <a:latin typeface="黑体" panose="02010609060101010101" pitchFamily="49" charset="-122"/>
                    <a:ea typeface="黑体" panose="02010609060101010101" pitchFamily="49" charset="-122"/>
                  </a:rPr>
                  <a:t>电流密度</a:t>
                </a:r>
                <a:r>
                  <a:rPr lang="zh-CN" altLang="en-US" sz="2000" dirty="0">
                    <a:latin typeface="黑体" panose="02010609060101010101" pitchFamily="49" charset="-122"/>
                    <a:ea typeface="黑体" panose="02010609060101010101" pitchFamily="49" charset="-122"/>
                  </a:rPr>
                  <a:t>：</a:t>
                </a:r>
                <a14:m>
                  <m:oMath xmlns:m="http://schemas.openxmlformats.org/officeDocument/2006/math">
                    <m:r>
                      <m:rPr>
                        <m:nor/>
                      </m:rP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m:t>J</m:t>
                    </m:r>
                    <m:r>
                      <a:rPr lang="en-US" altLang="zh-CN" sz="2000" b="0" i="1" smtClean="0">
                        <a:latin typeface="Cambria Math" panose="02040503050406030204" pitchFamily="18" charset="0"/>
                        <a:ea typeface="黑体" panose="02010609060101010101" pitchFamily="49" charset="-122"/>
                      </a:rPr>
                      <m:t>=</m:t>
                    </m:r>
                    <m:r>
                      <a:rPr lang="zh-CN" altLang="en-US" sz="2000" b="0" i="1" smtClean="0">
                        <a:latin typeface="Cambria Math" panose="02040503050406030204" pitchFamily="18" charset="0"/>
                        <a:ea typeface="黑体" panose="02010609060101010101" pitchFamily="49" charset="-122"/>
                      </a:rPr>
                      <m:t>𝜌</m:t>
                    </m:r>
                    <m:r>
                      <a:rPr lang="en-US" altLang="zh-CN" sz="2000" b="0" i="1" smtClean="0">
                        <a:latin typeface="Cambria Math" panose="02040503050406030204" pitchFamily="18" charset="0"/>
                        <a:ea typeface="黑体" panose="02010609060101010101" pitchFamily="49" charset="-122"/>
                      </a:rPr>
                      <m:t>𝑣</m:t>
                    </m:r>
                  </m:oMath>
                </a14:m>
                <a:r>
                  <a:rPr lang="zh-CN" altLang="zh-CN"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a:lnSpc>
                    <a:spcPct val="100000"/>
                  </a:lnSpc>
                  <a:buNone/>
                </a:pPr>
                <a: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a:t>                   J</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a:t>
                </a:r>
                <a:r>
                  <a:rPr lang="en-CA" altLang="zh-CN" sz="2000"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sz="2000" baseline="30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000" dirty="0">
                    <a:latin typeface="黑体" panose="02010609060101010101" pitchFamily="49" charset="-122"/>
                    <a:ea typeface="黑体" panose="02010609060101010101" pitchFamily="49" charset="-122"/>
                  </a:rPr>
                  <a:t>是表征电流的方向和大小</a:t>
                </a:r>
                <a:r>
                  <a:rPr lang="zh-CN" altLang="en-US" sz="2000" dirty="0">
                    <a:latin typeface="黑体" panose="02010609060101010101" pitchFamily="49" charset="-122"/>
                    <a:ea typeface="黑体" panose="02010609060101010101" pitchFamily="49" charset="-122"/>
                  </a:rPr>
                  <a:t>的</a:t>
                </a:r>
                <a:r>
                  <a:rPr lang="zh-CN" altLang="zh-CN" sz="2000" dirty="0">
                    <a:latin typeface="黑体" panose="02010609060101010101" pitchFamily="49" charset="-122"/>
                    <a:ea typeface="黑体" panose="02010609060101010101" pitchFamily="49" charset="-122"/>
                  </a:rPr>
                  <a:t>矢量</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88756" y="976955"/>
                <a:ext cx="6617495" cy="3009933"/>
              </a:xfrm>
              <a:blipFill>
                <a:blip r:embed="rId4"/>
                <a:stretch>
                  <a:fillRect l="-1014" t="-1012" b="-4656"/>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extLst>
              <p:ext uri="{D42A27DB-BD31-4B8C-83A1-F6EECF244321}">
                <p14:modId xmlns:p14="http://schemas.microsoft.com/office/powerpoint/2010/main" val="3252177713"/>
              </p:ext>
            </p:extLst>
          </p:nvPr>
        </p:nvGraphicFramePr>
        <p:xfrm>
          <a:off x="9712096" y="5772335"/>
          <a:ext cx="1642755" cy="447079"/>
        </p:xfrm>
        <a:graphic>
          <a:graphicData uri="http://schemas.openxmlformats.org/presentationml/2006/ole">
            <mc:AlternateContent xmlns:mc="http://schemas.openxmlformats.org/markup-compatibility/2006">
              <mc:Choice xmlns:v="urn:schemas-microsoft-com:vml" Requires="v">
                <p:oleObj spid="_x0000_s1068" name="Equation" r:id="rId5" imgW="1016000" imgH="279400" progId="Equation.DSMT4">
                  <p:embed/>
                </p:oleObj>
              </mc:Choice>
              <mc:Fallback>
                <p:oleObj name="Equation" r:id="rId5" imgW="1016000" imgH="2794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2096" y="5772335"/>
                        <a:ext cx="1642755" cy="447079"/>
                      </a:xfrm>
                      <a:prstGeom prst="rect">
                        <a:avLst/>
                      </a:prstGeom>
                      <a:noFill/>
                    </p:spPr>
                  </p:pic>
                </p:oleObj>
              </mc:Fallback>
            </mc:AlternateContent>
          </a:graphicData>
        </a:graphic>
      </p:graphicFrame>
      <p:graphicFrame>
        <p:nvGraphicFramePr>
          <p:cNvPr id="17" name="对象 3"/>
          <p:cNvGraphicFramePr>
            <a:graphicFrameLocks noChangeAspect="1"/>
          </p:cNvGraphicFramePr>
          <p:nvPr>
            <p:extLst>
              <p:ext uri="{D42A27DB-BD31-4B8C-83A1-F6EECF244321}">
                <p14:modId xmlns:p14="http://schemas.microsoft.com/office/powerpoint/2010/main" val="156308561"/>
              </p:ext>
            </p:extLst>
          </p:nvPr>
        </p:nvGraphicFramePr>
        <p:xfrm>
          <a:off x="9383993" y="4259484"/>
          <a:ext cx="1822345" cy="291260"/>
        </p:xfrm>
        <a:graphic>
          <a:graphicData uri="http://schemas.openxmlformats.org/presentationml/2006/ole">
            <mc:AlternateContent xmlns:mc="http://schemas.openxmlformats.org/markup-compatibility/2006">
              <mc:Choice xmlns:v="urn:schemas-microsoft-com:vml" Requires="v">
                <p:oleObj spid="_x0000_s1069" name="Equation" r:id="rId7" imgW="1269720" imgH="203040" progId="Equation.DSMT4">
                  <p:embed/>
                </p:oleObj>
              </mc:Choice>
              <mc:Fallback>
                <p:oleObj name="Equation" r:id="rId7" imgW="1269720" imgH="203040" progId="Equation.DSMT4">
                  <p:embed/>
                  <p:pic>
                    <p:nvPicPr>
                      <p:cNvPr id="17420" name="对象 3"/>
                      <p:cNvPicPr>
                        <a:picLocks noChangeAspect="1" noChangeArrowheads="1"/>
                      </p:cNvPicPr>
                      <p:nvPr/>
                    </p:nvPicPr>
                    <p:blipFill>
                      <a:blip r:embed="rId8"/>
                      <a:srcRect/>
                      <a:stretch>
                        <a:fillRect/>
                      </a:stretch>
                    </p:blipFill>
                    <p:spPr bwMode="auto">
                      <a:xfrm>
                        <a:off x="9383993" y="4259484"/>
                        <a:ext cx="1822345" cy="2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5"/>
          <p:cNvGraphicFramePr>
            <a:graphicFrameLocks noChangeAspect="1"/>
          </p:cNvGraphicFramePr>
          <p:nvPr>
            <p:extLst>
              <p:ext uri="{D42A27DB-BD31-4B8C-83A1-F6EECF244321}">
                <p14:modId xmlns:p14="http://schemas.microsoft.com/office/powerpoint/2010/main" val="2884991066"/>
              </p:ext>
            </p:extLst>
          </p:nvPr>
        </p:nvGraphicFramePr>
        <p:xfrm>
          <a:off x="9531151" y="4735317"/>
          <a:ext cx="1749425" cy="803275"/>
        </p:xfrm>
        <a:graphic>
          <a:graphicData uri="http://schemas.openxmlformats.org/presentationml/2006/ole">
            <mc:AlternateContent xmlns:mc="http://schemas.openxmlformats.org/markup-compatibility/2006">
              <mc:Choice xmlns:v="urn:schemas-microsoft-com:vml" Requires="v">
                <p:oleObj spid="_x0000_s1070" name="Equation" r:id="rId9" imgW="1180800" imgH="609480" progId="Equation.DSMT4">
                  <p:embed/>
                </p:oleObj>
              </mc:Choice>
              <mc:Fallback>
                <p:oleObj name="Equation" r:id="rId9" imgW="1180800" imgH="609480" progId="Equation.DSMT4">
                  <p:embed/>
                  <p:pic>
                    <p:nvPicPr>
                      <p:cNvPr id="17422" name="对象 5"/>
                      <p:cNvPicPr>
                        <a:picLocks noChangeAspect="1" noChangeArrowheads="1"/>
                      </p:cNvPicPr>
                      <p:nvPr/>
                    </p:nvPicPr>
                    <p:blipFill>
                      <a:blip r:embed="rId10"/>
                      <a:srcRect/>
                      <a:stretch>
                        <a:fillRect/>
                      </a:stretch>
                    </p:blipFill>
                    <p:spPr bwMode="auto">
                      <a:xfrm>
                        <a:off x="9531151" y="4735317"/>
                        <a:ext cx="1749425" cy="803275"/>
                      </a:xfrm>
                      <a:prstGeom prst="rect">
                        <a:avLst/>
                      </a:prstGeom>
                      <a:noFill/>
                      <a:ln>
                        <a:noFill/>
                      </a:ln>
                    </p:spPr>
                  </p:pic>
                </p:oleObj>
              </mc:Fallback>
            </mc:AlternateContent>
          </a:graphicData>
        </a:graphic>
      </p:graphicFrame>
      <p:sp>
        <p:nvSpPr>
          <p:cNvPr id="11" name="矩形 10"/>
          <p:cNvSpPr/>
          <p:nvPr/>
        </p:nvSpPr>
        <p:spPr>
          <a:xfrm>
            <a:off x="588756" y="3927274"/>
            <a:ext cx="5311027" cy="707886"/>
          </a:xfrm>
          <a:prstGeom prst="rect">
            <a:avLst/>
          </a:prstGeom>
        </p:spPr>
        <p:txBody>
          <a:bodyPr wrap="square">
            <a:spAutoFit/>
          </a:bodyPr>
          <a:lstStyle/>
          <a:p>
            <a:pPr algn="just" eaLnBrk="1" fontAlgn="auto" hangingPunct="1">
              <a:spcBef>
                <a:spcPts val="0"/>
              </a:spcBef>
              <a:spcAft>
                <a:spcPts val="0"/>
              </a:spcAft>
              <a:defRPr/>
            </a:pPr>
            <a:r>
              <a:rPr lang="zh-CN" altLang="en-US" sz="2000" dirty="0">
                <a:solidFill>
                  <a:srgbClr val="FF0000"/>
                </a:solidFill>
                <a:latin typeface="黑体" panose="02010609060101010101" pitchFamily="49" charset="-122"/>
                <a:ea typeface="黑体" panose="02010609060101010101" pitchFamily="49" charset="-122"/>
              </a:rPr>
              <a:t>电荷守恒定律</a:t>
            </a:r>
            <a:r>
              <a:rPr lang="zh-CN" altLang="en-US" sz="2000" dirty="0">
                <a:latin typeface="黑体" panose="02010609060101010101" pitchFamily="49" charset="-122"/>
                <a:ea typeface="黑体" panose="02010609060101010101" pitchFamily="49" charset="-122"/>
              </a:rPr>
              <a:t>：在任何惯性系，电荷不变。</a:t>
            </a:r>
            <a:endParaRPr lang="en-US" altLang="zh-CN" sz="2000" dirty="0">
              <a:latin typeface="黑体" panose="02010609060101010101" pitchFamily="49" charset="-122"/>
              <a:ea typeface="黑体" panose="02010609060101010101" pitchFamily="49" charset="-122"/>
            </a:endParaRPr>
          </a:p>
          <a:p>
            <a:pPr algn="just" eaLnBrk="1" fontAlgn="auto" hangingPunct="1">
              <a:spcBef>
                <a:spcPts val="0"/>
              </a:spcBef>
              <a:spcAft>
                <a:spcPts val="0"/>
              </a:spcAft>
              <a:defRPr/>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（电荷不会转化为其它形式）</a:t>
            </a:r>
            <a:endParaRPr lang="en-US" altLang="zh-CN" sz="2000" dirty="0">
              <a:latin typeface="黑体" panose="02010609060101010101" pitchFamily="49" charset="-122"/>
              <a:ea typeface="黑体" panose="02010609060101010101" pitchFamily="49" charset="-122"/>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1029701910"/>
              </p:ext>
            </p:extLst>
          </p:nvPr>
        </p:nvGraphicFramePr>
        <p:xfrm>
          <a:off x="3009090" y="4647715"/>
          <a:ext cx="1833120" cy="519840"/>
        </p:xfrm>
        <a:graphic>
          <a:graphicData uri="http://schemas.openxmlformats.org/presentationml/2006/ole">
            <mc:AlternateContent xmlns:mc="http://schemas.openxmlformats.org/markup-compatibility/2006">
              <mc:Choice xmlns:v="urn:schemas-microsoft-com:vml" Requires="v">
                <p:oleObj spid="_x0000_s1071" name="Equation" r:id="rId11" imgW="1269449" imgH="355446" progId="Equation.DSMT4">
                  <p:embed/>
                </p:oleObj>
              </mc:Choice>
              <mc:Fallback>
                <p:oleObj name="Equation" r:id="rId11" imgW="1269449" imgH="355446"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09090" y="4647715"/>
                        <a:ext cx="1833120" cy="519840"/>
                      </a:xfrm>
                      <a:prstGeom prst="rect">
                        <a:avLst/>
                      </a:prstGeom>
                      <a:noFill/>
                    </p:spPr>
                  </p:pic>
                </p:oleObj>
              </mc:Fallback>
            </mc:AlternateContent>
          </a:graphicData>
        </a:graphic>
      </p:graphicFrame>
      <p:sp>
        <p:nvSpPr>
          <p:cNvPr id="24" name="矩形 23"/>
          <p:cNvSpPr/>
          <p:nvPr/>
        </p:nvSpPr>
        <p:spPr>
          <a:xfrm>
            <a:off x="556856" y="5323341"/>
            <a:ext cx="4801314" cy="400110"/>
          </a:xfrm>
          <a:prstGeom prst="rect">
            <a:avLst/>
          </a:prstGeom>
        </p:spPr>
        <p:txBody>
          <a:bodyPr wrap="none">
            <a:spAutoFit/>
          </a:bodyPr>
          <a:lstStyle/>
          <a:p>
            <a:pPr algn="just" eaLnBrk="1" fontAlgn="auto" hangingPunct="1">
              <a:spcBef>
                <a:spcPts val="0"/>
              </a:spcBef>
              <a:spcAft>
                <a:spcPts val="0"/>
              </a:spcAft>
              <a:defRPr/>
            </a:pPr>
            <a:r>
              <a:rPr lang="zh-CN" altLang="en-US" sz="2000" dirty="0">
                <a:latin typeface="黑体" panose="02010609060101010101" pitchFamily="49" charset="-122"/>
                <a:ea typeface="黑体" panose="02010609060101010101" pitchFamily="49" charset="-122"/>
              </a:rPr>
              <a:t>面电流（理论模型）：表面运动的载荷子</a:t>
            </a:r>
            <a:endParaRPr lang="en-US" altLang="zh-CN" sz="2000" dirty="0">
              <a:latin typeface="黑体" panose="02010609060101010101" pitchFamily="49" charset="-122"/>
              <a:ea typeface="黑体" panose="02010609060101010101" pitchFamily="49" charset="-122"/>
            </a:endParaRPr>
          </a:p>
        </p:txBody>
      </p:sp>
      <p:graphicFrame>
        <p:nvGraphicFramePr>
          <p:cNvPr id="29" name="对象 28"/>
          <p:cNvGraphicFramePr>
            <a:graphicFrameLocks noChangeAspect="1"/>
          </p:cNvGraphicFramePr>
          <p:nvPr>
            <p:extLst>
              <p:ext uri="{D42A27DB-BD31-4B8C-83A1-F6EECF244321}">
                <p14:modId xmlns:p14="http://schemas.microsoft.com/office/powerpoint/2010/main" val="3849261371"/>
              </p:ext>
            </p:extLst>
          </p:nvPr>
        </p:nvGraphicFramePr>
        <p:xfrm>
          <a:off x="1880943" y="5871351"/>
          <a:ext cx="1076570" cy="358856"/>
        </p:xfrm>
        <a:graphic>
          <a:graphicData uri="http://schemas.openxmlformats.org/presentationml/2006/ole">
            <mc:AlternateContent xmlns:mc="http://schemas.openxmlformats.org/markup-compatibility/2006">
              <mc:Choice xmlns:v="urn:schemas-microsoft-com:vml" Requires="v">
                <p:oleObj spid="_x0000_s1072" name="Equation" r:id="rId13" imgW="507780" imgH="203112" progId="Equation.DSMT4">
                  <p:embed/>
                </p:oleObj>
              </mc:Choice>
              <mc:Fallback>
                <p:oleObj name="Equation" r:id="rId13" imgW="507780" imgH="203112" progId="Equation.DSMT4">
                  <p:embed/>
                  <p:pic>
                    <p:nvPicPr>
                      <p:cNvPr id="0" name="Object 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0943" y="5871351"/>
                        <a:ext cx="1076570" cy="358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p:nvPr/>
        </p:nvSpPr>
        <p:spPr>
          <a:xfrm>
            <a:off x="3373257" y="6084004"/>
            <a:ext cx="2505814" cy="369332"/>
          </a:xfrm>
          <a:prstGeom prst="rect">
            <a:avLst/>
          </a:prstGeom>
        </p:spPr>
        <p:txBody>
          <a:bodyPr wrap="none">
            <a:spAutoFit/>
          </a:bodyPr>
          <a:lstStyle/>
          <a:p>
            <a:pPr marL="0" indent="0">
              <a:buNone/>
            </a:pP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面电荷密度</a:t>
            </a:r>
            <a:r>
              <a:rPr lang="en-US" altLang="zh-CN" dirty="0">
                <a:latin typeface="黑体" panose="02010609060101010101" pitchFamily="49" charset="-122"/>
                <a:ea typeface="黑体" panose="02010609060101010101" pitchFamily="49" charset="-122"/>
              </a:rPr>
              <a:t>(</a:t>
            </a:r>
            <a:r>
              <a:rPr lang="en-CA" altLang="zh-CN" dirty="0">
                <a:latin typeface="Times New Roman" panose="02020603050405020304" pitchFamily="18" charset="0"/>
                <a:ea typeface="黑体" panose="02010609060101010101" pitchFamily="49" charset="-122"/>
                <a:cs typeface="Times New Roman" panose="02020603050405020304" pitchFamily="18" charset="0"/>
              </a:rPr>
              <a:t>C/m</a:t>
            </a:r>
            <a:r>
              <a:rPr lang="en-US" altLang="zh-CN" baseline="30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aphicFrame>
        <p:nvGraphicFramePr>
          <p:cNvPr id="32" name="对象 31"/>
          <p:cNvGraphicFramePr>
            <a:graphicFrameLocks noChangeAspect="1"/>
          </p:cNvGraphicFramePr>
          <p:nvPr>
            <p:extLst>
              <p:ext uri="{D42A27DB-BD31-4B8C-83A1-F6EECF244321}">
                <p14:modId xmlns:p14="http://schemas.microsoft.com/office/powerpoint/2010/main" val="3685486945"/>
              </p:ext>
            </p:extLst>
          </p:nvPr>
        </p:nvGraphicFramePr>
        <p:xfrm>
          <a:off x="3073982" y="6080708"/>
          <a:ext cx="377825" cy="395287"/>
        </p:xfrm>
        <a:graphic>
          <a:graphicData uri="http://schemas.openxmlformats.org/presentationml/2006/ole">
            <mc:AlternateContent xmlns:mc="http://schemas.openxmlformats.org/markup-compatibility/2006">
              <mc:Choice xmlns:v="urn:schemas-microsoft-com:vml" Requires="v">
                <p:oleObj spid="_x0000_s1073" name="Equation" r:id="rId15" imgW="177480" imgH="203040" progId="Equation.DSMT4">
                  <p:embed/>
                </p:oleObj>
              </mc:Choice>
              <mc:Fallback>
                <p:oleObj name="Equation" r:id="rId15" imgW="177480" imgH="203040" progId="Equation.DSMT4">
                  <p:embed/>
                  <p:pic>
                    <p:nvPicPr>
                      <p:cNvPr id="26" name="对象 25"/>
                      <p:cNvPicPr>
                        <a:picLocks noChangeAspect="1" noChangeArrowheads="1"/>
                      </p:cNvPicPr>
                      <p:nvPr/>
                    </p:nvPicPr>
                    <p:blipFill>
                      <a:blip r:embed="rId16"/>
                      <a:srcRect/>
                      <a:stretch>
                        <a:fillRect/>
                      </a:stretch>
                    </p:blipFill>
                    <p:spPr bwMode="auto">
                      <a:xfrm>
                        <a:off x="3073982" y="6080708"/>
                        <a:ext cx="377825"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1144389334"/>
              </p:ext>
            </p:extLst>
          </p:nvPr>
        </p:nvGraphicFramePr>
        <p:xfrm>
          <a:off x="3091593" y="5778987"/>
          <a:ext cx="349250" cy="358775"/>
        </p:xfrm>
        <a:graphic>
          <a:graphicData uri="http://schemas.openxmlformats.org/presentationml/2006/ole">
            <mc:AlternateContent xmlns:mc="http://schemas.openxmlformats.org/markup-compatibility/2006">
              <mc:Choice xmlns:v="urn:schemas-microsoft-com:vml" Requires="v">
                <p:oleObj spid="_x0000_s1074" name="Equation" r:id="rId17" imgW="164880" imgH="203040" progId="Equation.DSMT4">
                  <p:embed/>
                </p:oleObj>
              </mc:Choice>
              <mc:Fallback>
                <p:oleObj name="Equation" r:id="rId17" imgW="164880" imgH="203040" progId="Equation.DSMT4">
                  <p:embed/>
                  <p:pic>
                    <p:nvPicPr>
                      <p:cNvPr id="29" name="对象 28"/>
                      <p:cNvPicPr>
                        <a:picLocks noChangeAspect="1" noChangeArrowheads="1"/>
                      </p:cNvPicPr>
                      <p:nvPr/>
                    </p:nvPicPr>
                    <p:blipFill>
                      <a:blip r:embed="rId18"/>
                      <a:srcRect/>
                      <a:stretch>
                        <a:fillRect/>
                      </a:stretch>
                    </p:blipFill>
                    <p:spPr bwMode="auto">
                      <a:xfrm>
                        <a:off x="3091593" y="5778987"/>
                        <a:ext cx="349250"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矩形 33"/>
          <p:cNvSpPr/>
          <p:nvPr/>
        </p:nvSpPr>
        <p:spPr>
          <a:xfrm>
            <a:off x="3124029" y="5755340"/>
            <a:ext cx="2557110" cy="369332"/>
          </a:xfrm>
          <a:prstGeom prst="rect">
            <a:avLst/>
          </a:prstGeom>
        </p:spPr>
        <p:txBody>
          <a:bodyPr wrap="none">
            <a:spAutoFit/>
          </a:bodyPr>
          <a:lstStyle/>
          <a:p>
            <a:pPr marL="0" inden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面电荷密度</a:t>
            </a:r>
            <a:r>
              <a:rPr lang="en-US" altLang="zh-CN" dirty="0">
                <a:latin typeface="黑体" panose="02010609060101010101" pitchFamily="49" charset="-122"/>
                <a:ea typeface="黑体" panose="02010609060101010101" pitchFamily="49" charset="-12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a:t>
            </a:r>
            <a:r>
              <a:rPr lang="en-CA" altLang="zh-CN"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4" name="矩形 3"/>
          <p:cNvSpPr/>
          <p:nvPr/>
        </p:nvSpPr>
        <p:spPr>
          <a:xfrm>
            <a:off x="615029" y="4577756"/>
            <a:ext cx="2316151" cy="707886"/>
          </a:xfrm>
          <a:prstGeom prst="rect">
            <a:avLst/>
          </a:prstGeom>
        </p:spPr>
        <p:txBody>
          <a:bodyPr wrap="square">
            <a:spAutoFit/>
          </a:bodyPr>
          <a:lstStyle/>
          <a:p>
            <a:pPr algn="just"/>
            <a:r>
              <a:rPr lang="zh-CN" altLang="en-US" sz="2000" dirty="0">
                <a:latin typeface="黑体" panose="02010609060101010101" pitchFamily="49" charset="-122"/>
                <a:ea typeface="黑体" panose="02010609060101010101" pitchFamily="49" charset="-122"/>
              </a:rPr>
              <a:t>电荷守恒方程</a:t>
            </a:r>
            <a:endParaRPr lang="en-US" altLang="zh-CN" sz="2000" dirty="0">
              <a:latin typeface="黑体" panose="02010609060101010101" pitchFamily="49" charset="-122"/>
              <a:ea typeface="黑体" panose="02010609060101010101" pitchFamily="49" charset="-122"/>
            </a:endParaRPr>
          </a:p>
          <a:p>
            <a:pPr algn="just"/>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电流连续性方程</a:t>
            </a:r>
            <a:r>
              <a:rPr lang="en-US" altLang="zh-CN" sz="2000" dirty="0">
                <a:latin typeface="黑体" panose="02010609060101010101" pitchFamily="49" charset="-122"/>
                <a:ea typeface="黑体" panose="02010609060101010101" pitchFamily="49" charset="-122"/>
              </a:rPr>
              <a:t>)</a:t>
            </a:r>
            <a:endParaRPr lang="zh-CN" altLang="en-US" sz="2000" dirty="0"/>
          </a:p>
        </p:txBody>
      </p:sp>
      <p:sp>
        <p:nvSpPr>
          <p:cNvPr id="22" name="矩形 21"/>
          <p:cNvSpPr/>
          <p:nvPr/>
        </p:nvSpPr>
        <p:spPr>
          <a:xfrm>
            <a:off x="551384" y="5857994"/>
            <a:ext cx="1696044" cy="400110"/>
          </a:xfrm>
          <a:prstGeom prst="rect">
            <a:avLst/>
          </a:prstGeom>
        </p:spPr>
        <p:txBody>
          <a:bodyPr wrap="square">
            <a:spAutoFit/>
          </a:bodyPr>
          <a:lstStyle/>
          <a:p>
            <a:pPr algn="just"/>
            <a:r>
              <a:rPr lang="zh-CN" altLang="en-US" sz="2000" dirty="0">
                <a:latin typeface="黑体" panose="02010609060101010101" pitchFamily="49" charset="-122"/>
                <a:ea typeface="黑体" panose="02010609060101010101" pitchFamily="49" charset="-122"/>
              </a:rPr>
              <a:t>面电流密度</a:t>
            </a:r>
            <a:endParaRPr lang="zh-CN" altLang="en-US" sz="2000" dirty="0"/>
          </a:p>
        </p:txBody>
      </p:sp>
      <p:sp>
        <p:nvSpPr>
          <p:cNvPr id="27" name="矩形 26"/>
          <p:cNvSpPr/>
          <p:nvPr/>
        </p:nvSpPr>
        <p:spPr>
          <a:xfrm>
            <a:off x="7194343" y="3415739"/>
            <a:ext cx="4034135" cy="400110"/>
          </a:xfrm>
          <a:prstGeom prst="rect">
            <a:avLst/>
          </a:prstGeom>
          <a:ln w="19050">
            <a:solidFill>
              <a:srgbClr val="FF0000"/>
            </a:solidFill>
          </a:ln>
        </p:spPr>
        <p:txBody>
          <a:bodyPr wrap="square">
            <a:spAutoFit/>
          </a:bodyPr>
          <a:lstStyle/>
          <a:p>
            <a:pPr algn="ctr"/>
            <a:r>
              <a:rPr lang="zh-CN" altLang="en-US" sz="2000" dirty="0">
                <a:latin typeface="黑体" panose="02010609060101010101" pitchFamily="49" charset="-122"/>
                <a:ea typeface="黑体" panose="02010609060101010101" pitchFamily="49" charset="-122"/>
              </a:rPr>
              <a:t>电荷密度与电流强度</a:t>
            </a:r>
            <a:endParaRPr lang="zh-CN" altLang="en-US" sz="2000" dirty="0"/>
          </a:p>
        </p:txBody>
      </p:sp>
      <p:sp>
        <p:nvSpPr>
          <p:cNvPr id="28" name="矩形 27"/>
          <p:cNvSpPr/>
          <p:nvPr/>
        </p:nvSpPr>
        <p:spPr>
          <a:xfrm>
            <a:off x="7176120" y="4080041"/>
            <a:ext cx="2040613" cy="707886"/>
          </a:xfrm>
          <a:prstGeom prst="rect">
            <a:avLst/>
          </a:prstGeom>
        </p:spPr>
        <p:txBody>
          <a:bodyPr wrap="square">
            <a:spAutoFit/>
          </a:bodyPr>
          <a:lstStyle/>
          <a:p>
            <a:pPr algn="just"/>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经过</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sz="2000" b="1" i="1" dirty="0" err="1">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进入体积</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sz="2000" i="1" dirty="0" err="1">
                <a:latin typeface="Times New Roman" panose="02020603050405020304" pitchFamily="18" charset="0"/>
                <a:ea typeface="黑体" panose="02010609060101010101" pitchFamily="49" charset="-122"/>
                <a:cs typeface="Times New Roman" panose="02020603050405020304" pitchFamily="18" charset="0"/>
              </a:rPr>
              <a:t>V</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的电荷（量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31" name="矩形 30"/>
          <p:cNvSpPr/>
          <p:nvPr/>
        </p:nvSpPr>
        <p:spPr>
          <a:xfrm>
            <a:off x="7176120" y="4881080"/>
            <a:ext cx="2040613" cy="707886"/>
          </a:xfrm>
          <a:prstGeom prst="rect">
            <a:avLst/>
          </a:prstGeom>
        </p:spPr>
        <p:txBody>
          <a:bodyPr wrap="square">
            <a:spAutoFit/>
          </a:bodyPr>
          <a:lstStyle/>
          <a:p>
            <a:pPr algn="just"/>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单位时间经过</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sz="2000" b="1" i="1" dirty="0" err="1">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的电荷（量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35" name="矩形 34"/>
          <p:cNvSpPr/>
          <p:nvPr/>
        </p:nvSpPr>
        <p:spPr>
          <a:xfrm>
            <a:off x="7168879" y="5654951"/>
            <a:ext cx="2543217" cy="707886"/>
          </a:xfrm>
          <a:prstGeom prst="rect">
            <a:avLst/>
          </a:prstGeom>
        </p:spPr>
        <p:txBody>
          <a:bodyPr wrap="square">
            <a:spAutoFit/>
          </a:bodyPr>
          <a:lstStyle/>
          <a:p>
            <a:pPr algn="just"/>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电流强度：单位时间经过截面</a:t>
            </a:r>
            <a: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的电荷</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量</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9"/>
          <a:stretch>
            <a:fillRect/>
          </a:stretch>
        </p:blipFill>
        <p:spPr>
          <a:xfrm>
            <a:off x="7045362" y="1345970"/>
            <a:ext cx="4344006" cy="1952898"/>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92088"/>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电场和磁场</a:t>
            </a:r>
            <a:endParaRPr lang="zh-CN" altLang="en-US" sz="2800" dirty="0"/>
          </a:p>
        </p:txBody>
      </p:sp>
      <p:sp>
        <p:nvSpPr>
          <p:cNvPr id="3" name="内容占位符 2"/>
          <p:cNvSpPr>
            <a:spLocks noGrp="1"/>
          </p:cNvSpPr>
          <p:nvPr>
            <p:ph idx="1"/>
          </p:nvPr>
        </p:nvSpPr>
        <p:spPr>
          <a:xfrm>
            <a:off x="1408262" y="1196752"/>
            <a:ext cx="9074224" cy="1193561"/>
          </a:xfrm>
        </p:spPr>
        <p:txBody>
          <a:bodyPr/>
          <a:lstStyle/>
          <a:p>
            <a:pPr marL="0" indent="0">
              <a:buNone/>
            </a:pPr>
            <a:r>
              <a:rPr lang="zh-CN" altLang="en-US" sz="2000" dirty="0">
                <a:solidFill>
                  <a:srgbClr val="FF0000"/>
                </a:solidFill>
                <a:latin typeface="黑体" panose="02010609060101010101" pitchFamily="49" charset="-122"/>
                <a:ea typeface="黑体" panose="02010609060101010101" pitchFamily="49" charset="-122"/>
              </a:rPr>
              <a:t>电场和磁场</a:t>
            </a:r>
            <a:r>
              <a:rPr lang="zh-CN" altLang="en-US" sz="2000" dirty="0">
                <a:latin typeface="黑体" panose="02010609060101010101" pitchFamily="49" charset="-122"/>
                <a:ea typeface="黑体" panose="02010609060101010101" pitchFamily="49" charset="-122"/>
              </a:rPr>
              <a:t>：一种</a:t>
            </a:r>
            <a:r>
              <a:rPr lang="zh-CN" altLang="zh-CN" sz="2000" dirty="0">
                <a:latin typeface="黑体" panose="02010609060101010101" pitchFamily="49" charset="-122"/>
                <a:ea typeface="黑体" panose="02010609060101010101" pitchFamily="49" charset="-122"/>
              </a:rPr>
              <a:t>静止质量</a:t>
            </a:r>
            <a:r>
              <a:rPr lang="zh-CN" altLang="en-US" sz="2000" dirty="0">
                <a:latin typeface="黑体" panose="02010609060101010101" pitchFamily="49" charset="-122"/>
                <a:ea typeface="黑体" panose="02010609060101010101" pitchFamily="49" charset="-122"/>
              </a:rPr>
              <a:t>为</a:t>
            </a:r>
            <a:r>
              <a:rPr lang="zh-CN" altLang="zh-CN" sz="2000" dirty="0">
                <a:latin typeface="黑体" panose="02010609060101010101" pitchFamily="49" charset="-122"/>
                <a:ea typeface="黑体" panose="02010609060101010101" pitchFamily="49" charset="-122"/>
              </a:rPr>
              <a:t>零的物质</a:t>
            </a:r>
            <a:r>
              <a:rPr lang="zh-CN" altLang="en-US" sz="2000" dirty="0">
                <a:latin typeface="黑体" panose="02010609060101010101" pitchFamily="49" charset="-122"/>
                <a:ea typeface="黑体" panose="02010609060101010101" pitchFamily="49" charset="-122"/>
              </a:rPr>
              <a:t>（非</a:t>
            </a:r>
            <a:r>
              <a:rPr lang="zh-CN" altLang="zh-CN" sz="2000" dirty="0">
                <a:latin typeface="黑体" panose="02010609060101010101" pitchFamily="49" charset="-122"/>
                <a:ea typeface="黑体" panose="02010609060101010101" pitchFamily="49" charset="-122"/>
              </a:rPr>
              <a:t>实物物质）</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a:buNone/>
            </a:pPr>
            <a:r>
              <a:rPr lang="zh-CN" altLang="en-US" sz="2000" dirty="0">
                <a:latin typeface="黑体" panose="02010609060101010101" pitchFamily="49" charset="-122"/>
                <a:ea typeface="黑体" panose="02010609060101010101" pitchFamily="49" charset="-122"/>
              </a:rPr>
              <a:t>电场和磁场通过</a:t>
            </a:r>
            <a:r>
              <a:rPr lang="zh-CN" altLang="en-US" sz="2000" dirty="0">
                <a:solidFill>
                  <a:srgbClr val="FF0000"/>
                </a:solidFill>
                <a:latin typeface="黑体" panose="02010609060101010101" pitchFamily="49" charset="-122"/>
                <a:ea typeface="黑体" panose="02010609060101010101" pitchFamily="49" charset="-122"/>
              </a:rPr>
              <a:t>洛伦兹力公式</a:t>
            </a:r>
            <a:r>
              <a:rPr lang="zh-CN" altLang="en-US" sz="2000" dirty="0">
                <a:latin typeface="黑体" panose="02010609060101010101" pitchFamily="49" charset="-122"/>
                <a:ea typeface="黑体" panose="02010609060101010101" pitchFamily="49" charset="-122"/>
              </a:rPr>
              <a:t>与载荷子的电荷、速度和电磁作用力</a:t>
            </a:r>
            <a:r>
              <a:rPr lang="zh-CN" altLang="en-US" sz="2000" dirty="0">
                <a:solidFill>
                  <a:srgbClr val="FF0000"/>
                </a:solidFill>
                <a:latin typeface="黑体" panose="02010609060101010101" pitchFamily="49" charset="-122"/>
                <a:ea typeface="黑体" panose="02010609060101010101" pitchFamily="49" charset="-122"/>
              </a:rPr>
              <a:t>关联</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a:buNone/>
            </a:pPr>
            <a:r>
              <a:rPr lang="zh-CN" altLang="en-US" sz="2000" dirty="0">
                <a:latin typeface="黑体" panose="02010609060101010101" pitchFamily="49" charset="-122"/>
                <a:ea typeface="黑体" panose="02010609060101010101" pitchFamily="49" charset="-122"/>
              </a:rPr>
              <a:t>为什么电场磁场是一种物质：</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）与载荷子（物质）有相互作用；</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）独立存在。</a:t>
            </a:r>
            <a:endParaRPr lang="en-US" altLang="zh-CN" sz="2000" dirty="0">
              <a:latin typeface="黑体" panose="02010609060101010101" pitchFamily="49" charset="-122"/>
              <a:ea typeface="黑体" panose="02010609060101010101" pitchFamily="49" charset="-122"/>
            </a:endParaRPr>
          </a:p>
        </p:txBody>
      </p:sp>
      <p:sp>
        <p:nvSpPr>
          <p:cNvPr id="25" name="矩形 24"/>
          <p:cNvSpPr/>
          <p:nvPr/>
        </p:nvSpPr>
        <p:spPr>
          <a:xfrm>
            <a:off x="1055440" y="3715888"/>
            <a:ext cx="9014663" cy="2554545"/>
          </a:xfrm>
          <a:prstGeom prst="rect">
            <a:avLst/>
          </a:prstGeom>
          <a:ln w="28575">
            <a:solidFill>
              <a:schemeClr val="accent1"/>
            </a:solidFill>
          </a:ln>
        </p:spPr>
        <p:txBody>
          <a:bodyPr wrap="square">
            <a:spAutoFit/>
          </a:bodyPr>
          <a:lstStyle/>
          <a:p>
            <a:pPr algn="ctr" eaLnBrk="1" fontAlgn="auto" hangingPunct="1">
              <a:spcBef>
                <a:spcPts val="0"/>
              </a:spcBef>
              <a:spcAft>
                <a:spcPts val="0"/>
              </a:spcAft>
              <a:defRPr/>
            </a:pPr>
            <a:r>
              <a:rPr lang="zh-CN" altLang="en-US" sz="2000" dirty="0">
                <a:latin typeface="黑体" panose="02010609060101010101" pitchFamily="49" charset="-122"/>
                <a:ea typeface="黑体" panose="02010609060101010101" pitchFamily="49" charset="-122"/>
              </a:rPr>
              <a:t>注意</a:t>
            </a:r>
            <a:endParaRPr lang="en-US" altLang="zh-CN" sz="2000" dirty="0">
              <a:latin typeface="黑体" panose="02010609060101010101" pitchFamily="49" charset="-122"/>
              <a:ea typeface="黑体" panose="02010609060101010101" pitchFamily="49" charset="-122"/>
            </a:endParaRPr>
          </a:p>
          <a:p>
            <a:pPr marL="342900" indent="-342900" algn="just" eaLnBrk="1" fontAlgn="auto" hangingPunct="1">
              <a:spcBef>
                <a:spcPts val="0"/>
              </a:spcBef>
              <a:spcAft>
                <a:spcPts val="0"/>
              </a:spcAft>
              <a:buFont typeface="Wingdings" panose="05000000000000000000" pitchFamily="2" charset="2"/>
              <a:buChar char="n"/>
              <a:defRPr/>
            </a:pPr>
            <a:r>
              <a:rPr lang="zh-CN" altLang="en-US" sz="2000" dirty="0">
                <a:latin typeface="黑体" panose="02010609060101010101" pitchFamily="49" charset="-122"/>
                <a:ea typeface="黑体" panose="02010609060101010101" pitchFamily="49" charset="-122"/>
              </a:rPr>
              <a:t>理解电场和磁场，只需要在理解电荷是物质属性的基础上，利用洛伦兹公式，从电场磁场与载荷子的关联理解它们，这就足够了！</a:t>
            </a:r>
            <a:r>
              <a:rPr lang="zh-CN" altLang="en-US" sz="2000" dirty="0">
                <a:solidFill>
                  <a:srgbClr val="FF0000"/>
                </a:solidFill>
                <a:latin typeface="黑体" panose="02010609060101010101" pitchFamily="49" charset="-122"/>
                <a:ea typeface="黑体" panose="02010609060101010101" pitchFamily="49" charset="-122"/>
              </a:rPr>
              <a:t>不要试图从日常生活经验理解，也不要把电场磁场与很多东西关联。</a:t>
            </a:r>
            <a:endParaRPr lang="en-US" altLang="zh-CN" sz="2000" dirty="0">
              <a:latin typeface="黑体" panose="02010609060101010101" pitchFamily="49" charset="-122"/>
              <a:ea typeface="黑体" panose="02010609060101010101" pitchFamily="49" charset="-122"/>
            </a:endParaRPr>
          </a:p>
          <a:p>
            <a:pPr marL="342900" indent="-342900" algn="just" eaLnBrk="1" fontAlgn="auto" hangingPunct="1">
              <a:spcBef>
                <a:spcPts val="0"/>
              </a:spcBef>
              <a:spcAft>
                <a:spcPts val="0"/>
              </a:spcAft>
              <a:buFont typeface="Wingdings" panose="05000000000000000000" pitchFamily="2" charset="2"/>
              <a:buChar char="n"/>
              <a:defRPr/>
            </a:pPr>
            <a:r>
              <a:rPr lang="zh-CN" altLang="en-US" sz="2000" dirty="0">
                <a:latin typeface="黑体" panose="02010609060101010101" pitchFamily="49" charset="-122"/>
                <a:ea typeface="黑体" panose="02010609060101010101" pitchFamily="49" charset="-122"/>
              </a:rPr>
              <a:t>一种物质是否存在的物理判据：是否存在相互作用（关联）。</a:t>
            </a:r>
            <a:endParaRPr lang="en-US" altLang="zh-CN" sz="2000" dirty="0">
              <a:latin typeface="黑体" panose="02010609060101010101" pitchFamily="49" charset="-122"/>
              <a:ea typeface="黑体" panose="02010609060101010101" pitchFamily="49" charset="-122"/>
            </a:endParaRPr>
          </a:p>
          <a:p>
            <a:pPr marL="342900" indent="-342900" algn="just" eaLnBrk="1" fontAlgn="auto" hangingPunct="1">
              <a:spcBef>
                <a:spcPts val="0"/>
              </a:spcBef>
              <a:spcAft>
                <a:spcPts val="0"/>
              </a:spcAft>
              <a:buFont typeface="Wingdings" panose="05000000000000000000" pitchFamily="2" charset="2"/>
              <a:buChar char="n"/>
              <a:defRPr/>
            </a:pPr>
            <a:r>
              <a:rPr lang="zh-CN" altLang="en-US" sz="2000" dirty="0">
                <a:latin typeface="黑体" panose="02010609060101010101" pitchFamily="49" charset="-122"/>
                <a:ea typeface="黑体" panose="02010609060101010101" pitchFamily="49" charset="-122"/>
              </a:rPr>
              <a:t>相互作用必然伴随着能量的交换，</a:t>
            </a:r>
            <a:r>
              <a:rPr lang="zh-CN" altLang="zh-CN" sz="2000" dirty="0">
                <a:latin typeface="黑体" panose="02010609060101010101" pitchFamily="49" charset="-122"/>
                <a:ea typeface="黑体" panose="02010609060101010101" pitchFamily="49" charset="-122"/>
              </a:rPr>
              <a:t>感知电磁场的过程，就是载荷子与电磁场相互作用的过程</a:t>
            </a:r>
            <a:r>
              <a:rPr lang="zh-CN" altLang="en-US" sz="2000" dirty="0">
                <a:latin typeface="黑体" panose="02010609060101010101" pitchFamily="49" charset="-122"/>
                <a:ea typeface="黑体" panose="02010609060101010101" pitchFamily="49" charset="-122"/>
              </a:rPr>
              <a:t>，就是电磁场能量与载荷子能量交换的过程，就是电磁场做功的过程</a:t>
            </a:r>
            <a:r>
              <a:rPr lang="zh-CN" altLang="zh-CN"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509979095"/>
              </p:ext>
            </p:extLst>
          </p:nvPr>
        </p:nvGraphicFramePr>
        <p:xfrm>
          <a:off x="3431704" y="2681545"/>
          <a:ext cx="2393791" cy="326233"/>
        </p:xfrm>
        <a:graphic>
          <a:graphicData uri="http://schemas.openxmlformats.org/presentationml/2006/ole">
            <mc:AlternateContent xmlns:mc="http://schemas.openxmlformats.org/markup-compatibility/2006">
              <mc:Choice xmlns:v="urn:schemas-microsoft-com:vml" Requires="v">
                <p:oleObj spid="_x0000_s2056" name="Equation" r:id="rId3" imgW="952087" imgH="190417" progId="Equation.DSMT4">
                  <p:embed/>
                </p:oleObj>
              </mc:Choice>
              <mc:Fallback>
                <p:oleObj name="Equation" r:id="rId3" imgW="952087" imgH="190417"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1704" y="2681545"/>
                        <a:ext cx="2393791" cy="326233"/>
                      </a:xfrm>
                      <a:prstGeom prst="rect">
                        <a:avLst/>
                      </a:prstGeom>
                      <a:noFill/>
                    </p:spPr>
                  </p:pic>
                </p:oleObj>
              </mc:Fallback>
            </mc:AlternateContent>
          </a:graphicData>
        </a:graphic>
      </p:graphicFrame>
      <p:sp>
        <p:nvSpPr>
          <p:cNvPr id="4" name="矩形 3"/>
          <p:cNvSpPr/>
          <p:nvPr/>
        </p:nvSpPr>
        <p:spPr>
          <a:xfrm>
            <a:off x="1408262" y="3081655"/>
            <a:ext cx="9074224" cy="400110"/>
          </a:xfrm>
          <a:prstGeom prst="rect">
            <a:avLst/>
          </a:prstGeom>
        </p:spPr>
        <p:txBody>
          <a:bodyPr wrap="square">
            <a:spAutoFit/>
          </a:bodyPr>
          <a:lstStyle/>
          <a:p>
            <a:pPr marL="0" indent="0">
              <a:buNone/>
            </a:pPr>
            <a:r>
              <a:rPr lang="zh-CN" altLang="en-US" sz="2000" dirty="0">
                <a:latin typeface="黑体" panose="02010609060101010101" pitchFamily="49" charset="-122"/>
                <a:ea typeface="黑体" panose="02010609060101010101" pitchFamily="49" charset="-122"/>
              </a:rPr>
              <a:t>洛伦兹力公式是电磁场的基本方程之一，是</a:t>
            </a:r>
            <a:r>
              <a:rPr lang="zh-CN" altLang="zh-CN" sz="2000" dirty="0">
                <a:latin typeface="黑体" panose="02010609060101010101" pitchFamily="49" charset="-122"/>
                <a:ea typeface="黑体" panose="02010609060101010101" pitchFamily="49" charset="-122"/>
              </a:rPr>
              <a:t>电磁场与实物物质相互作用的基础</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
        <p:nvSpPr>
          <p:cNvPr id="7" name="矩形 6"/>
          <p:cNvSpPr/>
          <p:nvPr/>
        </p:nvSpPr>
        <p:spPr>
          <a:xfrm>
            <a:off x="1415479" y="2624436"/>
            <a:ext cx="3085835" cy="400110"/>
          </a:xfrm>
          <a:prstGeom prst="rect">
            <a:avLst/>
          </a:prstGeom>
        </p:spPr>
        <p:txBody>
          <a:bodyPr wrap="square">
            <a:spAutoFit/>
          </a:bodyPr>
          <a:lstStyle/>
          <a:p>
            <a:pPr marL="0" indent="0">
              <a:buNone/>
            </a:pPr>
            <a:r>
              <a:rPr lang="zh-CN" altLang="en-US" sz="2000" dirty="0">
                <a:latin typeface="黑体" panose="02010609060101010101" pitchFamily="49" charset="-122"/>
                <a:ea typeface="黑体" panose="02010609060101010101" pitchFamily="49" charset="-122"/>
              </a:rPr>
              <a:t>洛伦兹力公式</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4590233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3926" y="238072"/>
            <a:ext cx="10515600" cy="709294"/>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电磁场的矢量性质</a:t>
            </a:r>
            <a:endParaRPr lang="zh-CN" altLang="en-US" sz="2800" dirty="0"/>
          </a:p>
        </p:txBody>
      </p:sp>
      <p:sp>
        <p:nvSpPr>
          <p:cNvPr id="3" name="内容占位符 2"/>
          <p:cNvSpPr>
            <a:spLocks noGrp="1"/>
          </p:cNvSpPr>
          <p:nvPr>
            <p:ph idx="1"/>
          </p:nvPr>
        </p:nvSpPr>
        <p:spPr>
          <a:xfrm>
            <a:off x="634660" y="1258268"/>
            <a:ext cx="10298360" cy="2446238"/>
          </a:xfrm>
        </p:spPr>
        <p:txBody>
          <a:bodyPr/>
          <a:lstStyle/>
          <a:p>
            <a:pPr marL="0" indent="0">
              <a:lnSpc>
                <a:spcPct val="110000"/>
              </a:lnSpc>
              <a:spcBef>
                <a:spcPts val="0"/>
              </a:spcBef>
              <a:buNone/>
            </a:pPr>
            <a:r>
              <a:rPr lang="zh-CN" altLang="en-US" sz="2000" dirty="0">
                <a:latin typeface="黑体" panose="02010609060101010101" pitchFamily="49" charset="-122"/>
                <a:ea typeface="黑体" panose="02010609060101010101" pitchFamily="49" charset="-122"/>
              </a:rPr>
              <a:t>电场和磁场都是矢量，具有方向和幅度（大小）。</a:t>
            </a:r>
            <a:endParaRPr lang="en-US" altLang="zh-CN" sz="2000" dirty="0">
              <a:latin typeface="黑体" panose="02010609060101010101" pitchFamily="49" charset="-122"/>
              <a:ea typeface="黑体" panose="02010609060101010101" pitchFamily="49" charset="-122"/>
            </a:endParaRPr>
          </a:p>
          <a:p>
            <a:pPr marL="0" indent="0">
              <a:lnSpc>
                <a:spcPct val="110000"/>
              </a:lnSpc>
              <a:spcBef>
                <a:spcPts val="0"/>
              </a:spcBef>
              <a:buNone/>
            </a:pPr>
            <a:r>
              <a:rPr lang="zh-CN" altLang="en-US" sz="2000" dirty="0">
                <a:latin typeface="黑体" panose="02010609060101010101" pitchFamily="49" charset="-122"/>
                <a:ea typeface="黑体" panose="02010609060101010101" pitchFamily="49" charset="-122"/>
              </a:rPr>
              <a:t>确定一个矢量的条件（亥姆霍兹定理）：</a:t>
            </a:r>
            <a:r>
              <a:rPr lang="zh-CN" altLang="zh-CN" sz="2000" dirty="0">
                <a:latin typeface="黑体" panose="02010609060101010101" pitchFamily="49" charset="-122"/>
                <a:ea typeface="黑体" panose="02010609060101010101" pitchFamily="49" charset="-122"/>
              </a:rPr>
              <a:t>需要并且只需要知道该矢量的散度和旋度。</a:t>
            </a:r>
            <a:endParaRPr lang="en-US" altLang="zh-CN" sz="2000" dirty="0">
              <a:latin typeface="黑体" panose="02010609060101010101" pitchFamily="49" charset="-122"/>
              <a:ea typeface="黑体" panose="02010609060101010101" pitchFamily="49" charset="-122"/>
            </a:endParaRPr>
          </a:p>
          <a:p>
            <a:pPr marL="0" indent="0">
              <a:lnSpc>
                <a:spcPct val="110000"/>
              </a:lnSpc>
              <a:spcBef>
                <a:spcPts val="0"/>
              </a:spcBef>
              <a:buNone/>
            </a:pPr>
            <a:r>
              <a:rPr lang="zh-CN" altLang="zh-CN" sz="2000" dirty="0">
                <a:latin typeface="黑体" panose="02010609060101010101" pitchFamily="49" charset="-122"/>
                <a:ea typeface="黑体" panose="02010609060101010101" pitchFamily="49" charset="-122"/>
              </a:rPr>
              <a:t>一个矢量的散度和旋度可以理解为该矢量的两种源。散度对应的源可称为通量源，旋度对应的源可称为涡旋源。</a:t>
            </a:r>
            <a:endParaRPr lang="en-US" altLang="zh-CN" sz="2000" dirty="0">
              <a:latin typeface="黑体" panose="02010609060101010101" pitchFamily="49" charset="-122"/>
              <a:ea typeface="黑体" panose="02010609060101010101" pitchFamily="49" charset="-122"/>
            </a:endParaRPr>
          </a:p>
          <a:p>
            <a:pPr marL="0" indent="0">
              <a:lnSpc>
                <a:spcPct val="110000"/>
              </a:lnSpc>
              <a:spcBef>
                <a:spcPct val="0"/>
              </a:spcBef>
              <a:buNone/>
            </a:pPr>
            <a:r>
              <a:rPr lang="zh-CN" altLang="zh-CN" sz="2000" dirty="0">
                <a:latin typeface="黑体" panose="02010609060101010101" pitchFamily="49" charset="-122"/>
                <a:ea typeface="黑体" panose="02010609060101010101" pitchFamily="49" charset="-122"/>
              </a:rPr>
              <a:t>哈密顿算符</a:t>
            </a:r>
            <a:r>
              <a:rPr lang="zh-CN" altLang="en-US" sz="2000" dirty="0">
                <a:latin typeface="黑体" panose="02010609060101010101" pitchFamily="49" charset="-122"/>
                <a:ea typeface="黑体" panose="02010609060101010101" pitchFamily="49" charset="-122"/>
              </a:rPr>
              <a:t>（直角坐标系）</a:t>
            </a:r>
            <a:endParaRPr lang="en-US" altLang="zh-CN" sz="2000" dirty="0">
              <a:latin typeface="黑体" panose="02010609060101010101" pitchFamily="49" charset="-122"/>
              <a:ea typeface="黑体" panose="02010609060101010101" pitchFamily="49" charset="-122"/>
            </a:endParaRPr>
          </a:p>
          <a:p>
            <a:pPr marL="0" indent="0">
              <a:lnSpc>
                <a:spcPct val="110000"/>
              </a:lnSpc>
              <a:spcBef>
                <a:spcPct val="0"/>
              </a:spcBef>
              <a:buNone/>
            </a:pPr>
            <a:endParaRPr lang="en-US" altLang="zh-CN" sz="2000" dirty="0">
              <a:latin typeface="黑体" panose="02010609060101010101" pitchFamily="49" charset="-122"/>
              <a:ea typeface="黑体" panose="02010609060101010101" pitchFamily="49" charset="-122"/>
            </a:endParaRPr>
          </a:p>
          <a:p>
            <a:pPr marL="0" indent="0">
              <a:lnSpc>
                <a:spcPct val="110000"/>
              </a:lnSpc>
              <a:spcBef>
                <a:spcPct val="0"/>
              </a:spcBef>
              <a:buNone/>
            </a:pPr>
            <a:r>
              <a:rPr lang="zh-CN" altLang="en-US" sz="2000" dirty="0">
                <a:latin typeface="黑体" panose="02010609060101010101" pitchFamily="49" charset="-122"/>
                <a:ea typeface="黑体" panose="02010609060101010101" pitchFamily="49" charset="-122"/>
              </a:rPr>
              <a:t>矢量散度：   ； 矢量旋度：   ；  标量梯度：</a:t>
            </a:r>
            <a:endParaRPr lang="en-US" altLang="zh-CN" sz="2000" dirty="0">
              <a:latin typeface="黑体" panose="02010609060101010101" pitchFamily="49" charset="-122"/>
              <a:ea typeface="黑体" panose="02010609060101010101" pitchFamily="49" charset="-122"/>
            </a:endParaRPr>
          </a:p>
        </p:txBody>
      </p:sp>
      <p:sp>
        <p:nvSpPr>
          <p:cNvPr id="25" name="矩形 24"/>
          <p:cNvSpPr/>
          <p:nvPr/>
        </p:nvSpPr>
        <p:spPr>
          <a:xfrm>
            <a:off x="611010" y="4042373"/>
            <a:ext cx="2381167" cy="400110"/>
          </a:xfrm>
          <a:prstGeom prst="rect">
            <a:avLst/>
          </a:prstGeom>
        </p:spPr>
        <p:txBody>
          <a:bodyPr wrap="square">
            <a:spAutoFit/>
          </a:bodyPr>
          <a:lstStyle/>
          <a:p>
            <a:pPr algn="just" eaLnBrk="1" fontAlgn="auto" hangingPunct="1">
              <a:spcBef>
                <a:spcPts val="0"/>
              </a:spcBef>
              <a:spcAft>
                <a:spcPts val="0"/>
              </a:spcAft>
              <a:defRPr/>
            </a:pPr>
            <a:r>
              <a:rPr lang="zh-CN" altLang="en-US" sz="2000" dirty="0">
                <a:latin typeface="黑体" panose="02010609060101010101" pitchFamily="49" charset="-122"/>
                <a:ea typeface="黑体" panose="02010609060101010101" pitchFamily="49" charset="-122"/>
              </a:rPr>
              <a:t>常用矢量恒等式：</a:t>
            </a:r>
            <a:endParaRPr lang="en-US" altLang="zh-CN" sz="2000" dirty="0">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21074524"/>
              </p:ext>
            </p:extLst>
          </p:nvPr>
        </p:nvGraphicFramePr>
        <p:xfrm>
          <a:off x="3731875" y="2506864"/>
          <a:ext cx="2754369" cy="692964"/>
        </p:xfrm>
        <a:graphic>
          <a:graphicData uri="http://schemas.openxmlformats.org/presentationml/2006/ole">
            <mc:AlternateContent xmlns:mc="http://schemas.openxmlformats.org/markup-compatibility/2006">
              <mc:Choice xmlns:v="urn:schemas-microsoft-com:vml" Requires="v">
                <p:oleObj spid="_x0000_s3146" name="Equation" r:id="rId3" imgW="1358310" imgH="380835" progId="Equation.DSMT4">
                  <p:embed/>
                </p:oleObj>
              </mc:Choice>
              <mc:Fallback>
                <p:oleObj name="Equation" r:id="rId3" imgW="1358310" imgH="38083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1875" y="2506864"/>
                        <a:ext cx="2754369" cy="692964"/>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81637555"/>
              </p:ext>
            </p:extLst>
          </p:nvPr>
        </p:nvGraphicFramePr>
        <p:xfrm>
          <a:off x="1853290" y="3337658"/>
          <a:ext cx="439750" cy="296575"/>
        </p:xfrm>
        <a:graphic>
          <a:graphicData uri="http://schemas.openxmlformats.org/presentationml/2006/ole">
            <mc:AlternateContent xmlns:mc="http://schemas.openxmlformats.org/markup-compatibility/2006">
              <mc:Choice xmlns:v="urn:schemas-microsoft-com:vml" Requires="v">
                <p:oleObj spid="_x0000_s3147" name="Equation" r:id="rId5" imgW="317087" imgH="164885" progId="Equation.DSMT4">
                  <p:embed/>
                </p:oleObj>
              </mc:Choice>
              <mc:Fallback>
                <p:oleObj name="Equation" r:id="rId5" imgW="317087" imgH="164885"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3290" y="3337658"/>
                        <a:ext cx="439750"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197768814"/>
              </p:ext>
            </p:extLst>
          </p:nvPr>
        </p:nvGraphicFramePr>
        <p:xfrm>
          <a:off x="3863963" y="3343679"/>
          <a:ext cx="572697" cy="296575"/>
        </p:xfrm>
        <a:graphic>
          <a:graphicData uri="http://schemas.openxmlformats.org/presentationml/2006/ole">
            <mc:AlternateContent xmlns:mc="http://schemas.openxmlformats.org/markup-compatibility/2006">
              <mc:Choice xmlns:v="urn:schemas-microsoft-com:vml" Requires="v">
                <p:oleObj spid="_x0000_s3148" name="Equation" r:id="rId7" imgW="355292" imgH="164957" progId="Equation.DSMT4">
                  <p:embed/>
                </p:oleObj>
              </mc:Choice>
              <mc:Fallback>
                <p:oleObj name="Equation" r:id="rId7" imgW="355292" imgH="164957"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3963" y="3343679"/>
                        <a:ext cx="572697"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815769473"/>
              </p:ext>
            </p:extLst>
          </p:nvPr>
        </p:nvGraphicFramePr>
        <p:xfrm>
          <a:off x="6173280" y="3337658"/>
          <a:ext cx="439750" cy="296575"/>
        </p:xfrm>
        <a:graphic>
          <a:graphicData uri="http://schemas.openxmlformats.org/presentationml/2006/ole">
            <mc:AlternateContent xmlns:mc="http://schemas.openxmlformats.org/markup-compatibility/2006">
              <mc:Choice xmlns:v="urn:schemas-microsoft-com:vml" Requires="v">
                <p:oleObj spid="_x0000_s3149" name="Equation" r:id="rId9" imgW="228600" imgH="190500" progId="Equation.DSMT4">
                  <p:embed/>
                </p:oleObj>
              </mc:Choice>
              <mc:Fallback>
                <p:oleObj name="Equation" r:id="rId9" imgW="228600" imgH="1905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73280" y="3337658"/>
                        <a:ext cx="439750"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15"/>
          <p:cNvSpPr>
            <a:spLocks noChangeArrowheads="1"/>
          </p:cNvSpPr>
          <p:nvPr/>
        </p:nvSpPr>
        <p:spPr bwMode="auto">
          <a:xfrm>
            <a:off x="6491489" y="436947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高斯定理</a:t>
            </a:r>
            <a:endParaRPr lang="zh-CN" altLang="zh-CN" sz="2000" dirty="0">
              <a:latin typeface="黑体" panose="02010609060101010101" pitchFamily="49" charset="-122"/>
              <a:ea typeface="黑体" panose="02010609060101010101" pitchFamily="49" charset="-122"/>
            </a:endParaRPr>
          </a:p>
        </p:txBody>
      </p:sp>
      <p:sp>
        <p:nvSpPr>
          <p:cNvPr id="23" name="矩形 21"/>
          <p:cNvSpPr>
            <a:spLocks noChangeArrowheads="1"/>
          </p:cNvSpPr>
          <p:nvPr/>
        </p:nvSpPr>
        <p:spPr bwMode="auto">
          <a:xfrm>
            <a:off x="6496174" y="4912863"/>
            <a:ext cx="17583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None/>
            </a:pPr>
            <a:r>
              <a:rPr lang="zh-CN" altLang="en-US" sz="2000" dirty="0">
                <a:latin typeface="黑体" panose="02010609060101010101" pitchFamily="49" charset="-122"/>
                <a:ea typeface="黑体" panose="02010609060101010101" pitchFamily="49" charset="-122"/>
              </a:rPr>
              <a:t>斯托克斯定理</a:t>
            </a:r>
            <a:endParaRPr lang="zh-CN" altLang="zh-CN" sz="2000" dirty="0">
              <a:latin typeface="黑体" panose="02010609060101010101" pitchFamily="49" charset="-122"/>
              <a:ea typeface="黑体" panose="02010609060101010101" pitchFamily="49" charset="-122"/>
            </a:endParaRPr>
          </a:p>
        </p:txBody>
      </p:sp>
      <p:sp>
        <p:nvSpPr>
          <p:cNvPr id="24" name="矩形 22"/>
          <p:cNvSpPr>
            <a:spLocks noChangeArrowheads="1"/>
          </p:cNvSpPr>
          <p:nvPr/>
        </p:nvSpPr>
        <p:spPr bwMode="auto">
          <a:xfrm>
            <a:off x="6508303" y="5552464"/>
            <a:ext cx="4340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用于麦克斯韦方程微分与积分形式的转换</a:t>
            </a:r>
            <a:endParaRPr lang="zh-CN" altLang="zh-CN"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6" name="矩形 23"/>
          <p:cNvSpPr>
            <a:spLocks noChangeArrowheads="1"/>
          </p:cNvSpPr>
          <p:nvPr/>
        </p:nvSpPr>
        <p:spPr bwMode="auto">
          <a:xfrm>
            <a:off x="3617788" y="4480601"/>
            <a:ext cx="2262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麦克斯韦方程独立性</a:t>
            </a:r>
            <a:endParaRPr lang="zh-CN" altLang="zh-CN"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7" name="矩形 24"/>
          <p:cNvSpPr>
            <a:spLocks noChangeArrowheads="1"/>
          </p:cNvSpPr>
          <p:nvPr/>
        </p:nvSpPr>
        <p:spPr bwMode="auto">
          <a:xfrm>
            <a:off x="3648789" y="6247446"/>
            <a:ext cx="1616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推导波导方程</a:t>
            </a:r>
            <a:endParaRPr lang="zh-CN" altLang="zh-CN"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8" name="矩形 25"/>
          <p:cNvSpPr>
            <a:spLocks noChangeArrowheads="1"/>
          </p:cNvSpPr>
          <p:nvPr/>
        </p:nvSpPr>
        <p:spPr bwMode="auto">
          <a:xfrm>
            <a:off x="3648789" y="5841028"/>
            <a:ext cx="1846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推导坡印亭定理</a:t>
            </a:r>
            <a:endParaRPr lang="zh-CN" altLang="zh-CN"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9" name="矩形 26"/>
          <p:cNvSpPr>
            <a:spLocks noChangeArrowheads="1"/>
          </p:cNvSpPr>
          <p:nvPr/>
        </p:nvSpPr>
        <p:spPr bwMode="auto">
          <a:xfrm>
            <a:off x="3651312" y="4794527"/>
            <a:ext cx="1339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导出位函数</a:t>
            </a:r>
            <a:endParaRPr lang="zh-CN" altLang="zh-CN" sz="18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2212926204"/>
              </p:ext>
            </p:extLst>
          </p:nvPr>
        </p:nvGraphicFramePr>
        <p:xfrm>
          <a:off x="8509089" y="4356538"/>
          <a:ext cx="1983988" cy="449976"/>
        </p:xfrm>
        <a:graphic>
          <a:graphicData uri="http://schemas.openxmlformats.org/presentationml/2006/ole">
            <mc:AlternateContent xmlns:mc="http://schemas.openxmlformats.org/markup-compatibility/2006">
              <mc:Choice xmlns:v="urn:schemas-microsoft-com:vml" Requires="v">
                <p:oleObj spid="_x0000_s3150" name="Equation" r:id="rId11" imgW="1231366" imgH="279279" progId="Equation.DSMT4">
                  <p:embed/>
                </p:oleObj>
              </mc:Choice>
              <mc:Fallback>
                <p:oleObj name="Equation" r:id="rId11" imgW="1231366" imgH="279279"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09089" y="4356538"/>
                        <a:ext cx="1983988" cy="4499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541831304"/>
              </p:ext>
            </p:extLst>
          </p:nvPr>
        </p:nvGraphicFramePr>
        <p:xfrm>
          <a:off x="8545591" y="4933570"/>
          <a:ext cx="2137389" cy="449976"/>
        </p:xfrm>
        <a:graphic>
          <a:graphicData uri="http://schemas.openxmlformats.org/presentationml/2006/ole">
            <mc:AlternateContent xmlns:mc="http://schemas.openxmlformats.org/markup-compatibility/2006">
              <mc:Choice xmlns:v="urn:schemas-microsoft-com:vml" Requires="v">
                <p:oleObj spid="_x0000_s3151" name="Equation" r:id="rId13" imgW="1333500" imgH="279400" progId="Equation.DSMT4">
                  <p:embed/>
                </p:oleObj>
              </mc:Choice>
              <mc:Fallback>
                <p:oleObj name="Equation" r:id="rId13" imgW="1333500" imgH="279400"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45591" y="4933570"/>
                        <a:ext cx="2137389" cy="4499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1794088616"/>
              </p:ext>
            </p:extLst>
          </p:nvPr>
        </p:nvGraphicFramePr>
        <p:xfrm>
          <a:off x="712051" y="4559895"/>
          <a:ext cx="1176075" cy="296575"/>
        </p:xfrm>
        <a:graphic>
          <a:graphicData uri="http://schemas.openxmlformats.org/presentationml/2006/ole">
            <mc:AlternateContent xmlns:mc="http://schemas.openxmlformats.org/markup-compatibility/2006">
              <mc:Choice xmlns:v="urn:schemas-microsoft-com:vml" Requires="v">
                <p:oleObj spid="_x0000_s3152" name="Equation" r:id="rId15" imgW="761669" imgH="203112" progId="Equation.DSMT4">
                  <p:embed/>
                </p:oleObj>
              </mc:Choice>
              <mc:Fallback>
                <p:oleObj name="Equation" r:id="rId15" imgW="761669" imgH="203112" progId="Equation.DSMT4">
                  <p:embed/>
                  <p:pic>
                    <p:nvPicPr>
                      <p:cNvPr id="6" name="对象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2051" y="4559895"/>
                        <a:ext cx="1176075"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2612299838"/>
              </p:ext>
            </p:extLst>
          </p:nvPr>
        </p:nvGraphicFramePr>
        <p:xfrm>
          <a:off x="696811" y="4893301"/>
          <a:ext cx="1032901" cy="296575"/>
        </p:xfrm>
        <a:graphic>
          <a:graphicData uri="http://schemas.openxmlformats.org/presentationml/2006/ole">
            <mc:AlternateContent xmlns:mc="http://schemas.openxmlformats.org/markup-compatibility/2006">
              <mc:Choice xmlns:v="urn:schemas-microsoft-com:vml" Requires="v">
                <p:oleObj spid="_x0000_s3153" name="Equation" r:id="rId17" imgW="634725" imgH="190417" progId="Equation.DSMT4">
                  <p:embed/>
                </p:oleObj>
              </mc:Choice>
              <mc:Fallback>
                <p:oleObj name="Equation" r:id="rId17" imgW="634725" imgH="190417" progId="Equation.DSMT4">
                  <p:embed/>
                  <p:pic>
                    <p:nvPicPr>
                      <p:cNvPr id="7" name="对象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6811" y="4893301"/>
                        <a:ext cx="1032901"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1372613941"/>
              </p:ext>
            </p:extLst>
          </p:nvPr>
        </p:nvGraphicFramePr>
        <p:xfrm>
          <a:off x="696811" y="5215906"/>
          <a:ext cx="2219203" cy="296575"/>
        </p:xfrm>
        <a:graphic>
          <a:graphicData uri="http://schemas.openxmlformats.org/presentationml/2006/ole">
            <mc:AlternateContent xmlns:mc="http://schemas.openxmlformats.org/markup-compatibility/2006">
              <mc:Choice xmlns:v="urn:schemas-microsoft-com:vml" Requires="v">
                <p:oleObj spid="_x0000_s3154" name="Equation" r:id="rId19" imgW="1397000" imgH="190500" progId="Equation.DSMT4">
                  <p:embed/>
                </p:oleObj>
              </mc:Choice>
              <mc:Fallback>
                <p:oleObj name="Equation" r:id="rId19" imgW="1397000" imgH="190500" progId="Equation.DSMT4">
                  <p:embed/>
                  <p:pic>
                    <p:nvPicPr>
                      <p:cNvPr id="9" name="对象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6811" y="5215906"/>
                        <a:ext cx="2219203"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351040702"/>
              </p:ext>
            </p:extLst>
          </p:nvPr>
        </p:nvGraphicFramePr>
        <p:xfrm>
          <a:off x="696811" y="5549312"/>
          <a:ext cx="2505551" cy="296575"/>
        </p:xfrm>
        <a:graphic>
          <a:graphicData uri="http://schemas.openxmlformats.org/presentationml/2006/ole">
            <mc:AlternateContent xmlns:mc="http://schemas.openxmlformats.org/markup-compatibility/2006">
              <mc:Choice xmlns:v="urn:schemas-microsoft-com:vml" Requires="v">
                <p:oleObj spid="_x0000_s3155" name="Equation" r:id="rId21" imgW="1511300" imgH="190500" progId="Equation.DSMT4">
                  <p:embed/>
                </p:oleObj>
              </mc:Choice>
              <mc:Fallback>
                <p:oleObj name="Equation" r:id="rId21" imgW="1511300" imgH="190500" progId="Equation.DSMT4">
                  <p:embed/>
                  <p:pic>
                    <p:nvPicPr>
                      <p:cNvPr id="11" name="对象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6811" y="5549312"/>
                        <a:ext cx="2505551"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3616352791"/>
              </p:ext>
            </p:extLst>
          </p:nvPr>
        </p:nvGraphicFramePr>
        <p:xfrm>
          <a:off x="681571" y="5915002"/>
          <a:ext cx="2945301" cy="296575"/>
        </p:xfrm>
        <a:graphic>
          <a:graphicData uri="http://schemas.openxmlformats.org/presentationml/2006/ole">
            <mc:AlternateContent xmlns:mc="http://schemas.openxmlformats.org/markup-compatibility/2006">
              <mc:Choice xmlns:v="urn:schemas-microsoft-com:vml" Requires="v">
                <p:oleObj spid="_x0000_s3156" name="Equation" r:id="rId23" imgW="1816100" imgH="190500" progId="Equation.DSMT4">
                  <p:embed/>
                </p:oleObj>
              </mc:Choice>
              <mc:Fallback>
                <p:oleObj name="Equation" r:id="rId23" imgW="1816100" imgH="190500" progId="Equation.DSMT4">
                  <p:embed/>
                  <p:pic>
                    <p:nvPicPr>
                      <p:cNvPr id="13" name="对象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81571" y="5915002"/>
                        <a:ext cx="2945301"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3398063628"/>
              </p:ext>
            </p:extLst>
          </p:nvPr>
        </p:nvGraphicFramePr>
        <p:xfrm>
          <a:off x="714403" y="6214325"/>
          <a:ext cx="2277774" cy="399773"/>
        </p:xfrm>
        <a:graphic>
          <a:graphicData uri="http://schemas.openxmlformats.org/presentationml/2006/ole">
            <mc:AlternateContent xmlns:mc="http://schemas.openxmlformats.org/markup-compatibility/2006">
              <mc:Choice xmlns:v="urn:schemas-microsoft-com:vml" Requires="v">
                <p:oleObj spid="_x0000_s3157" name="Equation" r:id="rId25" imgW="1524000" imgH="228600" progId="Equation.DSMT4">
                  <p:embed/>
                </p:oleObj>
              </mc:Choice>
              <mc:Fallback>
                <p:oleObj name="Equation" r:id="rId25" imgW="1524000" imgH="228600" progId="Equation.DSMT4">
                  <p:embed/>
                  <p:pic>
                    <p:nvPicPr>
                      <p:cNvPr id="15" name="对象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4403" y="6214325"/>
                        <a:ext cx="2277774" cy="399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矩形 39"/>
          <p:cNvSpPr/>
          <p:nvPr/>
        </p:nvSpPr>
        <p:spPr>
          <a:xfrm>
            <a:off x="4307167" y="874902"/>
            <a:ext cx="3262432"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rPr>
              <a:t>亥姆霍兹定理、散度和旋度</a:t>
            </a:r>
            <a:endParaRPr lang="zh-CN" altLang="en-US" sz="2000" dirty="0"/>
          </a:p>
        </p:txBody>
      </p:sp>
    </p:spTree>
    <p:extLst>
      <p:ext uri="{BB962C8B-B14F-4D97-AF65-F5344CB8AC3E}">
        <p14:creationId xmlns:p14="http://schemas.microsoft.com/office/powerpoint/2010/main" val="295543797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6283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电荷守恒定律微分形式</a:t>
            </a:r>
            <a:endParaRPr lang="zh-CN" altLang="en-US" sz="2800" dirty="0"/>
          </a:p>
        </p:txBody>
      </p:sp>
      <p:graphicFrame>
        <p:nvGraphicFramePr>
          <p:cNvPr id="36" name="对象 35"/>
          <p:cNvGraphicFramePr>
            <a:graphicFrameLocks noChangeAspect="1"/>
          </p:cNvGraphicFramePr>
          <p:nvPr/>
        </p:nvGraphicFramePr>
        <p:xfrm>
          <a:off x="2998423" y="1610872"/>
          <a:ext cx="1820359" cy="449976"/>
        </p:xfrm>
        <a:graphic>
          <a:graphicData uri="http://schemas.openxmlformats.org/presentationml/2006/ole">
            <mc:AlternateContent xmlns:mc="http://schemas.openxmlformats.org/markup-compatibility/2006">
              <mc:Choice xmlns:v="urn:schemas-microsoft-com:vml" Requires="v">
                <p:oleObj spid="_x0000_s4146" name="Equation" r:id="rId3" imgW="1130300" imgH="279400" progId="Equation.DSMT4">
                  <p:embed/>
                </p:oleObj>
              </mc:Choice>
              <mc:Fallback>
                <p:oleObj name="Equation" r:id="rId3" imgW="1130300" imgH="279400" progId="Equation.DSMT4">
                  <p:embed/>
                  <p:pic>
                    <p:nvPicPr>
                      <p:cNvPr id="36" name="对象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8423" y="1610872"/>
                        <a:ext cx="1820359" cy="4499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矩形 15"/>
          <p:cNvSpPr>
            <a:spLocks noChangeArrowheads="1"/>
          </p:cNvSpPr>
          <p:nvPr/>
        </p:nvSpPr>
        <p:spPr bwMode="auto">
          <a:xfrm>
            <a:off x="256432" y="1597109"/>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由高斯定理可得</a:t>
            </a:r>
            <a:endParaRPr lang="zh-CN" altLang="zh-CN" sz="1800" dirty="0">
              <a:latin typeface="黑体" panose="02010609060101010101" pitchFamily="49" charset="-122"/>
              <a:ea typeface="黑体" panose="02010609060101010101" pitchFamily="49" charset="-122"/>
            </a:endParaRPr>
          </a:p>
        </p:txBody>
      </p:sp>
      <p:sp>
        <p:nvSpPr>
          <p:cNvPr id="38" name="矩形 15"/>
          <p:cNvSpPr>
            <a:spLocks noChangeArrowheads="1"/>
          </p:cNvSpPr>
          <p:nvPr/>
        </p:nvSpPr>
        <p:spPr bwMode="auto">
          <a:xfrm>
            <a:off x="256432" y="1097361"/>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电荷守恒定律积分形式</a:t>
            </a:r>
            <a:endParaRPr lang="zh-CN" altLang="zh-CN" sz="1800" dirty="0">
              <a:latin typeface="黑体" panose="02010609060101010101" pitchFamily="49" charset="-122"/>
              <a:ea typeface="黑体" panose="02010609060101010101" pitchFamily="49" charset="-122"/>
            </a:endParaRPr>
          </a:p>
        </p:txBody>
      </p:sp>
      <p:graphicFrame>
        <p:nvGraphicFramePr>
          <p:cNvPr id="39" name="对象 38"/>
          <p:cNvGraphicFramePr>
            <a:graphicFrameLocks noChangeAspect="1"/>
          </p:cNvGraphicFramePr>
          <p:nvPr/>
        </p:nvGraphicFramePr>
        <p:xfrm>
          <a:off x="2977887" y="1009888"/>
          <a:ext cx="2016432" cy="571824"/>
        </p:xfrm>
        <a:graphic>
          <a:graphicData uri="http://schemas.openxmlformats.org/presentationml/2006/ole">
            <mc:AlternateContent xmlns:mc="http://schemas.openxmlformats.org/markup-compatibility/2006">
              <mc:Choice xmlns:v="urn:schemas-microsoft-com:vml" Requires="v">
                <p:oleObj spid="_x0000_s4147" name="Equation" r:id="rId5" imgW="1269449" imgH="355446" progId="Equation.DSMT4">
                  <p:embed/>
                </p:oleObj>
              </mc:Choice>
              <mc:Fallback>
                <p:oleObj name="Equation" r:id="rId5" imgW="1269449" imgH="355446" progId="Equation.DSMT4">
                  <p:embed/>
                  <p:pic>
                    <p:nvPicPr>
                      <p:cNvPr id="39" name="对象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7887" y="1009888"/>
                        <a:ext cx="2016432" cy="571824"/>
                      </a:xfrm>
                      <a:prstGeom prst="rect">
                        <a:avLst/>
                      </a:prstGeom>
                      <a:noFill/>
                    </p:spPr>
                  </p:pic>
                </p:oleObj>
              </mc:Fallback>
            </mc:AlternateContent>
          </a:graphicData>
        </a:graphic>
      </p:graphicFrame>
      <p:sp>
        <p:nvSpPr>
          <p:cNvPr id="40" name="矩形 15"/>
          <p:cNvSpPr>
            <a:spLocks noChangeArrowheads="1"/>
          </p:cNvSpPr>
          <p:nvPr/>
        </p:nvSpPr>
        <p:spPr bwMode="auto">
          <a:xfrm>
            <a:off x="285714" y="2147818"/>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由上述两式可得</a:t>
            </a:r>
            <a:endParaRPr lang="zh-CN" altLang="zh-CN" sz="1800" dirty="0">
              <a:latin typeface="黑体" panose="02010609060101010101" pitchFamily="49" charset="-122"/>
              <a:ea typeface="黑体" panose="02010609060101010101" pitchFamily="49" charset="-122"/>
            </a:endParaRPr>
          </a:p>
        </p:txBody>
      </p:sp>
      <p:graphicFrame>
        <p:nvGraphicFramePr>
          <p:cNvPr id="42" name="对象 41"/>
          <p:cNvGraphicFramePr>
            <a:graphicFrameLocks noChangeAspect="1"/>
          </p:cNvGraphicFramePr>
          <p:nvPr/>
        </p:nvGraphicFramePr>
        <p:xfrm>
          <a:off x="2998423" y="2147818"/>
          <a:ext cx="2017457" cy="520634"/>
        </p:xfrm>
        <a:graphic>
          <a:graphicData uri="http://schemas.openxmlformats.org/presentationml/2006/ole">
            <mc:AlternateContent xmlns:mc="http://schemas.openxmlformats.org/markup-compatibility/2006">
              <mc:Choice xmlns:v="urn:schemas-microsoft-com:vml" Requires="v">
                <p:oleObj spid="_x0000_s4148" name="Equation" r:id="rId7" imgW="1320227" imgH="355446" progId="Equation.DSMT4">
                  <p:embed/>
                </p:oleObj>
              </mc:Choice>
              <mc:Fallback>
                <p:oleObj name="Equation" r:id="rId7" imgW="1320227" imgH="355446" progId="Equation.DSMT4">
                  <p:embed/>
                  <p:pic>
                    <p:nvPicPr>
                      <p:cNvPr id="42" name="对象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8423" y="2147818"/>
                        <a:ext cx="2017457"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矩形 15"/>
          <p:cNvSpPr>
            <a:spLocks noChangeArrowheads="1"/>
          </p:cNvSpPr>
          <p:nvPr/>
        </p:nvSpPr>
        <p:spPr bwMode="auto">
          <a:xfrm>
            <a:off x="279103" y="2627844"/>
            <a:ext cx="24703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交换上式右端积分求导次序，</a:t>
            </a:r>
            <a:endParaRPr lang="zh-CN" altLang="zh-CN" sz="1800" dirty="0">
              <a:latin typeface="黑体" panose="02010609060101010101" pitchFamily="49" charset="-122"/>
              <a:ea typeface="黑体" panose="02010609060101010101" pitchFamily="49" charset="-122"/>
            </a:endParaRPr>
          </a:p>
        </p:txBody>
      </p:sp>
      <p:graphicFrame>
        <p:nvGraphicFramePr>
          <p:cNvPr id="45" name="对象 44"/>
          <p:cNvGraphicFramePr>
            <a:graphicFrameLocks noChangeAspect="1"/>
          </p:cNvGraphicFramePr>
          <p:nvPr/>
        </p:nvGraphicFramePr>
        <p:xfrm>
          <a:off x="2961157" y="2686364"/>
          <a:ext cx="2017457" cy="520634"/>
        </p:xfrm>
        <a:graphic>
          <a:graphicData uri="http://schemas.openxmlformats.org/presentationml/2006/ole">
            <mc:AlternateContent xmlns:mc="http://schemas.openxmlformats.org/markup-compatibility/2006">
              <mc:Choice xmlns:v="urn:schemas-microsoft-com:vml" Requires="v">
                <p:oleObj spid="_x0000_s4149" name="Equation" r:id="rId9" imgW="1320227" imgH="355446" progId="Equation.DSMT4">
                  <p:embed/>
                </p:oleObj>
              </mc:Choice>
              <mc:Fallback>
                <p:oleObj name="Equation" r:id="rId9" imgW="1320227" imgH="355446" progId="Equation.DSMT4">
                  <p:embed/>
                  <p:pic>
                    <p:nvPicPr>
                      <p:cNvPr id="45" name="对象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1157" y="2686364"/>
                        <a:ext cx="2017457"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矩形 15"/>
          <p:cNvSpPr>
            <a:spLocks noChangeArrowheads="1"/>
          </p:cNvSpPr>
          <p:nvPr/>
        </p:nvSpPr>
        <p:spPr bwMode="auto">
          <a:xfrm>
            <a:off x="299114" y="3301813"/>
            <a:ext cx="24960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由于上式积分区域任意，被积函数一定相等，得电荷守恒定律微分形式</a:t>
            </a:r>
            <a:endParaRPr lang="zh-CN" altLang="zh-CN" sz="1800" dirty="0">
              <a:latin typeface="黑体" panose="02010609060101010101" pitchFamily="49" charset="-122"/>
              <a:ea typeface="黑体" panose="02010609060101010101" pitchFamily="49" charset="-122"/>
            </a:endParaRPr>
          </a:p>
        </p:txBody>
      </p:sp>
      <p:graphicFrame>
        <p:nvGraphicFramePr>
          <p:cNvPr id="48" name="对象 47"/>
          <p:cNvGraphicFramePr>
            <a:graphicFrameLocks noChangeAspect="1"/>
          </p:cNvGraphicFramePr>
          <p:nvPr/>
        </p:nvGraphicFramePr>
        <p:xfrm>
          <a:off x="2998423" y="3512787"/>
          <a:ext cx="1069159" cy="520634"/>
        </p:xfrm>
        <a:graphic>
          <a:graphicData uri="http://schemas.openxmlformats.org/presentationml/2006/ole">
            <mc:AlternateContent xmlns:mc="http://schemas.openxmlformats.org/markup-compatibility/2006">
              <mc:Choice xmlns:v="urn:schemas-microsoft-com:vml" Requires="v">
                <p:oleObj spid="_x0000_s4150" name="Equation" r:id="rId11" imgW="672808" imgH="355446" progId="Equation.DSMT4">
                  <p:embed/>
                </p:oleObj>
              </mc:Choice>
              <mc:Fallback>
                <p:oleObj name="Equation" r:id="rId11" imgW="672808" imgH="355446" progId="Equation.DSMT4">
                  <p:embed/>
                  <p:pic>
                    <p:nvPicPr>
                      <p:cNvPr id="48" name="对象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98423" y="3512787"/>
                        <a:ext cx="1069159"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638780129"/>
              </p:ext>
            </p:extLst>
          </p:nvPr>
        </p:nvGraphicFramePr>
        <p:xfrm>
          <a:off x="6269470" y="4549200"/>
          <a:ext cx="2632075" cy="720725"/>
        </p:xfrm>
        <a:graphic>
          <a:graphicData uri="http://schemas.openxmlformats.org/presentationml/2006/ole">
            <mc:AlternateContent xmlns:mc="http://schemas.openxmlformats.org/markup-compatibility/2006">
              <mc:Choice xmlns:v="urn:schemas-microsoft-com:vml" Requires="v">
                <p:oleObj spid="_x0000_s4151" name="Equation" r:id="rId13" imgW="1803240" imgH="482400" progId="Equation.DSMT4">
                  <p:embed/>
                </p:oleObj>
              </mc:Choice>
              <mc:Fallback>
                <p:oleObj name="Equation" r:id="rId13" imgW="1803240" imgH="482400" progId="Equation.DSMT4">
                  <p:embed/>
                  <p:pic>
                    <p:nvPicPr>
                      <p:cNvPr id="0" name="Object 18"/>
                      <p:cNvPicPr>
                        <a:picLocks noChangeAspect="1" noChangeArrowheads="1"/>
                      </p:cNvPicPr>
                      <p:nvPr/>
                    </p:nvPicPr>
                    <p:blipFill>
                      <a:blip r:embed="rId14"/>
                      <a:srcRect/>
                      <a:stretch>
                        <a:fillRect/>
                      </a:stretch>
                    </p:blipFill>
                    <p:spPr bwMode="auto">
                      <a:xfrm>
                        <a:off x="6269470" y="4549200"/>
                        <a:ext cx="26320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8" name="Text 5">
                <a:extLst>
                  <a:ext uri="{FF2B5EF4-FFF2-40B4-BE49-F238E27FC236}">
                    <a16:creationId xmlns:a16="http://schemas.microsoft.com/office/drawing/2014/main" id="{C057356F-09FF-11C3-A436-D1DFBC38840E}"/>
                  </a:ext>
                </a:extLst>
              </p:cNvPr>
              <p:cNvSpPr/>
              <p:nvPr/>
            </p:nvSpPr>
            <p:spPr>
              <a:xfrm>
                <a:off x="299114" y="5551101"/>
                <a:ext cx="5004798" cy="830227"/>
              </a:xfrm>
              <a:prstGeom prst="rect">
                <a:avLst/>
              </a:prstGeom>
              <a:noFill/>
              <a:ln/>
            </p:spPr>
            <p:txBody>
              <a:bodyPr wrap="square" lIns="95250" tIns="95250" rIns="95250" bIns="95250">
                <a:spAutoFit/>
              </a:bodyPr>
              <a:lstStyle/>
              <a:p>
                <a:pPr>
                  <a:lnSpc>
                    <a:spcPct val="112500"/>
                  </a:lnSpc>
                  <a:spcBef>
                    <a:spcPts val="375"/>
                  </a:spcBef>
                  <a:defRPr/>
                </a:pP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解</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上式说明，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在</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oMath>
                </a14:m>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或</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𝑨</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r>
                      <a:rPr lang="zh-CN" altLang="en-US" i="1" dirty="0" smtClean="0">
                        <a:solidFill>
                          <a:srgbClr val="FF0000"/>
                        </a:solidFill>
                        <a:latin typeface="Cambria Math" panose="02040503050406030204" pitchFamily="18" charset="0"/>
                        <a:ea typeface="黑体" panose="02010609060101010101" pitchFamily="49" charset="-122"/>
                        <a:cs typeface="Times New Roman" panose="02020603050405020304" pitchFamily="18" charset="0"/>
                      </a:rPr>
                      <m:t>的</m:t>
                    </m:r>
                    <m:r>
                      <m:rPr>
                        <m:nor/>
                      </m:rP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m:t>作用</m:t>
                    </m:r>
                  </m:oMath>
                </a14:m>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，相当于</a:t>
                </a:r>
                <a:r>
                  <a:rPr lang="en-US" altLang="zh-CN"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k</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的作用 </a:t>
                </a:r>
                <a:endParaRPr lang="en-US" altLang="zh-CN" sz="1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8" name="Text 5">
                <a:extLst>
                  <a:ext uri="{FF2B5EF4-FFF2-40B4-BE49-F238E27FC236}">
                    <a16:creationId xmlns:a16="http://schemas.microsoft.com/office/drawing/2014/main" id="{C057356F-09FF-11C3-A436-D1DFBC38840E}"/>
                  </a:ext>
                </a:extLst>
              </p:cNvPr>
              <p:cNvSpPr>
                <a:spLocks noRot="1" noChangeAspect="1" noMove="1" noResize="1" noEditPoints="1" noAdjustHandles="1" noChangeArrowheads="1" noChangeShapeType="1" noTextEdit="1"/>
              </p:cNvSpPr>
              <p:nvPr/>
            </p:nvSpPr>
            <p:spPr>
              <a:xfrm>
                <a:off x="299114" y="5551101"/>
                <a:ext cx="5004798" cy="830227"/>
              </a:xfrm>
              <a:prstGeom prst="rect">
                <a:avLst/>
              </a:prstGeom>
              <a:blipFill>
                <a:blip r:embed="rId15"/>
                <a:stretch>
                  <a:fillRect l="-974" b="-2206"/>
                </a:stretch>
              </a:blipFill>
              <a:ln/>
            </p:spPr>
            <p:txBody>
              <a:bodyPr/>
              <a:lstStyle/>
              <a:p>
                <a:r>
                  <a:rPr lang="zh-CN" altLang="en-US">
                    <a:noFill/>
                  </a:rPr>
                  <a:t> </a:t>
                </a:r>
              </a:p>
            </p:txBody>
          </p:sp>
        </mc:Fallback>
      </mc:AlternateContent>
      <p:graphicFrame>
        <p:nvGraphicFramePr>
          <p:cNvPr id="18" name="对象 17"/>
          <p:cNvGraphicFramePr>
            <a:graphicFrameLocks noChangeAspect="1"/>
          </p:cNvGraphicFramePr>
          <p:nvPr>
            <p:extLst>
              <p:ext uri="{D42A27DB-BD31-4B8C-83A1-F6EECF244321}">
                <p14:modId xmlns:p14="http://schemas.microsoft.com/office/powerpoint/2010/main" val="2919449511"/>
              </p:ext>
            </p:extLst>
          </p:nvPr>
        </p:nvGraphicFramePr>
        <p:xfrm>
          <a:off x="6220630" y="976949"/>
          <a:ext cx="5052009" cy="3323691"/>
        </p:xfrm>
        <a:graphic>
          <a:graphicData uri="http://schemas.openxmlformats.org/presentationml/2006/ole">
            <mc:AlternateContent xmlns:mc="http://schemas.openxmlformats.org/markup-compatibility/2006">
              <mc:Choice xmlns:v="urn:schemas-microsoft-com:vml" Requires="v">
                <p:oleObj spid="_x0000_s4152" name="Equation" r:id="rId16" imgW="3136900" imgH="2057400" progId="Equation.DSMT4">
                  <p:embed/>
                </p:oleObj>
              </mc:Choice>
              <mc:Fallback>
                <p:oleObj name="Equation" r:id="rId16" imgW="3136900" imgH="20574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0630" y="976949"/>
                        <a:ext cx="5052009" cy="3323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820659268"/>
              </p:ext>
            </p:extLst>
          </p:nvPr>
        </p:nvGraphicFramePr>
        <p:xfrm>
          <a:off x="6234446" y="5460909"/>
          <a:ext cx="3208337" cy="757238"/>
        </p:xfrm>
        <a:graphic>
          <a:graphicData uri="http://schemas.openxmlformats.org/presentationml/2006/ole">
            <mc:AlternateContent xmlns:mc="http://schemas.openxmlformats.org/markup-compatibility/2006">
              <mc:Choice xmlns:v="urn:schemas-microsoft-com:vml" Requires="v">
                <p:oleObj spid="_x0000_s4153" name="Equation" r:id="rId18" imgW="2006280" imgH="457200" progId="Equation.DSMT4">
                  <p:embed/>
                </p:oleObj>
              </mc:Choice>
              <mc:Fallback>
                <p:oleObj name="Equation" r:id="rId18" imgW="2006280" imgH="457200" progId="Equation.DSMT4">
                  <p:embed/>
                  <p:pic>
                    <p:nvPicPr>
                      <p:cNvPr id="0" name="Object 32"/>
                      <p:cNvPicPr>
                        <a:picLocks noChangeAspect="1" noChangeArrowheads="1"/>
                      </p:cNvPicPr>
                      <p:nvPr/>
                    </p:nvPicPr>
                    <p:blipFill>
                      <a:blip r:embed="rId19"/>
                      <a:srcRect/>
                      <a:stretch>
                        <a:fillRect/>
                      </a:stretch>
                    </p:blipFill>
                    <p:spPr bwMode="auto">
                      <a:xfrm>
                        <a:off x="6234446" y="5460909"/>
                        <a:ext cx="3208337" cy="757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29" name="矩形 28"/>
              <p:cNvSpPr/>
              <p:nvPr/>
            </p:nvSpPr>
            <p:spPr>
              <a:xfrm>
                <a:off x="360145" y="4540780"/>
                <a:ext cx="5375815" cy="944233"/>
              </a:xfrm>
              <a:prstGeom prst="rect">
                <a:avLst/>
              </a:prstGeom>
            </p:spPr>
            <p:txBody>
              <a:bodyPr wrap="square">
                <a:spAutoFit/>
              </a:bodyPr>
              <a:lstStyle/>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1.2</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.2】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位置矢量</a:t>
                </a:r>
                <a14:m>
                  <m:oMath xmlns:m="http://schemas.openxmlformats.org/officeDocument/2006/math">
                    <m:sSub>
                      <m:sSub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1" i="1">
                            <a:latin typeface="Cambria Math" panose="02040503050406030204" pitchFamily="18" charset="0"/>
                            <a:ea typeface="黑体" panose="02010609060101010101" pitchFamily="49" charset="-122"/>
                            <a:cs typeface="Times New Roman" panose="02020603050405020304" pitchFamily="18" charset="0"/>
                          </a:rPr>
                          <m:t>𝒓</m:t>
                        </m:r>
                        <m:r>
                          <a:rPr lang="en-US" altLang="zh-CN" i="1">
                            <a:latin typeface="Cambria Math" panose="02040503050406030204" pitchFamily="18" charset="0"/>
                            <a:ea typeface="黑体" panose="02010609060101010101" pitchFamily="49" charset="-122"/>
                            <a:cs typeface="Times New Roman" panose="02020603050405020304" pitchFamily="18" charset="0"/>
                          </a:rPr>
                          <m:t>=</m:t>
                        </m:r>
                        <m:r>
                          <a:rPr lang="en-US" altLang="zh-CN" i="1">
                            <a:latin typeface="Cambria Math" panose="02040503050406030204" pitchFamily="18" charset="0"/>
                            <a:ea typeface="黑体" panose="02010609060101010101" pitchFamily="49" charset="-122"/>
                            <a:cs typeface="Times New Roman" panose="02020603050405020304" pitchFamily="18" charset="0"/>
                          </a:rPr>
                          <m:t>𝑥</m:t>
                        </m:r>
                        <m:r>
                          <a:rPr lang="en-US" altLang="zh-CN"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i="1">
                            <a:latin typeface="Cambria Math" panose="02040503050406030204" pitchFamily="18" charset="0"/>
                            <a:ea typeface="黑体" panose="02010609060101010101" pitchFamily="49" charset="-122"/>
                            <a:cs typeface="Times New Roman" panose="02020603050405020304" pitchFamily="18" charset="0"/>
                          </a:rPr>
                          <m:t>𝑥</m:t>
                        </m:r>
                      </m:sub>
                    </m:sSub>
                    <m:r>
                      <a:rPr lang="en-US" altLang="zh-CN" i="1">
                        <a:latin typeface="Cambria Math" panose="02040503050406030204" pitchFamily="18" charset="0"/>
                        <a:ea typeface="黑体" panose="02010609060101010101" pitchFamily="49" charset="-122"/>
                        <a:cs typeface="Times New Roman" panose="02020603050405020304" pitchFamily="18" charset="0"/>
                      </a:rPr>
                      <m:t>+</m:t>
                    </m:r>
                    <m:r>
                      <a:rPr lang="en-US" altLang="zh-CN" i="1">
                        <a:latin typeface="Cambria Math" panose="02040503050406030204" pitchFamily="18" charset="0"/>
                        <a:ea typeface="黑体" panose="02010609060101010101" pitchFamily="49" charset="-122"/>
                        <a:cs typeface="Times New Roman" panose="02020603050405020304" pitchFamily="18" charset="0"/>
                      </a:rPr>
                      <m:t>𝑦</m:t>
                    </m:r>
                    <m:sSub>
                      <m:sSub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i="1">
                            <a:latin typeface="Cambria Math" panose="02040503050406030204" pitchFamily="18" charset="0"/>
                            <a:ea typeface="黑体" panose="02010609060101010101" pitchFamily="49" charset="-122"/>
                            <a:cs typeface="Times New Roman" panose="02020603050405020304" pitchFamily="18" charset="0"/>
                          </a:rPr>
                          <m:t>𝑥</m:t>
                        </m:r>
                      </m:sub>
                    </m:sSub>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+z</a:t>
                </a:r>
                <a14:m>
                  <m:oMath xmlns:m="http://schemas.openxmlformats.org/officeDocument/2006/math">
                    <m:sSub>
                      <m:sSubPr>
                        <m:ctrlPr>
                          <a:rPr lang="en-US" altLang="zh-CN"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i="1">
                            <a:latin typeface="Cambria Math" panose="02040503050406030204" pitchFamily="18" charset="0"/>
                            <a:ea typeface="黑体" panose="02010609060101010101" pitchFamily="49" charset="-122"/>
                            <a:cs typeface="Times New Roman" panose="02020603050405020304" pitchFamily="18" charset="0"/>
                          </a:rPr>
                          <m:t>𝑥</m:t>
                        </m:r>
                      </m:sub>
                    </m:sSub>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，常矢量</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，请证明：</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𝒌</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𝑨</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𝑨</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 </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𝑨</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𝒌</m:t>
                    </m:r>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𝑨</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e</m:t>
                        </m:r>
                      </m:e>
                      <m:sup>
                        <m:r>
                          <a:rPr lang="en-US" altLang="zh-CN" b="1" i="1">
                            <a:latin typeface="Cambria Math" panose="02040503050406030204" pitchFamily="18" charset="0"/>
                            <a:ea typeface="Cambria Math" panose="02040503050406030204" pitchFamily="18" charset="0"/>
                            <a:cs typeface="Times New Roman" panose="02020603050405020304" pitchFamily="18" charset="0"/>
                          </a:rPr>
                          <m:t>𝒌</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b="1" i="1">
                            <a:latin typeface="Cambria Math" panose="02040503050406030204" pitchFamily="18" charset="0"/>
                            <a:ea typeface="Cambria Math" panose="02040503050406030204" pitchFamily="18" charset="0"/>
                            <a:cs typeface="Times New Roman" panose="02020603050405020304" pitchFamily="18" charset="0"/>
                          </a:rPr>
                          <m:t>𝒓</m:t>
                        </m:r>
                      </m:sup>
                    </m:sSup>
                  </m:oMath>
                </a14:m>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29" name="矩形 28"/>
              <p:cNvSpPr>
                <a:spLocks noRot="1" noChangeAspect="1" noMove="1" noResize="1" noEditPoints="1" noAdjustHandles="1" noChangeArrowheads="1" noChangeShapeType="1" noTextEdit="1"/>
              </p:cNvSpPr>
              <p:nvPr/>
            </p:nvSpPr>
            <p:spPr>
              <a:xfrm>
                <a:off x="360145" y="4540780"/>
                <a:ext cx="5375815" cy="944233"/>
              </a:xfrm>
              <a:prstGeom prst="rect">
                <a:avLst/>
              </a:prstGeom>
              <a:blipFill>
                <a:blip r:embed="rId20"/>
                <a:stretch>
                  <a:fillRect l="-907" t="-5161" r="-1020" b="-96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18485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 6">
                <a:extLst>
                  <a:ext uri="{FF2B5EF4-FFF2-40B4-BE49-F238E27FC236}">
                    <a16:creationId xmlns:a16="http://schemas.microsoft.com/office/drawing/2014/main" id="{4CB63CE6-5424-955D-FB30-1E4F3CCB32C3}"/>
                  </a:ext>
                </a:extLst>
              </p:cNvPr>
              <p:cNvSpPr/>
              <p:nvPr/>
            </p:nvSpPr>
            <p:spPr>
              <a:xfrm>
                <a:off x="425919" y="2780928"/>
                <a:ext cx="5886106" cy="2962349"/>
              </a:xfrm>
              <a:prstGeom prst="rect">
                <a:avLst/>
              </a:prstGeom>
              <a:noFill/>
              <a:ln/>
            </p:spPr>
            <p:txBody>
              <a:bodyPr wrap="square" lIns="95250" tIns="95250" rIns="95250" bIns="95250">
                <a:spAutoFit/>
              </a:bodyPr>
              <a:lstStyle/>
              <a:p>
                <a:pPr>
                  <a:defRPr/>
                </a:pPr>
                <a:r>
                  <a:rPr lang="en-US" altLang="zh-CN" dirty="0">
                    <a:solidFill>
                      <a:srgbClr val="333333"/>
                    </a:solidFill>
                    <a:latin typeface="黑体" panose="02010609060101010101" pitchFamily="49" charset="-122"/>
                    <a:ea typeface="黑体" panose="02010609060101010101" pitchFamily="49" charset="-122"/>
                    <a:cs typeface="Microsoft Yahei" pitchFamily="34" charset="-120"/>
                  </a:rPr>
                  <a:t>【</a:t>
                </a:r>
                <a:r>
                  <a:rPr lang="zh-CN" altLang="en-US" dirty="0">
                    <a:solidFill>
                      <a:srgbClr val="333333"/>
                    </a:solidFill>
                    <a:latin typeface="黑体" panose="02010609060101010101" pitchFamily="49" charset="-122"/>
                    <a:ea typeface="黑体" panose="02010609060101010101" pitchFamily="49" charset="-122"/>
                    <a:cs typeface="Microsoft Yahei" pitchFamily="34" charset="-120"/>
                  </a:rPr>
                  <a:t>解</a:t>
                </a:r>
                <a:r>
                  <a:rPr lang="en-US" altLang="zh-CN" dirty="0">
                    <a:solidFill>
                      <a:srgbClr val="333333"/>
                    </a:solidFill>
                    <a:latin typeface="黑体" panose="02010609060101010101" pitchFamily="49" charset="-122"/>
                    <a:ea typeface="黑体" panose="02010609060101010101" pitchFamily="49" charset="-122"/>
                    <a:cs typeface="Microsoft Yahei" pitchFamily="34" charset="-120"/>
                  </a:rPr>
                  <a:t>】</a:t>
                </a:r>
                <a:r>
                  <a:rPr lang="zh-CN" altLang="en-US" dirty="0">
                    <a:solidFill>
                      <a:srgbClr val="333333"/>
                    </a:solidFill>
                    <a:latin typeface="黑体" panose="02010609060101010101" pitchFamily="49" charset="-122"/>
                    <a:ea typeface="黑体" panose="02010609060101010101" pitchFamily="49" charset="-122"/>
                  </a:rPr>
                  <a:t>（</a:t>
                </a:r>
                <a:r>
                  <a:rPr lang="en-US" altLang="zh-CN" dirty="0">
                    <a:solidFill>
                      <a:srgbClr val="333333"/>
                    </a:solidFill>
                    <a:latin typeface="黑体" panose="02010609060101010101" pitchFamily="49" charset="-122"/>
                    <a:ea typeface="黑体" panose="02010609060101010101" pitchFamily="49" charset="-122"/>
                  </a:rPr>
                  <a:t>1</a:t>
                </a:r>
                <a:r>
                  <a:rPr lang="zh-CN" altLang="en-US" dirty="0">
                    <a:solidFill>
                      <a:srgbClr val="333333"/>
                    </a:solidFill>
                    <a:latin typeface="黑体" panose="02010609060101010101" pitchFamily="49" charset="-122"/>
                    <a:ea typeface="黑体" panose="02010609060101010101" pitchFamily="49" charset="-122"/>
                  </a:rPr>
                  <a:t>）</a:t>
                </a:r>
                <a:r>
                  <a:rPr lang="zh-CN" altLang="zh-CN" dirty="0">
                    <a:solidFill>
                      <a:srgbClr val="333333"/>
                    </a:solidFill>
                    <a:latin typeface="黑体" panose="02010609060101010101" pitchFamily="49" charset="-122"/>
                    <a:ea typeface="黑体" panose="02010609060101010101" pitchFamily="49" charset="-122"/>
                  </a:rPr>
                  <a:t>电场分布仅仅与半径有关，与其它空间变量无关。在球坐标系中，电场的散度可以表示为</a:t>
                </a:r>
                <a:endParaRPr lang="en-US" altLang="zh-CN" dirty="0">
                  <a:solidFill>
                    <a:srgbClr val="333333"/>
                  </a:solidFill>
                  <a:latin typeface="黑体" panose="02010609060101010101" pitchFamily="49" charset="-122"/>
                  <a:ea typeface="黑体" panose="02010609060101010101" pitchFamily="49" charset="-122"/>
                </a:endParaRPr>
              </a:p>
              <a:p>
                <a:pPr>
                  <a:defRPr/>
                </a:pPr>
                <a:endParaRPr lang="en-US" altLang="zh-CN" dirty="0">
                  <a:solidFill>
                    <a:srgbClr val="333333"/>
                  </a:solidFill>
                  <a:latin typeface="黑体" panose="02010609060101010101" pitchFamily="49" charset="-122"/>
                  <a:ea typeface="黑体" panose="02010609060101010101" pitchFamily="49" charset="-122"/>
                </a:endParaRPr>
              </a:p>
              <a:p>
                <a:pPr>
                  <a:defRPr/>
                </a:pPr>
                <a:endParaRPr lang="en-US" altLang="zh-CN" dirty="0">
                  <a:solidFill>
                    <a:srgbClr val="333333"/>
                  </a:solidFill>
                  <a:latin typeface="黑体" panose="02010609060101010101" pitchFamily="49" charset="-122"/>
                  <a:ea typeface="黑体" panose="02010609060101010101" pitchFamily="49" charset="-122"/>
                </a:endParaRPr>
              </a:p>
              <a:p>
                <a:pPr>
                  <a:defRPr/>
                </a:pPr>
                <a:r>
                  <a:rPr lang="zh-CN" altLang="zh-CN" dirty="0">
                    <a:solidFill>
                      <a:srgbClr val="333333"/>
                    </a:solidFill>
                    <a:latin typeface="黑体" panose="02010609060101010101" pitchFamily="49" charset="-122"/>
                    <a:ea typeface="黑体" panose="02010609060101010101" pitchFamily="49" charset="-122"/>
                  </a:rPr>
                  <a:t>由于静电场仅仅与半径有关、因此电场散度表示式为</a:t>
                </a:r>
                <a:endParaRPr lang="en-US" altLang="zh-CN" dirty="0">
                  <a:solidFill>
                    <a:srgbClr val="333333"/>
                  </a:solidFill>
                  <a:latin typeface="黑体" panose="02010609060101010101" pitchFamily="49" charset="-122"/>
                  <a:ea typeface="黑体" panose="02010609060101010101" pitchFamily="49" charset="-122"/>
                </a:endParaRPr>
              </a:p>
              <a:p>
                <a:pPr>
                  <a:defRPr/>
                </a:pPr>
                <a:endParaRPr lang="en-US" altLang="zh-CN" dirty="0">
                  <a:solidFill>
                    <a:srgbClr val="333333"/>
                  </a:solidFill>
                  <a:latin typeface="黑体" panose="02010609060101010101" pitchFamily="49" charset="-122"/>
                  <a:ea typeface="黑体" panose="02010609060101010101" pitchFamily="49" charset="-122"/>
                </a:endParaRPr>
              </a:p>
              <a:p>
                <a:pPr>
                  <a:defRPr/>
                </a:pPr>
                <a:endParaRPr lang="en-US" altLang="zh-CN" dirty="0">
                  <a:solidFill>
                    <a:srgbClr val="333333"/>
                  </a:solidFill>
                  <a:latin typeface="黑体" panose="02010609060101010101" pitchFamily="49" charset="-122"/>
                  <a:ea typeface="黑体" panose="02010609060101010101" pitchFamily="49" charset="-122"/>
                </a:endParaRPr>
              </a:p>
              <a:p>
                <a:pPr>
                  <a:defRPr/>
                </a:pPr>
                <a:r>
                  <a:rPr lang="zh-CN" altLang="en-US" dirty="0">
                    <a:solidFill>
                      <a:srgbClr val="333333"/>
                    </a:solidFill>
                    <a:latin typeface="黑体" panose="02010609060101010101" pitchFamily="49" charset="-122"/>
                    <a:ea typeface="黑体" panose="02010609060101010101" pitchFamily="49" charset="-122"/>
                  </a:rPr>
                  <a:t>在</a:t>
                </a:r>
                <a:r>
                  <a:rPr lang="en-US" altLang="zh-CN" dirty="0">
                    <a:solidFill>
                      <a:srgbClr val="333333"/>
                    </a:solidFill>
                    <a:latin typeface="黑体" panose="02010609060101010101" pitchFamily="49" charset="-122"/>
                    <a:ea typeface="黑体" panose="02010609060101010101" pitchFamily="49" charset="-122"/>
                  </a:rPr>
                  <a:t>r</a:t>
                </a:r>
                <a14:m>
                  <m:oMath xmlns:m="http://schemas.openxmlformats.org/officeDocument/2006/math">
                    <m:r>
                      <a:rPr lang="zh-CN" altLang="en-US" i="1" smtClean="0">
                        <a:solidFill>
                          <a:srgbClr val="333333"/>
                        </a:solidFill>
                        <a:latin typeface="Cambria Math" panose="02040503050406030204" pitchFamily="18" charset="0"/>
                        <a:ea typeface="黑体" panose="02010609060101010101" pitchFamily="49" charset="-122"/>
                      </a:rPr>
                      <m:t>≤</m:t>
                    </m:r>
                    <m:r>
                      <a:rPr lang="en-US" altLang="zh-CN" b="0" i="1" smtClean="0">
                        <a:solidFill>
                          <a:srgbClr val="333333"/>
                        </a:solidFill>
                        <a:latin typeface="Cambria Math" panose="02040503050406030204" pitchFamily="18" charset="0"/>
                        <a:ea typeface="黑体" panose="02010609060101010101" pitchFamily="49" charset="-122"/>
                      </a:rPr>
                      <m:t>𝑎</m:t>
                    </m:r>
                  </m:oMath>
                </a14:m>
                <a:r>
                  <a:rPr lang="zh-CN" altLang="en-US" dirty="0">
                    <a:solidFill>
                      <a:srgbClr val="333333"/>
                    </a:solidFill>
                    <a:latin typeface="黑体" panose="02010609060101010101" pitchFamily="49" charset="-122"/>
                    <a:ea typeface="黑体" panose="02010609060101010101" pitchFamily="49" charset="-122"/>
                  </a:rPr>
                  <a:t>时，</a:t>
                </a:r>
                <a:endParaRPr lang="en-US" altLang="zh-CN" dirty="0">
                  <a:solidFill>
                    <a:srgbClr val="333333"/>
                  </a:solidFill>
                  <a:latin typeface="黑体" panose="02010609060101010101" pitchFamily="49" charset="-122"/>
                  <a:ea typeface="黑体" panose="02010609060101010101" pitchFamily="49" charset="-122"/>
                </a:endParaRPr>
              </a:p>
              <a:p>
                <a:pPr>
                  <a:defRPr/>
                </a:pPr>
                <a:endParaRPr lang="en-US" altLang="zh-CN" dirty="0">
                  <a:solidFill>
                    <a:srgbClr val="333333"/>
                  </a:solidFill>
                  <a:latin typeface="黑体" panose="02010609060101010101" pitchFamily="49" charset="-122"/>
                  <a:ea typeface="黑体" panose="02010609060101010101" pitchFamily="49" charset="-122"/>
                </a:endParaRPr>
              </a:p>
              <a:p>
                <a:pPr>
                  <a:defRPr/>
                </a:pPr>
                <a:r>
                  <a:rPr lang="zh-CN" altLang="en-US" dirty="0">
                    <a:solidFill>
                      <a:srgbClr val="333333"/>
                    </a:solidFill>
                    <a:latin typeface="黑体" panose="02010609060101010101" pitchFamily="49" charset="-122"/>
                    <a:ea typeface="黑体" panose="02010609060101010101" pitchFamily="49" charset="-122"/>
                  </a:rPr>
                  <a:t>在</a:t>
                </a:r>
                <a14:m>
                  <m:oMath xmlns:m="http://schemas.openxmlformats.org/officeDocument/2006/math">
                    <m:r>
                      <a:rPr lang="en-US" altLang="zh-CN" b="0" i="1" smtClean="0">
                        <a:solidFill>
                          <a:srgbClr val="333333"/>
                        </a:solidFill>
                        <a:latin typeface="Cambria Math" panose="02040503050406030204" pitchFamily="18" charset="0"/>
                        <a:ea typeface="黑体" panose="02010609060101010101" pitchFamily="49" charset="-122"/>
                      </a:rPr>
                      <m:t>𝑟</m:t>
                    </m:r>
                    <m:r>
                      <a:rPr lang="en-US" altLang="zh-CN" b="0" i="1" smtClean="0">
                        <a:solidFill>
                          <a:srgbClr val="333333"/>
                        </a:solidFill>
                        <a:latin typeface="Cambria Math" panose="02040503050406030204" pitchFamily="18" charset="0"/>
                        <a:ea typeface="Cambria Math" panose="02040503050406030204" pitchFamily="18" charset="0"/>
                      </a:rPr>
                      <m:t>≥</m:t>
                    </m:r>
                    <m:r>
                      <a:rPr lang="en-US" altLang="zh-CN" b="0" i="1" smtClean="0">
                        <a:solidFill>
                          <a:srgbClr val="333333"/>
                        </a:solidFill>
                        <a:latin typeface="Cambria Math" panose="02040503050406030204" pitchFamily="18" charset="0"/>
                        <a:ea typeface="Cambria Math" panose="02040503050406030204" pitchFamily="18" charset="0"/>
                      </a:rPr>
                      <m:t>𝑎</m:t>
                    </m:r>
                  </m:oMath>
                </a14:m>
                <a:r>
                  <a:rPr lang="zh-CN" altLang="en-US" dirty="0">
                    <a:solidFill>
                      <a:srgbClr val="333333"/>
                    </a:solidFill>
                    <a:latin typeface="黑体" panose="02010609060101010101" pitchFamily="49" charset="-122"/>
                    <a:ea typeface="黑体" panose="02010609060101010101" pitchFamily="49" charset="-122"/>
                  </a:rPr>
                  <a:t>时，</a:t>
                </a:r>
                <a:endParaRPr lang="en-US" altLang="zh-CN" dirty="0">
                  <a:solidFill>
                    <a:srgbClr val="333333"/>
                  </a:solidFill>
                  <a:latin typeface="黑体" panose="02010609060101010101" pitchFamily="49" charset="-122"/>
                  <a:ea typeface="黑体" panose="02010609060101010101" pitchFamily="49" charset="-122"/>
                </a:endParaRPr>
              </a:p>
            </p:txBody>
          </p:sp>
        </mc:Choice>
        <mc:Fallback xmlns="">
          <p:sp>
            <p:nvSpPr>
              <p:cNvPr id="10" name="Text 6">
                <a:extLst>
                  <a:ext uri="{FF2B5EF4-FFF2-40B4-BE49-F238E27FC236}">
                    <a16:creationId xmlns:a16="http://schemas.microsoft.com/office/drawing/2014/main" id="{4CB63CE6-5424-955D-FB30-1E4F3CCB32C3}"/>
                  </a:ext>
                </a:extLst>
              </p:cNvPr>
              <p:cNvSpPr>
                <a:spLocks noRot="1" noChangeAspect="1" noMove="1" noResize="1" noEditPoints="1" noAdjustHandles="1" noChangeArrowheads="1" noChangeShapeType="1" noTextEdit="1"/>
              </p:cNvSpPr>
              <p:nvPr/>
            </p:nvSpPr>
            <p:spPr>
              <a:xfrm>
                <a:off x="425919" y="2780928"/>
                <a:ext cx="5886106" cy="2962349"/>
              </a:xfrm>
              <a:prstGeom prst="rect">
                <a:avLst/>
              </a:prstGeom>
              <a:blipFill>
                <a:blip r:embed="rId3"/>
                <a:stretch>
                  <a:fillRect l="-829" b="-206"/>
                </a:stretch>
              </a:blipFill>
              <a:ln/>
            </p:spPr>
            <p:txBody>
              <a:bodyPr/>
              <a:lstStyle/>
              <a:p>
                <a:r>
                  <a:rPr lang="zh-CN" altLang="en-US">
                    <a:noFill/>
                  </a:rPr>
                  <a:t> </a:t>
                </a:r>
              </a:p>
            </p:txBody>
          </p:sp>
        </mc:Fallback>
      </mc:AlternateContent>
      <p:graphicFrame>
        <p:nvGraphicFramePr>
          <p:cNvPr id="26630" name="对象 10"/>
          <p:cNvGraphicFramePr>
            <a:graphicFrameLocks noChangeAspect="1"/>
          </p:cNvGraphicFramePr>
          <p:nvPr>
            <p:extLst>
              <p:ext uri="{D42A27DB-BD31-4B8C-83A1-F6EECF244321}">
                <p14:modId xmlns:p14="http://schemas.microsoft.com/office/powerpoint/2010/main" val="951278829"/>
              </p:ext>
            </p:extLst>
          </p:nvPr>
        </p:nvGraphicFramePr>
        <p:xfrm>
          <a:off x="1831821" y="1506479"/>
          <a:ext cx="1694596" cy="1105080"/>
        </p:xfrm>
        <a:graphic>
          <a:graphicData uri="http://schemas.openxmlformats.org/presentationml/2006/ole">
            <mc:AlternateContent xmlns:mc="http://schemas.openxmlformats.org/markup-compatibility/2006">
              <mc:Choice xmlns:v="urn:schemas-microsoft-com:vml" Requires="v">
                <p:oleObj spid="_x0000_s5176" name="Equation" r:id="rId4" imgW="1273083" imgH="829798" progId="Equation.DSMT4">
                  <p:embed/>
                </p:oleObj>
              </mc:Choice>
              <mc:Fallback>
                <p:oleObj name="Equation" r:id="rId4" imgW="1273083" imgH="829798" progId="Equation.DSMT4">
                  <p:embed/>
                  <p:pic>
                    <p:nvPicPr>
                      <p:cNvPr id="26630"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1821" y="1506479"/>
                        <a:ext cx="1694596" cy="110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1" name="对象 11"/>
          <p:cNvGraphicFramePr>
            <a:graphicFrameLocks noChangeAspect="1"/>
          </p:cNvGraphicFramePr>
          <p:nvPr>
            <p:extLst>
              <p:ext uri="{D42A27DB-BD31-4B8C-83A1-F6EECF244321}">
                <p14:modId xmlns:p14="http://schemas.microsoft.com/office/powerpoint/2010/main" val="1502056647"/>
              </p:ext>
            </p:extLst>
          </p:nvPr>
        </p:nvGraphicFramePr>
        <p:xfrm>
          <a:off x="6803126" y="1550102"/>
          <a:ext cx="1886300" cy="889364"/>
        </p:xfrm>
        <a:graphic>
          <a:graphicData uri="http://schemas.openxmlformats.org/presentationml/2006/ole">
            <mc:AlternateContent xmlns:mc="http://schemas.openxmlformats.org/markup-compatibility/2006">
              <mc:Choice xmlns:v="urn:schemas-microsoft-com:vml" Requires="v">
                <p:oleObj spid="_x0000_s5177" name="Equation" r:id="rId6" imgW="1558225" imgH="734274" progId="Equation.DSMT4">
                  <p:embed/>
                </p:oleObj>
              </mc:Choice>
              <mc:Fallback>
                <p:oleObj name="Equation" r:id="rId6" imgW="1558225" imgH="734274" progId="Equation.DSMT4">
                  <p:embed/>
                  <p:pic>
                    <p:nvPicPr>
                      <p:cNvPr id="26631"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3126" y="1550102"/>
                        <a:ext cx="1886300" cy="88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2" name="对象 12"/>
          <p:cNvGraphicFramePr>
            <a:graphicFrameLocks noChangeAspect="1"/>
          </p:cNvGraphicFramePr>
          <p:nvPr>
            <p:extLst>
              <p:ext uri="{D42A27DB-BD31-4B8C-83A1-F6EECF244321}">
                <p14:modId xmlns:p14="http://schemas.microsoft.com/office/powerpoint/2010/main" val="1122519002"/>
              </p:ext>
            </p:extLst>
          </p:nvPr>
        </p:nvGraphicFramePr>
        <p:xfrm>
          <a:off x="985492" y="3510411"/>
          <a:ext cx="4249167" cy="481756"/>
        </p:xfrm>
        <a:graphic>
          <a:graphicData uri="http://schemas.openxmlformats.org/presentationml/2006/ole">
            <mc:AlternateContent xmlns:mc="http://schemas.openxmlformats.org/markup-compatibility/2006">
              <mc:Choice xmlns:v="urn:schemas-microsoft-com:vml" Requires="v">
                <p:oleObj spid="_x0000_s5178" name="Equation" r:id="rId8" imgW="3192584" imgH="362271" progId="Equation.DSMT4">
                  <p:embed/>
                </p:oleObj>
              </mc:Choice>
              <mc:Fallback>
                <p:oleObj name="Equation" r:id="rId8" imgW="3192584" imgH="362271" progId="Equation.DSMT4">
                  <p:embed/>
                  <p:pic>
                    <p:nvPicPr>
                      <p:cNvPr id="26632"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5492" y="3510411"/>
                        <a:ext cx="4249167" cy="48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3" name="对象 13"/>
          <p:cNvGraphicFramePr>
            <a:graphicFrameLocks noChangeAspect="1"/>
          </p:cNvGraphicFramePr>
          <p:nvPr>
            <p:extLst>
              <p:ext uri="{D42A27DB-BD31-4B8C-83A1-F6EECF244321}">
                <p14:modId xmlns:p14="http://schemas.microsoft.com/office/powerpoint/2010/main" val="147597773"/>
              </p:ext>
            </p:extLst>
          </p:nvPr>
        </p:nvGraphicFramePr>
        <p:xfrm>
          <a:off x="2007724" y="4280837"/>
          <a:ext cx="1694596" cy="481756"/>
        </p:xfrm>
        <a:graphic>
          <a:graphicData uri="http://schemas.openxmlformats.org/presentationml/2006/ole">
            <mc:AlternateContent xmlns:mc="http://schemas.openxmlformats.org/markup-compatibility/2006">
              <mc:Choice xmlns:v="urn:schemas-microsoft-com:vml" Requires="v">
                <p:oleObj spid="_x0000_s5179" name="Equation" r:id="rId10" imgW="1273083" imgH="362271" progId="Equation.DSMT4">
                  <p:embed/>
                </p:oleObj>
              </mc:Choice>
              <mc:Fallback>
                <p:oleObj name="Equation" r:id="rId10" imgW="1273083" imgH="362271" progId="Equation.DSMT4">
                  <p:embed/>
                  <p:pic>
                    <p:nvPicPr>
                      <p:cNvPr id="26633"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7724" y="4280837"/>
                        <a:ext cx="1694596" cy="48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5" name="对象 15"/>
          <p:cNvGraphicFramePr>
            <a:graphicFrameLocks noChangeAspect="1"/>
          </p:cNvGraphicFramePr>
          <p:nvPr>
            <p:extLst>
              <p:ext uri="{D42A27DB-BD31-4B8C-83A1-F6EECF244321}">
                <p14:modId xmlns:p14="http://schemas.microsoft.com/office/powerpoint/2010/main" val="695125710"/>
              </p:ext>
            </p:extLst>
          </p:nvPr>
        </p:nvGraphicFramePr>
        <p:xfrm>
          <a:off x="1536468" y="4665330"/>
          <a:ext cx="3287770" cy="608533"/>
        </p:xfrm>
        <a:graphic>
          <a:graphicData uri="http://schemas.openxmlformats.org/presentationml/2006/ole">
            <mc:AlternateContent xmlns:mc="http://schemas.openxmlformats.org/markup-compatibility/2006">
              <mc:Choice xmlns:v="urn:schemas-microsoft-com:vml" Requires="v">
                <p:oleObj spid="_x0000_s5180" name="Equation" r:id="rId12" imgW="2470392" imgH="457795" progId="Equation.DSMT4">
                  <p:embed/>
                </p:oleObj>
              </mc:Choice>
              <mc:Fallback>
                <p:oleObj name="Equation" r:id="rId12" imgW="2470392" imgH="457795" progId="Equation.DSMT4">
                  <p:embed/>
                  <p:pic>
                    <p:nvPicPr>
                      <p:cNvPr id="26635" name="对象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36468" y="4665330"/>
                        <a:ext cx="3287770" cy="60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7" name="对象 17"/>
          <p:cNvGraphicFramePr>
            <a:graphicFrameLocks noChangeAspect="1"/>
          </p:cNvGraphicFramePr>
          <p:nvPr>
            <p:extLst>
              <p:ext uri="{D42A27DB-BD31-4B8C-83A1-F6EECF244321}">
                <p14:modId xmlns:p14="http://schemas.microsoft.com/office/powerpoint/2010/main" val="290476702"/>
              </p:ext>
            </p:extLst>
          </p:nvPr>
        </p:nvGraphicFramePr>
        <p:xfrm>
          <a:off x="1557520" y="5220921"/>
          <a:ext cx="3160992" cy="608533"/>
        </p:xfrm>
        <a:graphic>
          <a:graphicData uri="http://schemas.openxmlformats.org/presentationml/2006/ole">
            <mc:AlternateContent xmlns:mc="http://schemas.openxmlformats.org/markup-compatibility/2006">
              <mc:Choice xmlns:v="urn:schemas-microsoft-com:vml" Requires="v">
                <p:oleObj spid="_x0000_s5181" name="Equation" r:id="rId14" imgW="2375584" imgH="457795" progId="Equation.DSMT4">
                  <p:embed/>
                </p:oleObj>
              </mc:Choice>
              <mc:Fallback>
                <p:oleObj name="Equation" r:id="rId14" imgW="2375584" imgH="457795" progId="Equation.DSMT4">
                  <p:embed/>
                  <p:pic>
                    <p:nvPicPr>
                      <p:cNvPr id="26637" name="对象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7520" y="5220921"/>
                        <a:ext cx="3160992" cy="60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标题 1"/>
          <p:cNvSpPr txBox="1">
            <a:spLocks/>
          </p:cNvSpPr>
          <p:nvPr/>
        </p:nvSpPr>
        <p:spPr>
          <a:xfrm>
            <a:off x="476320" y="251194"/>
            <a:ext cx="10515600" cy="665105"/>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defTabSz="914400"/>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endParaRPr lang="zh-CN" altLang="en-US" sz="2800" dirty="0"/>
          </a:p>
        </p:txBody>
      </p:sp>
      <p:sp>
        <p:nvSpPr>
          <p:cNvPr id="15" name="Text 6">
            <a:extLst>
              <a:ext uri="{FF2B5EF4-FFF2-40B4-BE49-F238E27FC236}">
                <a16:creationId xmlns:a16="http://schemas.microsoft.com/office/drawing/2014/main" id="{6EE96375-ADB4-16DC-5BF8-E7267F542138}"/>
              </a:ext>
            </a:extLst>
          </p:cNvPr>
          <p:cNvSpPr/>
          <p:nvPr/>
        </p:nvSpPr>
        <p:spPr>
          <a:xfrm>
            <a:off x="6406043" y="2564904"/>
            <a:ext cx="5184576" cy="3516347"/>
          </a:xfrm>
          <a:prstGeom prst="rect">
            <a:avLst/>
          </a:prstGeom>
          <a:noFill/>
          <a:ln/>
        </p:spPr>
        <p:txBody>
          <a:bodyPr wrap="square" lIns="95250" tIns="95250" rIns="95250" bIns="95250">
            <a:spAutoFit/>
          </a:bodyPr>
          <a:lstStyle/>
          <a:p>
            <a:pPr>
              <a:defRPr/>
            </a:pPr>
            <a:r>
              <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 </a:t>
            </a:r>
          </a:p>
          <a:p>
            <a:pPr>
              <a:defRPr/>
            </a:pPr>
            <a:r>
              <a:rPr lang="zh-CN" altLang="en-US"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即</a:t>
            </a: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r>
              <a:rPr lang="zh-CN"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在球坐标系中，电场的旋度的表示式为</a:t>
            </a: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a:p>
            <a:pPr>
              <a:defRPr/>
            </a:pPr>
            <a:r>
              <a:rPr lang="zh-CN"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球对称的静电场只有半径方向的分量，而且该分量仅仅与半径有关，因此有</a:t>
            </a:r>
          </a:p>
          <a:p>
            <a:pPr>
              <a:defRPr/>
            </a:pPr>
            <a:endParaRPr lang="en-US" altLang="zh-CN"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对象 19"/>
          <p:cNvGraphicFramePr>
            <a:graphicFrameLocks noChangeAspect="1"/>
          </p:cNvGraphicFramePr>
          <p:nvPr>
            <p:extLst>
              <p:ext uri="{D42A27DB-BD31-4B8C-83A1-F6EECF244321}">
                <p14:modId xmlns:p14="http://schemas.microsoft.com/office/powerpoint/2010/main" val="1363122216"/>
              </p:ext>
            </p:extLst>
          </p:nvPr>
        </p:nvGraphicFramePr>
        <p:xfrm>
          <a:off x="7509234" y="2683229"/>
          <a:ext cx="1707274" cy="851523"/>
        </p:xfrm>
        <a:graphic>
          <a:graphicData uri="http://schemas.openxmlformats.org/presentationml/2006/ole">
            <mc:AlternateContent xmlns:mc="http://schemas.openxmlformats.org/markup-compatibility/2006">
              <mc:Choice xmlns:v="urn:schemas-microsoft-com:vml" Requires="v">
                <p:oleObj spid="_x0000_s5182" name="Equation" r:id="rId16" imgW="1282779" imgH="639110" progId="Equation.DSMT4">
                  <p:embed/>
                </p:oleObj>
              </mc:Choice>
              <mc:Fallback>
                <p:oleObj name="Equation" r:id="rId16" imgW="1282779" imgH="639110" progId="Equation.DSMT4">
                  <p:embed/>
                  <p:pic>
                    <p:nvPicPr>
                      <p:cNvPr id="27653" name="对象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09234" y="2683229"/>
                        <a:ext cx="1707274" cy="85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20"/>
          <p:cNvGraphicFramePr>
            <a:graphicFrameLocks noChangeAspect="1"/>
          </p:cNvGraphicFramePr>
          <p:nvPr>
            <p:extLst>
              <p:ext uri="{D42A27DB-BD31-4B8C-83A1-F6EECF244321}">
                <p14:modId xmlns:p14="http://schemas.microsoft.com/office/powerpoint/2010/main" val="2476222399"/>
              </p:ext>
            </p:extLst>
          </p:nvPr>
        </p:nvGraphicFramePr>
        <p:xfrm>
          <a:off x="7310237" y="4096346"/>
          <a:ext cx="2758377" cy="1004618"/>
        </p:xfrm>
        <a:graphic>
          <a:graphicData uri="http://schemas.openxmlformats.org/presentationml/2006/ole">
            <mc:AlternateContent xmlns:mc="http://schemas.openxmlformats.org/markup-compatibility/2006">
              <mc:Choice xmlns:v="urn:schemas-microsoft-com:vml" Requires="v">
                <p:oleObj spid="_x0000_s5183" name="Equation" r:id="rId18" imgW="2280417" imgH="829798" progId="Equation.DSMT4">
                  <p:embed/>
                </p:oleObj>
              </mc:Choice>
              <mc:Fallback>
                <p:oleObj name="Equation" r:id="rId18" imgW="2280417" imgH="829798" progId="Equation.DSMT4">
                  <p:embed/>
                  <p:pic>
                    <p:nvPicPr>
                      <p:cNvPr id="27654" name="对象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310237" y="4096346"/>
                        <a:ext cx="2758377" cy="100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21"/>
          <p:cNvGraphicFramePr>
            <a:graphicFrameLocks noChangeAspect="1"/>
          </p:cNvGraphicFramePr>
          <p:nvPr>
            <p:extLst>
              <p:ext uri="{D42A27DB-BD31-4B8C-83A1-F6EECF244321}">
                <p14:modId xmlns:p14="http://schemas.microsoft.com/office/powerpoint/2010/main" val="559577659"/>
              </p:ext>
            </p:extLst>
          </p:nvPr>
        </p:nvGraphicFramePr>
        <p:xfrm>
          <a:off x="7999556" y="5575975"/>
          <a:ext cx="3287770" cy="1105080"/>
        </p:xfrm>
        <a:graphic>
          <a:graphicData uri="http://schemas.openxmlformats.org/presentationml/2006/ole">
            <mc:AlternateContent xmlns:mc="http://schemas.openxmlformats.org/markup-compatibility/2006">
              <mc:Choice xmlns:v="urn:schemas-microsoft-com:vml" Requires="v">
                <p:oleObj spid="_x0000_s5184" name="Equation" r:id="rId20" imgW="2470392" imgH="829798" progId="Equation.DSMT4">
                  <p:embed/>
                </p:oleObj>
              </mc:Choice>
              <mc:Fallback>
                <p:oleObj name="Equation" r:id="rId20" imgW="2470392" imgH="829798" progId="Equation.DSMT4">
                  <p:embed/>
                  <p:pic>
                    <p:nvPicPr>
                      <p:cNvPr id="27655" name="对象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99556" y="5575975"/>
                        <a:ext cx="3287770" cy="110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0" name="矩形 15"/>
              <p:cNvSpPr>
                <a:spLocks noChangeArrowheads="1"/>
              </p:cNvSpPr>
              <p:nvPr/>
            </p:nvSpPr>
            <p:spPr bwMode="auto">
              <a:xfrm>
                <a:off x="374549" y="1073584"/>
                <a:ext cx="10978036" cy="11627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12500"/>
                  </a:lnSpc>
                  <a:spcBef>
                    <a:spcPts val="375"/>
                  </a:spcBef>
                  <a:buNone/>
                  <a:defRPr/>
                </a:pPr>
                <a:r>
                  <a:rPr lang="en-US" altLang="zh-CN" sz="1800" dirty="0">
                    <a:latin typeface="黑体" panose="02010609060101010101" pitchFamily="49" charset="-122"/>
                    <a:ea typeface="黑体" panose="02010609060101010101" pitchFamily="49" charset="-122"/>
                    <a:cs typeface="Times New Roman" panose="02020603050405020304" pitchFamily="18" charset="0"/>
                  </a:rPr>
                  <a:t>【</a:t>
                </a:r>
                <a:r>
                  <a:rPr lang="zh-CN" altLang="en-US" sz="1800" dirty="0">
                    <a:latin typeface="黑体" panose="02010609060101010101" pitchFamily="49" charset="-122"/>
                    <a:ea typeface="黑体" panose="02010609060101010101" pitchFamily="49" charset="-122"/>
                    <a:cs typeface="Times New Roman" panose="02020603050405020304" pitchFamily="18" charset="0"/>
                  </a:rPr>
                  <a:t>例</a:t>
                </a:r>
                <a:r>
                  <a:rPr lang="en-US" altLang="zh-CN" sz="1800" dirty="0">
                    <a:latin typeface="黑体" panose="02010609060101010101" pitchFamily="49" charset="-122"/>
                    <a:ea typeface="黑体" panose="02010609060101010101" pitchFamily="49" charset="-122"/>
                    <a:cs typeface="Times New Roman" panose="02020603050405020304" pitchFamily="18" charset="0"/>
                  </a:rPr>
                  <a:t>1.2.1】</a:t>
                </a:r>
                <a:r>
                  <a:rPr lang="zh-CN" altLang="en-US" sz="1800" dirty="0">
                    <a:latin typeface="黑体" panose="02010609060101010101" pitchFamily="49" charset="-122"/>
                    <a:ea typeface="黑体" panose="02010609060101010101" pitchFamily="49" charset="-122"/>
                    <a:cs typeface="Times New Roman" panose="02020603050405020304" pitchFamily="18" charset="0"/>
                  </a:rPr>
                  <a:t>位置矢量</a:t>
                </a:r>
                <a14:m>
                  <m:oMath xmlns:m="http://schemas.openxmlformats.org/officeDocument/2006/math">
                    <m:sSub>
                      <m:sSubPr>
                        <m:ctrlPr>
                          <a:rPr lang="en-US" altLang="zh-CN" sz="18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𝒓</m:t>
                        </m:r>
                        <m:r>
                          <a:rPr lang="en-US" altLang="zh-CN" sz="1800" i="1">
                            <a:latin typeface="Cambria Math" panose="02040503050406030204" pitchFamily="18" charset="0"/>
                            <a:ea typeface="黑体" panose="02010609060101010101" pitchFamily="49" charset="-122"/>
                            <a:cs typeface="Times New Roman" panose="02020603050405020304" pitchFamily="18" charset="0"/>
                          </a:rPr>
                          <m:t>=</m:t>
                        </m:r>
                        <m:r>
                          <a:rPr lang="en-US" altLang="zh-CN" sz="1800" i="1">
                            <a:latin typeface="Cambria Math" panose="02040503050406030204" pitchFamily="18" charset="0"/>
                            <a:ea typeface="黑体" panose="02010609060101010101" pitchFamily="49" charset="-122"/>
                            <a:cs typeface="Times New Roman" panose="02020603050405020304" pitchFamily="18" charset="0"/>
                          </a:rPr>
                          <m:t>𝑥</m:t>
                        </m:r>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sz="1800" i="1">
                            <a:latin typeface="Cambria Math" panose="02040503050406030204" pitchFamily="18" charset="0"/>
                            <a:ea typeface="黑体" panose="02010609060101010101" pitchFamily="49" charset="-122"/>
                            <a:cs typeface="Times New Roman" panose="02020603050405020304" pitchFamily="18" charset="0"/>
                          </a:rPr>
                          <m:t>𝑥</m:t>
                        </m:r>
                      </m:sub>
                    </m:sSub>
                    <m:r>
                      <a:rPr lang="en-US" altLang="zh-CN" sz="18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8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800" i="1">
                            <a:latin typeface="Cambria Math" panose="02040503050406030204" pitchFamily="18" charset="0"/>
                            <a:ea typeface="黑体" panose="02010609060101010101" pitchFamily="49" charset="-122"/>
                            <a:cs typeface="Times New Roman" panose="02020603050405020304" pitchFamily="18" charset="0"/>
                          </a:rPr>
                          <m:t>𝑦</m:t>
                        </m:r>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𝒚</m:t>
                        </m:r>
                      </m:sub>
                    </m:sSub>
                    <m:r>
                      <a:rPr lang="en-US" altLang="zh-CN" sz="1800" i="1">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18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800" i="1">
                            <a:latin typeface="Cambria Math" panose="02040503050406030204" pitchFamily="18" charset="0"/>
                            <a:ea typeface="黑体" panose="02010609060101010101" pitchFamily="49" charset="-122"/>
                            <a:cs typeface="Times New Roman" panose="02020603050405020304" pitchFamily="18" charset="0"/>
                          </a:rPr>
                          <m:t>𝑧</m:t>
                        </m:r>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𝒂</m:t>
                        </m:r>
                      </m:e>
                      <m:sub>
                        <m:r>
                          <a:rPr lang="en-US" altLang="zh-CN" sz="1800" b="1" i="1">
                            <a:latin typeface="Cambria Math" panose="02040503050406030204" pitchFamily="18" charset="0"/>
                            <a:ea typeface="黑体" panose="02010609060101010101" pitchFamily="49" charset="-122"/>
                            <a:cs typeface="Times New Roman" panose="02020603050405020304" pitchFamily="18" charset="0"/>
                          </a:rPr>
                          <m:t>𝒛</m:t>
                        </m:r>
                      </m:sub>
                    </m:sSub>
                  </m:oMath>
                </a14:m>
                <a:r>
                  <a:rPr lang="zh-CN" altLang="en-US" sz="1800" b="1" i="1" dirty="0">
                    <a:latin typeface="黑体" panose="02010609060101010101" pitchFamily="49" charset="-122"/>
                    <a:ea typeface="黑体" panose="02010609060101010101" pitchFamily="49" charset="-122"/>
                    <a:cs typeface="Times New Roman" panose="02020603050405020304" pitchFamily="18" charset="0"/>
                  </a:rPr>
                  <a:t>，</a:t>
                </a:r>
                <a:r>
                  <a:rPr lang="zh-CN" altLang="en-US" sz="1800" dirty="0">
                    <a:latin typeface="黑体" panose="02010609060101010101" pitchFamily="49" charset="-122"/>
                    <a:ea typeface="黑体" panose="02010609060101010101" pitchFamily="49" charset="-122"/>
                    <a:cs typeface="Times New Roman" panose="02020603050405020304" pitchFamily="18" charset="0"/>
                  </a:rPr>
                  <a:t>可以用于表示一个点的位置，请计算下列电场或磁场的散度和</a:t>
                </a:r>
                <a:endParaRPr lang="en-US" altLang="zh-CN" sz="1800" dirty="0">
                  <a:latin typeface="黑体" panose="02010609060101010101" pitchFamily="49" charset="-122"/>
                  <a:ea typeface="黑体" panose="02010609060101010101" pitchFamily="49" charset="-122"/>
                  <a:cs typeface="Times New Roman" panose="02020603050405020304" pitchFamily="18" charset="0"/>
                </a:endParaRPr>
              </a:p>
              <a:p>
                <a:pPr>
                  <a:lnSpc>
                    <a:spcPct val="112500"/>
                  </a:lnSpc>
                  <a:spcBef>
                    <a:spcPts val="375"/>
                  </a:spcBef>
                  <a:buNone/>
                  <a:defRPr/>
                </a:pPr>
                <a:r>
                  <a:rPr lang="en-US" altLang="zh-CN" sz="1800" dirty="0">
                    <a:latin typeface="黑体" panose="02010609060101010101" pitchFamily="49" charset="-122"/>
                    <a:ea typeface="黑体" panose="02010609060101010101" pitchFamily="49" charset="-122"/>
                    <a:cs typeface="Times New Roman" panose="02020603050405020304" pitchFamily="18" charset="0"/>
                  </a:rPr>
                  <a:t> </a:t>
                </a:r>
                <a:r>
                  <a:rPr lang="zh-CN" altLang="en-US" sz="1800" dirty="0">
                    <a:latin typeface="黑体" panose="02010609060101010101" pitchFamily="49" charset="-122"/>
                    <a:ea typeface="黑体" panose="02010609060101010101" pitchFamily="49" charset="-122"/>
                    <a:cs typeface="Times New Roman" panose="02020603050405020304" pitchFamily="18" charset="0"/>
                  </a:rPr>
                  <a:t>旋度</a:t>
                </a:r>
                <a:endParaRPr lang="en-US" altLang="zh-CN" sz="1800" dirty="0">
                  <a:latin typeface="黑体" panose="02010609060101010101" pitchFamily="49" charset="-122"/>
                  <a:ea typeface="黑体" panose="02010609060101010101" pitchFamily="49" charset="-122"/>
                  <a:cs typeface="Times New Roman" panose="02020603050405020304" pitchFamily="18" charset="0"/>
                </a:endParaRPr>
              </a:p>
              <a:p>
                <a:pPr>
                  <a:lnSpc>
                    <a:spcPct val="112500"/>
                  </a:lnSpc>
                  <a:spcBef>
                    <a:spcPts val="375"/>
                  </a:spcBef>
                  <a:buNone/>
                  <a:defRPr/>
                </a:pPr>
                <a:r>
                  <a:rPr lang="en-US" altLang="zh-CN" sz="1800" dirty="0">
                    <a:latin typeface="黑体" panose="02010609060101010101" pitchFamily="49" charset="-122"/>
                    <a:ea typeface="黑体" panose="02010609060101010101" pitchFamily="49" charset="-122"/>
                    <a:cs typeface="Times New Roman" panose="02020603050405020304" pitchFamily="18" charset="0"/>
                  </a:rPr>
                  <a:t>(1)</a:t>
                </a:r>
                <a:r>
                  <a:rPr lang="zh-CN" altLang="en-US" sz="1800" dirty="0">
                    <a:latin typeface="黑体" panose="02010609060101010101" pitchFamily="49" charset="-122"/>
                    <a:ea typeface="黑体" panose="02010609060101010101" pitchFamily="49" charset="-122"/>
                    <a:cs typeface="Times New Roman" panose="02020603050405020304" pitchFamily="18" charset="0"/>
                  </a:rPr>
                  <a:t>静电场为               ，其中</a:t>
                </a:r>
                <a14:m>
                  <m:oMath xmlns:m="http://schemas.openxmlformats.org/officeDocument/2006/math">
                    <m:sSub>
                      <m:sSubPr>
                        <m:ctrlPr>
                          <a:rPr lang="en-US" altLang="zh-CN" sz="1800" i="1">
                            <a:latin typeface="Cambria Math" panose="02040503050406030204" pitchFamily="18" charset="0"/>
                            <a:ea typeface="黑体" panose="02010609060101010101" pitchFamily="49" charset="-122"/>
                            <a:cs typeface="Times New Roman" panose="02020603050405020304" pitchFamily="18" charset="0"/>
                          </a:rPr>
                        </m:ctrlPr>
                      </m:sSubPr>
                      <m:e>
                        <m:r>
                          <a:rPr lang="zh-CN" altLang="en-US" sz="1800" i="1">
                            <a:latin typeface="Cambria Math" panose="02040503050406030204" pitchFamily="18" charset="0"/>
                            <a:ea typeface="黑体" panose="02010609060101010101" pitchFamily="49" charset="-122"/>
                            <a:cs typeface="Times New Roman" panose="02020603050405020304" pitchFamily="18" charset="0"/>
                          </a:rPr>
                          <m:t>𝜌</m:t>
                        </m:r>
                      </m:e>
                      <m:sub>
                        <m:r>
                          <a:rPr lang="en-US" altLang="zh-CN" sz="1800" i="1">
                            <a:latin typeface="Cambria Math" panose="02040503050406030204" pitchFamily="18" charset="0"/>
                            <a:ea typeface="黑体" panose="02010609060101010101" pitchFamily="49" charset="-122"/>
                            <a:cs typeface="Times New Roman" panose="02020603050405020304" pitchFamily="18" charset="0"/>
                          </a:rPr>
                          <m:t>0</m:t>
                        </m:r>
                      </m:sub>
                    </m:sSub>
                  </m:oMath>
                </a14:m>
                <a:r>
                  <a:rPr lang="zh-CN" altLang="en-US" sz="1800" dirty="0">
                    <a:latin typeface="黑体" panose="02010609060101010101" pitchFamily="49" charset="-122"/>
                    <a:ea typeface="黑体" panose="02010609060101010101" pitchFamily="49" charset="-122"/>
                    <a:cs typeface="Times New Roman" panose="02020603050405020304" pitchFamily="18" charset="0"/>
                  </a:rPr>
                  <a:t>为常量；</a:t>
                </a:r>
                <a:r>
                  <a:rPr lang="en-US" altLang="zh-CN" sz="1800" dirty="0">
                    <a:latin typeface="黑体" panose="02010609060101010101" pitchFamily="49" charset="-122"/>
                    <a:ea typeface="黑体" panose="02010609060101010101" pitchFamily="49" charset="-122"/>
                    <a:cs typeface="Times New Roman" panose="02020603050405020304" pitchFamily="18" charset="0"/>
                  </a:rPr>
                  <a:t>(2)</a:t>
                </a:r>
                <a:r>
                  <a:rPr lang="zh-CN" altLang="zh-CN" sz="1800" dirty="0">
                    <a:latin typeface="黑体" panose="02010609060101010101" pitchFamily="49" charset="-122"/>
                    <a:ea typeface="黑体" panose="02010609060101010101" pitchFamily="49" charset="-122"/>
                    <a:cs typeface="Times New Roman" panose="02020603050405020304" pitchFamily="18" charset="0"/>
                  </a:rPr>
                  <a:t>磁感应强度</a:t>
                </a:r>
                <a:r>
                  <a:rPr lang="en-US" altLang="zh-CN" sz="1800" dirty="0">
                    <a:latin typeface="黑体" panose="02010609060101010101" pitchFamily="49" charset="-122"/>
                    <a:ea typeface="黑体" panose="02010609060101010101" pitchFamily="49" charset="-122"/>
                    <a:cs typeface="Times New Roman" panose="02020603050405020304" pitchFamily="18" charset="0"/>
                  </a:rPr>
                  <a:t>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J</a:t>
                </a:r>
                <a:r>
                  <a:rPr lang="en-US" altLang="zh-CN" sz="1800" baseline="-25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为常量</a:t>
                </a:r>
                <a:r>
                  <a:rPr lang="zh-CN" altLang="en-US" sz="18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1800" dirty="0">
                  <a:latin typeface="黑体" panose="02010609060101010101" pitchFamily="49" charset="-122"/>
                  <a:ea typeface="黑体" panose="02010609060101010101" pitchFamily="49" charset="-122"/>
                  <a:cs typeface="Times New Roman" panose="02020603050405020304" pitchFamily="18" charset="0"/>
                </a:endParaRPr>
              </a:p>
            </p:txBody>
          </p:sp>
        </mc:Choice>
        <mc:Fallback xmlns="">
          <p:sp>
            <p:nvSpPr>
              <p:cNvPr id="20" name="矩形 15"/>
              <p:cNvSpPr>
                <a:spLocks noRot="1" noChangeAspect="1" noMove="1" noResize="1" noEditPoints="1" noAdjustHandles="1" noChangeArrowheads="1" noChangeShapeType="1" noTextEdit="1"/>
              </p:cNvSpPr>
              <p:nvPr/>
            </p:nvSpPr>
            <p:spPr bwMode="auto">
              <a:xfrm>
                <a:off x="374549" y="1073584"/>
                <a:ext cx="10978036" cy="1162754"/>
              </a:xfrm>
              <a:prstGeom prst="rect">
                <a:avLst/>
              </a:prstGeom>
              <a:blipFill>
                <a:blip r:embed="rId22"/>
                <a:stretch>
                  <a:fillRect l="-444" t="-1571" b="-52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08748402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Text 6">
                <a:extLst>
                  <a:ext uri="{FF2B5EF4-FFF2-40B4-BE49-F238E27FC236}">
                    <a16:creationId xmlns:a16="http://schemas.microsoft.com/office/drawing/2014/main" id="{B09F565B-D7C9-465B-0051-E071D206211F}"/>
                  </a:ext>
                </a:extLst>
              </p:cNvPr>
              <p:cNvSpPr/>
              <p:nvPr/>
            </p:nvSpPr>
            <p:spPr>
              <a:xfrm>
                <a:off x="496873" y="692696"/>
                <a:ext cx="7089775" cy="2408352"/>
              </a:xfrm>
              <a:prstGeom prst="rect">
                <a:avLst/>
              </a:prstGeom>
              <a:noFill/>
              <a:ln/>
            </p:spPr>
            <p:txBody>
              <a:bodyPr lIns="95250" tIns="95250" rIns="95250" bIns="95250">
                <a:spAutoFit/>
              </a:bodyPr>
              <a:lstStyle/>
              <a:p>
                <a:pPr>
                  <a:defRPr/>
                </a:pPr>
                <a:r>
                  <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 </a:t>
                </a:r>
              </a:p>
              <a:p>
                <a:pPr>
                  <a:defRPr/>
                </a:pPr>
                <a:r>
                  <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(2) </a:t>
                </a:r>
                <a:r>
                  <a:rPr lang="zh-CN"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在柱坐标系中，磁感应强度的散度可以表示为</a:t>
                </a: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a:p>
                <a:pPr>
                  <a:defRPr/>
                </a:pPr>
                <a:r>
                  <a:rPr lang="zh-CN"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由于</a:t>
                </a:r>
                <a14:m>
                  <m:oMath xmlns:m="http://schemas.openxmlformats.org/officeDocument/2006/math">
                    <m:sSub>
                      <m:sSubPr>
                        <m:ctrlPr>
                          <a:rPr lang="en-US" altLang="zh-CN"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t>𝐵</m:t>
                        </m:r>
                      </m:e>
                      <m:sub>
                        <m:r>
                          <a:rPr lang="en-US" altLang="zh-CN" b="0"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t>𝑅</m:t>
                        </m:r>
                      </m:sub>
                    </m:sSub>
                  </m:oMath>
                </a14:m>
                <a:r>
                  <a:rPr lang="zh-CN" altLang="en-US" dirty="0">
                    <a:solidFill>
                      <a:srgbClr val="333333"/>
                    </a:solidFill>
                    <a:latin typeface="黑体" panose="02010609060101010101" pitchFamily="49" charset="-122"/>
                    <a:ea typeface="黑体" panose="02010609060101010101" pitchFamily="49" charset="-122"/>
                    <a:cs typeface="Times New Roman" panose="02020603050405020304" pitchFamily="18" charset="0"/>
                  </a:rPr>
                  <a:t>和</a:t>
                </a:r>
                <a14:m>
                  <m:oMath xmlns:m="http://schemas.openxmlformats.org/officeDocument/2006/math">
                    <m:sSub>
                      <m:sSubPr>
                        <m:ctrlPr>
                          <a:rPr lang="en-US" altLang="zh-CN" i="1">
                            <a:solidFill>
                              <a:srgbClr val="333333"/>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i="1">
                            <a:solidFill>
                              <a:srgbClr val="333333"/>
                            </a:solidFill>
                            <a:latin typeface="Cambria Math" panose="02040503050406030204" pitchFamily="18" charset="0"/>
                            <a:ea typeface="黑体" panose="02010609060101010101" pitchFamily="49" charset="-122"/>
                            <a:cs typeface="Times New Roman" panose="02020603050405020304" pitchFamily="18" charset="0"/>
                          </a:rPr>
                          <m:t>𝐵</m:t>
                        </m:r>
                      </m:e>
                      <m:sub>
                        <m:r>
                          <a:rPr lang="en-US" altLang="zh-CN" i="1">
                            <a:solidFill>
                              <a:srgbClr val="333333"/>
                            </a:solidFill>
                            <a:latin typeface="Cambria Math" panose="02040503050406030204" pitchFamily="18" charset="0"/>
                            <a:ea typeface="黑体" panose="02010609060101010101" pitchFamily="49" charset="-122"/>
                            <a:cs typeface="Times New Roman" panose="02020603050405020304" pitchFamily="18" charset="0"/>
                          </a:rPr>
                          <m:t>𝑧</m:t>
                        </m:r>
                      </m:sub>
                    </m:sSub>
                  </m:oMath>
                </a14:m>
                <a:r>
                  <a:rPr lang="zh-CN" altLang="en-US" dirty="0">
                    <a:solidFill>
                      <a:srgbClr val="333333"/>
                    </a:solidFill>
                    <a:latin typeface="黑体" panose="02010609060101010101" pitchFamily="49" charset="-122"/>
                    <a:ea typeface="黑体" panose="02010609060101010101" pitchFamily="49" charset="-122"/>
                    <a:cs typeface="Times New Roman" panose="02020603050405020304" pitchFamily="18" charset="0"/>
                  </a:rPr>
                  <a:t>均为</a:t>
                </a:r>
                <a:r>
                  <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0</a:t>
                </a:r>
                <a:r>
                  <a:rPr lang="zh-CN" altLang="en-US" dirty="0">
                    <a:solidFill>
                      <a:srgbClr val="333333"/>
                    </a:solidFill>
                    <a:latin typeface="黑体" panose="02010609060101010101" pitchFamily="49" charset="-122"/>
                    <a:ea typeface="黑体" panose="02010609060101010101" pitchFamily="49" charset="-122"/>
                    <a:cs typeface="Times New Roman" panose="02020603050405020304" pitchFamily="18" charset="0"/>
                  </a:rPr>
                  <a:t>，且</a:t>
                </a:r>
                <a14:m>
                  <m:oMath xmlns:m="http://schemas.openxmlformats.org/officeDocument/2006/math">
                    <m:sSub>
                      <m:sSubPr>
                        <m:ctrlPr>
                          <a:rPr lang="en-US" altLang="zh-CN"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t>𝐵</m:t>
                        </m:r>
                      </m:e>
                      <m:sub>
                        <m:r>
                          <a:rPr lang="zh-CN" altLang="en-US" i="1" smtClean="0">
                            <a:solidFill>
                              <a:srgbClr val="333333"/>
                            </a:solidFill>
                            <a:latin typeface="Cambria Math" panose="02040503050406030204" pitchFamily="18" charset="0"/>
                            <a:ea typeface="黑体" panose="02010609060101010101" pitchFamily="49" charset="-122"/>
                            <a:cs typeface="Times New Roman" panose="02020603050405020304" pitchFamily="18" charset="0"/>
                          </a:rPr>
                          <m:t>𝜃</m:t>
                        </m:r>
                      </m:sub>
                    </m:sSub>
                  </m:oMath>
                </a14:m>
                <a:r>
                  <a:rPr lang="zh-CN" altLang="en-US" dirty="0">
                    <a:solidFill>
                      <a:srgbClr val="333333"/>
                    </a:solidFill>
                    <a:latin typeface="黑体" panose="02010609060101010101" pitchFamily="49" charset="-122"/>
                    <a:ea typeface="黑体" panose="02010609060101010101" pitchFamily="49" charset="-122"/>
                    <a:cs typeface="Times New Roman" panose="02020603050405020304" pitchFamily="18" charset="0"/>
                  </a:rPr>
                  <a:t>与</a:t>
                </a:r>
                <a:r>
                  <a:rPr lang="el-GR" altLang="zh-CN" i="1" dirty="0">
                    <a:solidFill>
                      <a:srgbClr val="333333"/>
                    </a:solidFill>
                    <a:latin typeface="黑体" panose="02010609060101010101" pitchFamily="49" charset="-122"/>
                    <a:ea typeface="黑体" panose="02010609060101010101" pitchFamily="49" charset="-122"/>
                    <a:cs typeface="Times New Roman" panose="02020603050405020304" pitchFamily="18" charset="0"/>
                  </a:rPr>
                  <a:t>θ</a:t>
                </a:r>
                <a:r>
                  <a:rPr lang="zh-CN" altLang="en-US" dirty="0">
                    <a:solidFill>
                      <a:srgbClr val="333333"/>
                    </a:solidFill>
                    <a:latin typeface="黑体" panose="02010609060101010101" pitchFamily="49" charset="-122"/>
                    <a:ea typeface="黑体" panose="02010609060101010101" pitchFamily="49" charset="-122"/>
                    <a:cs typeface="Times New Roman" panose="02020603050405020304" pitchFamily="18" charset="0"/>
                  </a:rPr>
                  <a:t>无关，所以散度为</a:t>
                </a: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a:p>
                <a:pPr>
                  <a:defRPr/>
                </a:pP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a:p>
                <a:pPr>
                  <a:defRPr/>
                </a:pPr>
                <a:r>
                  <a:rPr lang="zh-CN"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在柱坐标系中，磁感应强度的旋度的表示式为</a:t>
                </a:r>
              </a:p>
              <a:p>
                <a:pPr>
                  <a:defRPr/>
                </a:pP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p:txBody>
          </p:sp>
        </mc:Choice>
        <mc:Fallback xmlns="">
          <p:sp>
            <p:nvSpPr>
              <p:cNvPr id="23" name="Text 6">
                <a:extLst>
                  <a:ext uri="{FF2B5EF4-FFF2-40B4-BE49-F238E27FC236}">
                    <a16:creationId xmlns:a16="http://schemas.microsoft.com/office/drawing/2014/main" id="{B09F565B-D7C9-465B-0051-E071D206211F}"/>
                  </a:ext>
                </a:extLst>
              </p:cNvPr>
              <p:cNvSpPr>
                <a:spLocks noRot="1" noChangeAspect="1" noMove="1" noResize="1" noEditPoints="1" noAdjustHandles="1" noChangeArrowheads="1" noChangeShapeType="1" noTextEdit="1"/>
              </p:cNvSpPr>
              <p:nvPr/>
            </p:nvSpPr>
            <p:spPr>
              <a:xfrm>
                <a:off x="496873" y="692696"/>
                <a:ext cx="7089775" cy="2408352"/>
              </a:xfrm>
              <a:prstGeom prst="rect">
                <a:avLst/>
              </a:prstGeom>
              <a:blipFill>
                <a:blip r:embed="rId3"/>
                <a:stretch>
                  <a:fillRect l="-688"/>
                </a:stretch>
              </a:blipFill>
              <a:ln/>
            </p:spPr>
            <p:txBody>
              <a:bodyPr/>
              <a:lstStyle/>
              <a:p>
                <a:r>
                  <a:rPr lang="zh-CN" altLang="en-US">
                    <a:noFill/>
                  </a:rPr>
                  <a:t> </a:t>
                </a:r>
              </a:p>
            </p:txBody>
          </p:sp>
        </mc:Fallback>
      </mc:AlternateContent>
      <p:graphicFrame>
        <p:nvGraphicFramePr>
          <p:cNvPr id="27657" name="对象 23"/>
          <p:cNvGraphicFramePr>
            <a:graphicFrameLocks noChangeAspect="1"/>
          </p:cNvGraphicFramePr>
          <p:nvPr>
            <p:extLst>
              <p:ext uri="{D42A27DB-BD31-4B8C-83A1-F6EECF244321}">
                <p14:modId xmlns:p14="http://schemas.microsoft.com/office/powerpoint/2010/main" val="3434839784"/>
              </p:ext>
            </p:extLst>
          </p:nvPr>
        </p:nvGraphicFramePr>
        <p:xfrm>
          <a:off x="5663952" y="1008183"/>
          <a:ext cx="2782772" cy="481756"/>
        </p:xfrm>
        <a:graphic>
          <a:graphicData uri="http://schemas.openxmlformats.org/presentationml/2006/ole">
            <mc:AlternateContent xmlns:mc="http://schemas.openxmlformats.org/markup-compatibility/2006">
              <mc:Choice xmlns:v="urn:schemas-microsoft-com:vml" Requires="v">
                <p:oleObj spid="_x0000_s6200" name="Equation" r:id="rId4" imgW="2090442" imgH="362271" progId="Equation.DSMT4">
                  <p:embed/>
                </p:oleObj>
              </mc:Choice>
              <mc:Fallback>
                <p:oleObj name="Equation" r:id="rId4" imgW="2090442" imgH="362271" progId="Equation.DSMT4">
                  <p:embed/>
                  <p:pic>
                    <p:nvPicPr>
                      <p:cNvPr id="27657" name="对象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3952" y="1008183"/>
                        <a:ext cx="2782772" cy="48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8" name="对象 24"/>
          <p:cNvGraphicFramePr>
            <a:graphicFrameLocks noChangeAspect="1"/>
          </p:cNvGraphicFramePr>
          <p:nvPr>
            <p:extLst>
              <p:ext uri="{D42A27DB-BD31-4B8C-83A1-F6EECF244321}">
                <p14:modId xmlns:p14="http://schemas.microsoft.com/office/powerpoint/2010/main" val="3568083732"/>
              </p:ext>
            </p:extLst>
          </p:nvPr>
        </p:nvGraphicFramePr>
        <p:xfrm>
          <a:off x="5438403" y="1641851"/>
          <a:ext cx="1089135" cy="268923"/>
        </p:xfrm>
        <a:graphic>
          <a:graphicData uri="http://schemas.openxmlformats.org/presentationml/2006/ole">
            <mc:AlternateContent xmlns:mc="http://schemas.openxmlformats.org/markup-compatibility/2006">
              <mc:Choice xmlns:v="urn:schemas-microsoft-com:vml" Requires="v">
                <p:oleObj spid="_x0000_s6201" name="Equation" r:id="rId6" imgW="731529" imgH="181316" progId="Equation.DSMT4">
                  <p:embed/>
                </p:oleObj>
              </mc:Choice>
              <mc:Fallback>
                <p:oleObj name="Equation" r:id="rId6" imgW="731529" imgH="181316" progId="Equation.DSMT4">
                  <p:embed/>
                  <p:pic>
                    <p:nvPicPr>
                      <p:cNvPr id="27658" name="对象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8403" y="1641851"/>
                        <a:ext cx="1089135" cy="26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9" name="对象 25"/>
          <p:cNvGraphicFramePr>
            <a:graphicFrameLocks noChangeAspect="1"/>
          </p:cNvGraphicFramePr>
          <p:nvPr>
            <p:extLst>
              <p:ext uri="{D42A27DB-BD31-4B8C-83A1-F6EECF244321}">
                <p14:modId xmlns:p14="http://schemas.microsoft.com/office/powerpoint/2010/main" val="3979070063"/>
              </p:ext>
            </p:extLst>
          </p:nvPr>
        </p:nvGraphicFramePr>
        <p:xfrm>
          <a:off x="5159896" y="2071924"/>
          <a:ext cx="2186916" cy="1105080"/>
        </p:xfrm>
        <a:graphic>
          <a:graphicData uri="http://schemas.openxmlformats.org/presentationml/2006/ole">
            <mc:AlternateContent xmlns:mc="http://schemas.openxmlformats.org/markup-compatibility/2006">
              <mc:Choice xmlns:v="urn:schemas-microsoft-com:vml" Requires="v">
                <p:oleObj spid="_x0000_s6202" name="Equation" r:id="rId8" imgW="1643696" imgH="829798" progId="Equation.DSMT4">
                  <p:embed/>
                </p:oleObj>
              </mc:Choice>
              <mc:Fallback>
                <p:oleObj name="Equation" r:id="rId8" imgW="1643696" imgH="829798" progId="Equation.DSMT4">
                  <p:embed/>
                  <p:pic>
                    <p:nvPicPr>
                      <p:cNvPr id="27659" name="对象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9896" y="2071924"/>
                        <a:ext cx="2186916" cy="110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 6">
            <a:extLst>
              <a:ext uri="{FF2B5EF4-FFF2-40B4-BE49-F238E27FC236}">
                <a16:creationId xmlns:a16="http://schemas.microsoft.com/office/drawing/2014/main" id="{8C8912DB-232F-F1F5-33EF-82178E1ECFB7}"/>
              </a:ext>
            </a:extLst>
          </p:cNvPr>
          <p:cNvSpPr/>
          <p:nvPr/>
        </p:nvSpPr>
        <p:spPr>
          <a:xfrm>
            <a:off x="479376" y="3199792"/>
            <a:ext cx="7488832" cy="746358"/>
          </a:xfrm>
          <a:prstGeom prst="rect">
            <a:avLst/>
          </a:prstGeom>
          <a:noFill/>
          <a:ln/>
        </p:spPr>
        <p:txBody>
          <a:bodyPr wrap="square" lIns="95250" tIns="95250" rIns="95250" bIns="95250">
            <a:spAutoFit/>
          </a:bodyPr>
          <a:lstStyle/>
          <a:p>
            <a:pPr>
              <a:defRPr/>
            </a:pPr>
            <a:r>
              <a:rPr lang="zh-CN"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横向截面对称的磁感应强度只有半径切向方向的分量，而且该分量仅仅与半径有关，</a:t>
            </a:r>
            <a:endParaRPr lang="en-US"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7661" name="对象 28"/>
          <p:cNvGraphicFramePr>
            <a:graphicFrameLocks noChangeAspect="1"/>
          </p:cNvGraphicFramePr>
          <p:nvPr>
            <p:extLst>
              <p:ext uri="{D42A27DB-BD31-4B8C-83A1-F6EECF244321}">
                <p14:modId xmlns:p14="http://schemas.microsoft.com/office/powerpoint/2010/main" val="3542158982"/>
              </p:ext>
            </p:extLst>
          </p:nvPr>
        </p:nvGraphicFramePr>
        <p:xfrm>
          <a:off x="2551897" y="3615559"/>
          <a:ext cx="4389013" cy="1105080"/>
        </p:xfrm>
        <a:graphic>
          <a:graphicData uri="http://schemas.openxmlformats.org/presentationml/2006/ole">
            <mc:AlternateContent xmlns:mc="http://schemas.openxmlformats.org/markup-compatibility/2006">
              <mc:Choice xmlns:v="urn:schemas-microsoft-com:vml" Requires="v">
                <p:oleObj spid="_x0000_s6203" name="Equation" r:id="rId10" imgW="2555863" imgH="829798" progId="Equation.DSMT4">
                  <p:embed/>
                </p:oleObj>
              </mc:Choice>
              <mc:Fallback>
                <p:oleObj name="Equation" r:id="rId10" imgW="2555863" imgH="829798" progId="Equation.DSMT4">
                  <p:embed/>
                  <p:pic>
                    <p:nvPicPr>
                      <p:cNvPr id="27661" name="对象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1897" y="3615559"/>
                        <a:ext cx="4389013" cy="1105080"/>
                      </a:xfrm>
                      <a:prstGeom prst="rect">
                        <a:avLst/>
                      </a:prstGeom>
                      <a:noFill/>
                      <a:ln>
                        <a:noFill/>
                      </a:ln>
                    </p:spPr>
                  </p:pic>
                </p:oleObj>
              </mc:Fallback>
            </mc:AlternateContent>
          </a:graphicData>
        </a:graphic>
      </p:graphicFrame>
      <p:grpSp>
        <p:nvGrpSpPr>
          <p:cNvPr id="2" name="组合 1"/>
          <p:cNvGrpSpPr/>
          <p:nvPr/>
        </p:nvGrpSpPr>
        <p:grpSpPr>
          <a:xfrm>
            <a:off x="1352368" y="4612829"/>
            <a:ext cx="6344371" cy="1047153"/>
            <a:chOff x="837499" y="4609941"/>
            <a:chExt cx="6344371" cy="1047153"/>
          </a:xfrm>
        </p:grpSpPr>
        <p:graphicFrame>
          <p:nvGraphicFramePr>
            <p:cNvPr id="27662" name="对象 29"/>
            <p:cNvGraphicFramePr>
              <a:graphicFrameLocks noChangeAspect="1"/>
            </p:cNvGraphicFramePr>
            <p:nvPr>
              <p:extLst>
                <p:ext uri="{D42A27DB-BD31-4B8C-83A1-F6EECF244321}">
                  <p14:modId xmlns:p14="http://schemas.microsoft.com/office/powerpoint/2010/main" val="1468202389"/>
                </p:ext>
              </p:extLst>
            </p:nvPr>
          </p:nvGraphicFramePr>
          <p:xfrm>
            <a:off x="837499" y="4742424"/>
            <a:ext cx="503782" cy="264966"/>
          </p:xfrm>
          <a:graphic>
            <a:graphicData uri="http://schemas.openxmlformats.org/presentationml/2006/ole">
              <mc:AlternateContent xmlns:mc="http://schemas.openxmlformats.org/markup-compatibility/2006">
                <mc:Choice xmlns:v="urn:schemas-microsoft-com:vml" Requires="v">
                  <p:oleObj spid="_x0000_s6204" name="Equation" r:id="rId12" imgW="266109" imgH="181316" progId="Equation.DSMT4">
                    <p:embed/>
                  </p:oleObj>
                </mc:Choice>
                <mc:Fallback>
                  <p:oleObj name="Equation" r:id="rId12" imgW="266109" imgH="181316" progId="Equation.DSMT4">
                    <p:embed/>
                    <p:pic>
                      <p:nvPicPr>
                        <p:cNvPr id="27662" name="对象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7499" y="4742424"/>
                          <a:ext cx="503782" cy="264966"/>
                        </a:xfrm>
                        <a:prstGeom prst="rect">
                          <a:avLst/>
                        </a:prstGeom>
                        <a:noFill/>
                        <a:ln>
                          <a:noFill/>
                        </a:ln>
                      </p:spPr>
                    </p:pic>
                  </p:oleObj>
                </mc:Fallback>
              </mc:AlternateContent>
            </a:graphicData>
          </a:graphic>
        </p:graphicFrame>
        <p:graphicFrame>
          <p:nvGraphicFramePr>
            <p:cNvPr id="27663" name="对象 30"/>
            <p:cNvGraphicFramePr>
              <a:graphicFrameLocks noChangeAspect="1"/>
            </p:cNvGraphicFramePr>
            <p:nvPr>
              <p:extLst>
                <p:ext uri="{D42A27DB-BD31-4B8C-83A1-F6EECF244321}">
                  <p14:modId xmlns:p14="http://schemas.microsoft.com/office/powerpoint/2010/main" val="407942153"/>
                </p:ext>
              </p:extLst>
            </p:nvPr>
          </p:nvGraphicFramePr>
          <p:xfrm>
            <a:off x="1511319" y="4609941"/>
            <a:ext cx="5670551" cy="529932"/>
          </p:xfrm>
          <a:graphic>
            <a:graphicData uri="http://schemas.openxmlformats.org/presentationml/2006/ole">
              <mc:AlternateContent xmlns:mc="http://schemas.openxmlformats.org/markup-compatibility/2006">
                <mc:Choice xmlns:v="urn:schemas-microsoft-com:vml" Requires="v">
                  <p:oleObj spid="_x0000_s6205" name="Equation" r:id="rId14" imgW="3002609" imgH="362271" progId="Equation.DSMT4">
                    <p:embed/>
                  </p:oleObj>
                </mc:Choice>
                <mc:Fallback>
                  <p:oleObj name="Equation" r:id="rId14" imgW="3002609" imgH="362271" progId="Equation.DSMT4">
                    <p:embed/>
                    <p:pic>
                      <p:nvPicPr>
                        <p:cNvPr id="27663" name="对象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11319" y="4609941"/>
                          <a:ext cx="5670551" cy="529932"/>
                        </a:xfrm>
                        <a:prstGeom prst="rect">
                          <a:avLst/>
                        </a:prstGeom>
                        <a:noFill/>
                        <a:ln>
                          <a:noFill/>
                        </a:ln>
                      </p:spPr>
                    </p:pic>
                  </p:oleObj>
                </mc:Fallback>
              </mc:AlternateContent>
            </a:graphicData>
          </a:graphic>
        </p:graphicFrame>
        <p:graphicFrame>
          <p:nvGraphicFramePr>
            <p:cNvPr id="27664" name="对象 31"/>
            <p:cNvGraphicFramePr>
              <a:graphicFrameLocks noChangeAspect="1"/>
            </p:cNvGraphicFramePr>
            <p:nvPr>
              <p:extLst>
                <p:ext uri="{D42A27DB-BD31-4B8C-83A1-F6EECF244321}">
                  <p14:modId xmlns:p14="http://schemas.microsoft.com/office/powerpoint/2010/main" val="3297436799"/>
                </p:ext>
              </p:extLst>
            </p:nvPr>
          </p:nvGraphicFramePr>
          <p:xfrm>
            <a:off x="837499" y="5276122"/>
            <a:ext cx="503782" cy="264966"/>
          </p:xfrm>
          <a:graphic>
            <a:graphicData uri="http://schemas.openxmlformats.org/presentationml/2006/ole">
              <mc:AlternateContent xmlns:mc="http://schemas.openxmlformats.org/markup-compatibility/2006">
                <mc:Choice xmlns:v="urn:schemas-microsoft-com:vml" Requires="v">
                  <p:oleObj spid="_x0000_s6206" name="Equation" r:id="rId16" imgW="266109" imgH="181316" progId="Equation.DSMT4">
                    <p:embed/>
                  </p:oleObj>
                </mc:Choice>
                <mc:Fallback>
                  <p:oleObj name="Equation" r:id="rId16" imgW="266109" imgH="181316" progId="Equation.DSMT4">
                    <p:embed/>
                    <p:pic>
                      <p:nvPicPr>
                        <p:cNvPr id="27664" name="对象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7499" y="5276122"/>
                          <a:ext cx="503782" cy="264966"/>
                        </a:xfrm>
                        <a:prstGeom prst="rect">
                          <a:avLst/>
                        </a:prstGeom>
                        <a:noFill/>
                        <a:ln>
                          <a:noFill/>
                        </a:ln>
                      </p:spPr>
                    </p:pic>
                  </p:oleObj>
                </mc:Fallback>
              </mc:AlternateContent>
            </a:graphicData>
          </a:graphic>
        </p:graphicFrame>
        <p:graphicFrame>
          <p:nvGraphicFramePr>
            <p:cNvPr id="27665" name="对象 32"/>
            <p:cNvGraphicFramePr>
              <a:graphicFrameLocks noChangeAspect="1"/>
            </p:cNvGraphicFramePr>
            <p:nvPr>
              <p:extLst>
                <p:ext uri="{D42A27DB-BD31-4B8C-83A1-F6EECF244321}">
                  <p14:modId xmlns:p14="http://schemas.microsoft.com/office/powerpoint/2010/main" val="2776871933"/>
                </p:ext>
              </p:extLst>
            </p:nvPr>
          </p:nvGraphicFramePr>
          <p:xfrm>
            <a:off x="1534081" y="5127162"/>
            <a:ext cx="5169768" cy="529932"/>
          </p:xfrm>
          <a:graphic>
            <a:graphicData uri="http://schemas.openxmlformats.org/presentationml/2006/ole">
              <mc:AlternateContent xmlns:mc="http://schemas.openxmlformats.org/markup-compatibility/2006">
                <mc:Choice xmlns:v="urn:schemas-microsoft-com:vml" Requires="v">
                  <p:oleObj spid="_x0000_s6207" name="Equation" r:id="rId18" imgW="2736500" imgH="362271" progId="Equation.DSMT4">
                    <p:embed/>
                  </p:oleObj>
                </mc:Choice>
                <mc:Fallback>
                  <p:oleObj name="Equation" r:id="rId18" imgW="2736500" imgH="362271" progId="Equation.DSMT4">
                    <p:embed/>
                    <p:pic>
                      <p:nvPicPr>
                        <p:cNvPr id="27665" name="对象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34081" y="5127162"/>
                          <a:ext cx="5169768" cy="529932"/>
                        </a:xfrm>
                        <a:prstGeom prst="rect">
                          <a:avLst/>
                        </a:prstGeom>
                        <a:noFill/>
                        <a:ln>
                          <a:noFill/>
                        </a:ln>
                      </p:spPr>
                    </p:pic>
                  </p:oleObj>
                </mc:Fallback>
              </mc:AlternateContent>
            </a:graphicData>
          </a:graphic>
        </p:graphicFrame>
      </p:grpSp>
      <p:graphicFrame>
        <p:nvGraphicFramePr>
          <p:cNvPr id="27666" name="对象 33"/>
          <p:cNvGraphicFramePr>
            <a:graphicFrameLocks noChangeAspect="1"/>
          </p:cNvGraphicFramePr>
          <p:nvPr>
            <p:extLst>
              <p:ext uri="{D42A27DB-BD31-4B8C-83A1-F6EECF244321}">
                <p14:modId xmlns:p14="http://schemas.microsoft.com/office/powerpoint/2010/main" val="823698171"/>
              </p:ext>
            </p:extLst>
          </p:nvPr>
        </p:nvGraphicFramePr>
        <p:xfrm>
          <a:off x="1279063" y="5842510"/>
          <a:ext cx="2944729" cy="669386"/>
        </p:xfrm>
        <a:graphic>
          <a:graphicData uri="http://schemas.openxmlformats.org/presentationml/2006/ole">
            <mc:AlternateContent xmlns:mc="http://schemas.openxmlformats.org/markup-compatibility/2006">
              <mc:Choice xmlns:v="urn:schemas-microsoft-com:vml" Requires="v">
                <p:oleObj spid="_x0000_s6208" name="Equation" r:id="rId20" imgW="1558225" imgH="457795" progId="Equation.DSMT4">
                  <p:embed/>
                </p:oleObj>
              </mc:Choice>
              <mc:Fallback>
                <p:oleObj name="Equation" r:id="rId20" imgW="1558225" imgH="457795" progId="Equation.DSMT4">
                  <p:embed/>
                  <p:pic>
                    <p:nvPicPr>
                      <p:cNvPr id="27666" name="对象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79063" y="5842510"/>
                        <a:ext cx="2944729" cy="669386"/>
                      </a:xfrm>
                      <a:prstGeom prst="rect">
                        <a:avLst/>
                      </a:prstGeom>
                      <a:noFill/>
                      <a:ln>
                        <a:noFill/>
                      </a:ln>
                    </p:spPr>
                  </p:pic>
                </p:oleObj>
              </mc:Fallback>
            </mc:AlternateContent>
          </a:graphicData>
        </a:graphic>
      </p:graphicFrame>
      <p:sp>
        <p:nvSpPr>
          <p:cNvPr id="20" name="标题 1"/>
          <p:cNvSpPr txBox="1">
            <a:spLocks/>
          </p:cNvSpPr>
          <p:nvPr/>
        </p:nvSpPr>
        <p:spPr>
          <a:xfrm>
            <a:off x="479376" y="280854"/>
            <a:ext cx="10515600" cy="665105"/>
          </a:xfrm>
          <a:prstGeom prst="rect">
            <a:avLst/>
          </a:prstGeom>
        </p:spPr>
        <p:txBody>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defTabSz="914400"/>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endParaRPr lang="zh-CN" altLang="en-US" sz="2800" dirty="0"/>
          </a:p>
        </p:txBody>
      </p:sp>
      <p:sp>
        <p:nvSpPr>
          <p:cNvPr id="21" name="Text 6">
            <a:extLst>
              <a:ext uri="{FF2B5EF4-FFF2-40B4-BE49-F238E27FC236}">
                <a16:creationId xmlns:a16="http://schemas.microsoft.com/office/drawing/2014/main" id="{6EE96375-ADB4-16DC-5BF8-E7267F542138}"/>
              </a:ext>
            </a:extLst>
          </p:cNvPr>
          <p:cNvSpPr/>
          <p:nvPr/>
        </p:nvSpPr>
        <p:spPr>
          <a:xfrm>
            <a:off x="512218" y="5906636"/>
            <a:ext cx="504056" cy="469359"/>
          </a:xfrm>
          <a:prstGeom prst="rect">
            <a:avLst/>
          </a:prstGeom>
          <a:noFill/>
          <a:ln/>
        </p:spPr>
        <p:txBody>
          <a:bodyPr wrap="square" lIns="95250" tIns="95250" rIns="95250" bIns="95250">
            <a:spAutoFit/>
          </a:bodyPr>
          <a:lstStyle/>
          <a:p>
            <a:pPr>
              <a:defRPr/>
            </a:pPr>
            <a:r>
              <a:rPr lang="zh-CN" altLang="en-US" dirty="0">
                <a:solidFill>
                  <a:srgbClr val="333333"/>
                </a:solidFill>
                <a:latin typeface="黑体" panose="02010609060101010101" pitchFamily="49" charset="-122"/>
                <a:ea typeface="黑体" panose="02010609060101010101" pitchFamily="49" charset="-122"/>
              </a:rPr>
              <a:t>即</a:t>
            </a:r>
            <a:endParaRPr lang="en-US" altLang="zh-CN" dirty="0">
              <a:solidFill>
                <a:srgbClr val="333333"/>
              </a:solidFill>
              <a:latin typeface="黑体" panose="02010609060101010101" pitchFamily="49" charset="-122"/>
              <a:ea typeface="黑体" panose="02010609060101010101" pitchFamily="49" charset="-122"/>
            </a:endParaRPr>
          </a:p>
        </p:txBody>
      </p:sp>
      <p:sp>
        <p:nvSpPr>
          <p:cNvPr id="3" name="矩形 2"/>
          <p:cNvSpPr/>
          <p:nvPr/>
        </p:nvSpPr>
        <p:spPr>
          <a:xfrm>
            <a:off x="487781" y="3936017"/>
            <a:ext cx="877163" cy="369332"/>
          </a:xfrm>
          <a:prstGeom prst="rect">
            <a:avLst/>
          </a:prstGeom>
        </p:spPr>
        <p:txBody>
          <a:bodyPr wrap="none">
            <a:spAutoFit/>
          </a:bodyPr>
          <a:lstStyle/>
          <a:p>
            <a:pPr>
              <a:defRPr/>
            </a:pPr>
            <a:r>
              <a:rPr lang="zh-CN" altLang="zh-CN" dirty="0">
                <a:solidFill>
                  <a:srgbClr val="333333"/>
                </a:solidFill>
                <a:latin typeface="黑体" panose="02010609060101010101" pitchFamily="49" charset="-122"/>
                <a:ea typeface="黑体" panose="02010609060101010101" pitchFamily="49" charset="-122"/>
                <a:cs typeface="Times New Roman" panose="02020603050405020304" pitchFamily="18" charset="0"/>
              </a:rPr>
              <a:t>因此有</a:t>
            </a:r>
          </a:p>
        </p:txBody>
      </p:sp>
    </p:spTree>
    <p:extLst>
      <p:ext uri="{BB962C8B-B14F-4D97-AF65-F5344CB8AC3E}">
        <p14:creationId xmlns:p14="http://schemas.microsoft.com/office/powerpoint/2010/main" val="316098159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7921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电荷、电场和磁场</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电荷电流电场磁场关联</a:t>
            </a:r>
            <a:endParaRPr lang="zh-CN" altLang="en-US" sz="2800" dirty="0"/>
          </a:p>
        </p:txBody>
      </p:sp>
      <p:pic>
        <p:nvPicPr>
          <p:cNvPr id="3" name="图片 2"/>
          <p:cNvPicPr>
            <a:picLocks noChangeAspect="1"/>
          </p:cNvPicPr>
          <p:nvPr/>
        </p:nvPicPr>
        <p:blipFill>
          <a:blip r:embed="rId2"/>
          <a:stretch>
            <a:fillRect/>
          </a:stretch>
        </p:blipFill>
        <p:spPr>
          <a:xfrm>
            <a:off x="695400" y="836712"/>
            <a:ext cx="5121040" cy="5616624"/>
          </a:xfrm>
          <a:prstGeom prst="rect">
            <a:avLst/>
          </a:prstGeom>
        </p:spPr>
      </p:pic>
      <p:sp>
        <p:nvSpPr>
          <p:cNvPr id="9" name="文本框 5"/>
          <p:cNvSpPr txBox="1">
            <a:spLocks noChangeArrowheads="1"/>
          </p:cNvSpPr>
          <p:nvPr/>
        </p:nvSpPr>
        <p:spPr bwMode="auto">
          <a:xfrm>
            <a:off x="6227407" y="1340768"/>
            <a:ext cx="515534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ctr" eaLnBrk="1" hangingPunct="1">
              <a:lnSpc>
                <a:spcPct val="100000"/>
              </a:lnSpc>
              <a:spcBef>
                <a:spcPct val="0"/>
              </a:spcBef>
              <a:buNone/>
            </a:pPr>
            <a:r>
              <a:rPr lang="zh-CN" altLang="en-US" sz="2000" dirty="0">
                <a:latin typeface="黑体" panose="02010609060101010101" pitchFamily="49" charset="-122"/>
                <a:ea typeface="黑体" panose="02010609060101010101" pitchFamily="49" charset="-122"/>
              </a:rPr>
              <a:t>思考</a:t>
            </a:r>
            <a:endParaRPr lang="en-US" altLang="zh-CN" sz="2000" dirty="0">
              <a:latin typeface="黑体" panose="02010609060101010101" pitchFamily="49" charset="-122"/>
              <a:ea typeface="黑体" panose="02010609060101010101" pitchFamily="49" charset="-122"/>
            </a:endParaRPr>
          </a:p>
          <a:p>
            <a:pPr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为什么物理定律用矢量方程表述：物理相对性原理要求</a:t>
            </a:r>
            <a:endParaRPr lang="en-US" altLang="zh-CN" sz="2000" dirty="0">
              <a:latin typeface="黑体" panose="02010609060101010101" pitchFamily="49" charset="-122"/>
              <a:ea typeface="黑体" panose="02010609060101010101" pitchFamily="49" charset="-122"/>
            </a:endParaRPr>
          </a:p>
          <a:p>
            <a:pPr eaLnBrk="1" hangingPunct="1">
              <a:lnSpc>
                <a:spcPct val="100000"/>
              </a:lnSpc>
              <a:spcBef>
                <a:spcPct val="0"/>
              </a:spcBef>
              <a:buFont typeface="Wingdings" panose="05000000000000000000" pitchFamily="2" charset="2"/>
              <a:buChar char="n"/>
            </a:pPr>
            <a:r>
              <a:rPr kumimoji="1" lang="zh-CN" altLang="en-US" sz="2000" dirty="0">
                <a:latin typeface="黑体" panose="02010609060101010101" pitchFamily="49" charset="-122"/>
                <a:ea typeface="黑体" panose="02010609060101010101" pitchFamily="49" charset="-122"/>
              </a:rPr>
              <a:t>只有载荷子才与电磁场有相互作用，有没有其它物质与电磁场有作用，（单向？空间弯曲）</a:t>
            </a:r>
            <a:endParaRPr kumimoji="1" lang="en-US" altLang="zh-CN" sz="2000" dirty="0">
              <a:latin typeface="黑体" panose="02010609060101010101" pitchFamily="49" charset="-122"/>
              <a:ea typeface="黑体" panose="02010609060101010101" pitchFamily="49" charset="-122"/>
            </a:endParaRPr>
          </a:p>
          <a:p>
            <a:pPr eaLnBrk="1" hangingPunct="1">
              <a:lnSpc>
                <a:spcPct val="100000"/>
              </a:lnSpc>
              <a:spcBef>
                <a:spcPct val="0"/>
              </a:spcBef>
              <a:buFont typeface="Wingdings" panose="05000000000000000000" pitchFamily="2" charset="2"/>
              <a:buChar char="n"/>
            </a:pPr>
            <a:endParaRPr kumimoji="1"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46310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2"/>
            <a:ext cx="10515600" cy="697755"/>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真空形式麦克斯韦方程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微分方程组</a:t>
            </a:r>
            <a:endParaRPr lang="zh-CN" altLang="en-US" sz="2800" dirty="0"/>
          </a:p>
        </p:txBody>
      </p:sp>
      <p:sp>
        <p:nvSpPr>
          <p:cNvPr id="30" name="Rectangle 6"/>
          <p:cNvSpPr>
            <a:spLocks noChangeArrowheads="1"/>
          </p:cNvSpPr>
          <p:nvPr/>
        </p:nvSpPr>
        <p:spPr bwMode="auto">
          <a:xfrm>
            <a:off x="3805395" y="2883584"/>
            <a:ext cx="3000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1800">
                <a:latin typeface="黑体" panose="02010609060101010101" pitchFamily="49" charset="-122"/>
                <a:ea typeface="黑体" panose="02010609060101010101" pitchFamily="49" charset="-122"/>
                <a:cs typeface="Times New Roman" panose="02020603050405020304" pitchFamily="18" charset="0"/>
              </a:rPr>
              <a:t> </a:t>
            </a:r>
          </a:p>
          <a:p>
            <a:pPr eaLnBrk="1" hangingPunct="1">
              <a:lnSpc>
                <a:spcPct val="100000"/>
              </a:lnSpc>
              <a:spcBef>
                <a:spcPct val="0"/>
              </a:spcBef>
              <a:buFontTx/>
              <a:buNone/>
            </a:pPr>
            <a:endParaRPr lang="en-US" altLang="zh-CN" sz="1800">
              <a:latin typeface="黑体" panose="02010609060101010101" pitchFamily="49" charset="-122"/>
              <a:ea typeface="黑体" panose="02010609060101010101" pitchFamily="49" charset="-122"/>
              <a:cs typeface="Times New Roman" panose="02020603050405020304" pitchFamily="18" charset="0"/>
            </a:endParaRPr>
          </a:p>
        </p:txBody>
      </p:sp>
      <p:sp>
        <p:nvSpPr>
          <p:cNvPr id="32" name="Rectangle 10"/>
          <p:cNvSpPr>
            <a:spLocks noChangeArrowheads="1"/>
          </p:cNvSpPr>
          <p:nvPr/>
        </p:nvSpPr>
        <p:spPr bwMode="auto">
          <a:xfrm>
            <a:off x="911424" y="1595407"/>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洛伦兹力方程</a:t>
            </a:r>
          </a:p>
        </p:txBody>
      </p:sp>
      <p:graphicFrame>
        <p:nvGraphicFramePr>
          <p:cNvPr id="34" name="对象 12"/>
          <p:cNvGraphicFramePr>
            <a:graphicFrameLocks noChangeAspect="1"/>
          </p:cNvGraphicFramePr>
          <p:nvPr>
            <p:extLst>
              <p:ext uri="{D42A27DB-BD31-4B8C-83A1-F6EECF244321}">
                <p14:modId xmlns:p14="http://schemas.microsoft.com/office/powerpoint/2010/main" val="3830613965"/>
              </p:ext>
            </p:extLst>
          </p:nvPr>
        </p:nvGraphicFramePr>
        <p:xfrm>
          <a:off x="3985316" y="1681328"/>
          <a:ext cx="1541318" cy="329045"/>
        </p:xfrm>
        <a:graphic>
          <a:graphicData uri="http://schemas.openxmlformats.org/presentationml/2006/ole">
            <mc:AlternateContent xmlns:mc="http://schemas.openxmlformats.org/markup-compatibility/2006">
              <mc:Choice xmlns:v="urn:schemas-microsoft-com:vml" Requires="v">
                <p:oleObj spid="_x0000_s7260" name="Equation" r:id="rId3" imgW="774364" imgH="165028" progId="Equation.DSMT4">
                  <p:embed/>
                </p:oleObj>
              </mc:Choice>
              <mc:Fallback>
                <p:oleObj name="Equation" r:id="rId3" imgW="774364" imgH="165028" progId="Equation.DSMT4">
                  <p:embed/>
                  <p:pic>
                    <p:nvPicPr>
                      <p:cNvPr id="33800" name="对象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316" y="1681328"/>
                        <a:ext cx="1541318" cy="32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文本框 14"/>
          <p:cNvSpPr txBox="1">
            <a:spLocks noChangeArrowheads="1"/>
          </p:cNvSpPr>
          <p:nvPr/>
        </p:nvSpPr>
        <p:spPr bwMode="auto">
          <a:xfrm>
            <a:off x="2514600" y="955675"/>
            <a:ext cx="70373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n"/>
            </a:pPr>
            <a:r>
              <a:rPr lang="zh-CN" altLang="en-US" sz="2400">
                <a:solidFill>
                  <a:srgbClr val="FF0000"/>
                </a:solidFill>
                <a:latin typeface="黑体" panose="02010609060101010101" pitchFamily="49" charset="-122"/>
                <a:ea typeface="黑体" panose="02010609060101010101" pitchFamily="49" charset="-122"/>
              </a:rPr>
              <a:t>电磁场最重要的六个方程：宏观电磁理论基石</a:t>
            </a:r>
            <a:endParaRPr lang="zh-CN" altLang="en-US" sz="2400">
              <a:latin typeface="黑体" panose="02010609060101010101" pitchFamily="49" charset="-122"/>
              <a:ea typeface="黑体" panose="02010609060101010101" pitchFamily="49" charset="-122"/>
            </a:endParaRPr>
          </a:p>
        </p:txBody>
      </p:sp>
      <p:sp>
        <p:nvSpPr>
          <p:cNvPr id="37" name="文本框 7"/>
          <p:cNvSpPr txBox="1">
            <a:spLocks noChangeArrowheads="1"/>
          </p:cNvSpPr>
          <p:nvPr/>
        </p:nvSpPr>
        <p:spPr bwMode="auto">
          <a:xfrm>
            <a:off x="5879902" y="1661367"/>
            <a:ext cx="4824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说明场如何与物质</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媒质</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载荷子相互作用</a:t>
            </a:r>
          </a:p>
        </p:txBody>
      </p:sp>
      <p:sp>
        <p:nvSpPr>
          <p:cNvPr id="38" name="文本框 8"/>
          <p:cNvSpPr txBox="1">
            <a:spLocks noChangeArrowheads="1"/>
          </p:cNvSpPr>
          <p:nvPr/>
        </p:nvSpPr>
        <p:spPr bwMode="auto">
          <a:xfrm>
            <a:off x="911424" y="3794457"/>
            <a:ext cx="1738313" cy="38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电荷守恒定律</a:t>
            </a:r>
          </a:p>
        </p:txBody>
      </p:sp>
      <p:sp>
        <p:nvSpPr>
          <p:cNvPr id="41" name="文本框 1"/>
          <p:cNvSpPr txBox="1">
            <a:spLocks noChangeArrowheads="1"/>
          </p:cNvSpPr>
          <p:nvPr/>
        </p:nvSpPr>
        <p:spPr bwMode="auto">
          <a:xfrm>
            <a:off x="5879902" y="2103503"/>
            <a:ext cx="3486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磁场的涡旋源为电流和时变电场</a:t>
            </a:r>
          </a:p>
        </p:txBody>
      </p:sp>
      <p:graphicFrame>
        <p:nvGraphicFramePr>
          <p:cNvPr id="46" name="对象 31"/>
          <p:cNvGraphicFramePr>
            <a:graphicFrameLocks noChangeAspect="1"/>
          </p:cNvGraphicFramePr>
          <p:nvPr>
            <p:extLst>
              <p:ext uri="{D42A27DB-BD31-4B8C-83A1-F6EECF244321}">
                <p14:modId xmlns:p14="http://schemas.microsoft.com/office/powerpoint/2010/main" val="3820868428"/>
              </p:ext>
            </p:extLst>
          </p:nvPr>
        </p:nvGraphicFramePr>
        <p:xfrm>
          <a:off x="4031426" y="3734736"/>
          <a:ext cx="922193" cy="486352"/>
        </p:xfrm>
        <a:graphic>
          <a:graphicData uri="http://schemas.openxmlformats.org/presentationml/2006/ole">
            <mc:AlternateContent xmlns:mc="http://schemas.openxmlformats.org/markup-compatibility/2006">
              <mc:Choice xmlns:v="urn:schemas-microsoft-com:vml" Requires="v">
                <p:oleObj spid="_x0000_s7261" name="Equation" r:id="rId5" imgW="748975" imgH="393529" progId="Equation.DSMT4">
                  <p:embed/>
                </p:oleObj>
              </mc:Choice>
              <mc:Fallback>
                <p:oleObj name="Equation" r:id="rId5" imgW="748975" imgH="393529" progId="Equation.DSMT4">
                  <p:embed/>
                  <p:pic>
                    <p:nvPicPr>
                      <p:cNvPr id="33814" name="对象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1426" y="3734736"/>
                        <a:ext cx="922193" cy="486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文本框 4"/>
          <p:cNvSpPr txBox="1">
            <a:spLocks noChangeArrowheads="1"/>
          </p:cNvSpPr>
          <p:nvPr/>
        </p:nvSpPr>
        <p:spPr bwMode="auto">
          <a:xfrm>
            <a:off x="3730670" y="4246801"/>
            <a:ext cx="4624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麦克斯韦两个散度方程不是独立的</a:t>
            </a:r>
          </a:p>
        </p:txBody>
      </p:sp>
      <p:sp>
        <p:nvSpPr>
          <p:cNvPr id="48" name="文本框 1"/>
          <p:cNvSpPr txBox="1">
            <a:spLocks noChangeArrowheads="1"/>
          </p:cNvSpPr>
          <p:nvPr/>
        </p:nvSpPr>
        <p:spPr bwMode="auto">
          <a:xfrm>
            <a:off x="5879902" y="2530721"/>
            <a:ext cx="30541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电场的涡旋源为时变磁场</a:t>
            </a:r>
          </a:p>
        </p:txBody>
      </p:sp>
      <p:sp>
        <p:nvSpPr>
          <p:cNvPr id="49" name="文本框 1"/>
          <p:cNvSpPr txBox="1">
            <a:spLocks noChangeArrowheads="1"/>
          </p:cNvSpPr>
          <p:nvPr/>
        </p:nvSpPr>
        <p:spPr bwMode="auto">
          <a:xfrm>
            <a:off x="5877268" y="2885592"/>
            <a:ext cx="22751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磁场没有通量源</a:t>
            </a:r>
          </a:p>
        </p:txBody>
      </p:sp>
      <p:sp>
        <p:nvSpPr>
          <p:cNvPr id="50" name="文本框 1"/>
          <p:cNvSpPr txBox="1">
            <a:spLocks noChangeArrowheads="1"/>
          </p:cNvSpPr>
          <p:nvPr/>
        </p:nvSpPr>
        <p:spPr bwMode="auto">
          <a:xfrm>
            <a:off x="5838686" y="3289400"/>
            <a:ext cx="29758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电场的通量源为电荷</a:t>
            </a:r>
          </a:p>
        </p:txBody>
      </p:sp>
      <p:sp>
        <p:nvSpPr>
          <p:cNvPr id="51" name="文本框 1"/>
          <p:cNvSpPr txBox="1">
            <a:spLocks noChangeArrowheads="1"/>
          </p:cNvSpPr>
          <p:nvPr/>
        </p:nvSpPr>
        <p:spPr bwMode="auto">
          <a:xfrm>
            <a:off x="1744728" y="2103503"/>
            <a:ext cx="2210708" cy="36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扩展的安培定律</a:t>
            </a:r>
          </a:p>
        </p:txBody>
      </p:sp>
      <p:sp>
        <p:nvSpPr>
          <p:cNvPr id="52" name="文本框 1"/>
          <p:cNvSpPr txBox="1">
            <a:spLocks noChangeArrowheads="1"/>
          </p:cNvSpPr>
          <p:nvPr/>
        </p:nvSpPr>
        <p:spPr bwMode="auto">
          <a:xfrm>
            <a:off x="1744728" y="2530721"/>
            <a:ext cx="23607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法拉第电磁感应定律</a:t>
            </a:r>
          </a:p>
        </p:txBody>
      </p:sp>
      <p:sp>
        <p:nvSpPr>
          <p:cNvPr id="53" name="文本框 1"/>
          <p:cNvSpPr txBox="1">
            <a:spLocks noChangeArrowheads="1"/>
          </p:cNvSpPr>
          <p:nvPr/>
        </p:nvSpPr>
        <p:spPr bwMode="auto">
          <a:xfrm>
            <a:off x="1742094" y="2885592"/>
            <a:ext cx="22751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磁场高斯定律</a:t>
            </a:r>
          </a:p>
        </p:txBody>
      </p:sp>
      <p:sp>
        <p:nvSpPr>
          <p:cNvPr id="54" name="文本框 1"/>
          <p:cNvSpPr txBox="1">
            <a:spLocks noChangeArrowheads="1"/>
          </p:cNvSpPr>
          <p:nvPr/>
        </p:nvSpPr>
        <p:spPr bwMode="auto">
          <a:xfrm>
            <a:off x="1703513" y="3289400"/>
            <a:ext cx="17015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电场高斯定律</a:t>
            </a:r>
          </a:p>
        </p:txBody>
      </p:sp>
      <p:sp>
        <p:nvSpPr>
          <p:cNvPr id="56" name="矩形 1"/>
          <p:cNvSpPr>
            <a:spLocks noChangeArrowheads="1"/>
          </p:cNvSpPr>
          <p:nvPr/>
        </p:nvSpPr>
        <p:spPr bwMode="auto">
          <a:xfrm>
            <a:off x="1161236" y="2211571"/>
            <a:ext cx="66308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黑体" panose="02010609060101010101" pitchFamily="49" charset="-122"/>
                <a:ea typeface="黑体" panose="02010609060101010101" pitchFamily="49" charset="-122"/>
              </a:rPr>
              <a:t>微  分  方  程</a:t>
            </a:r>
            <a:endParaRPr lang="en-US" altLang="zh-CN" sz="1800" dirty="0">
              <a:latin typeface="Arial" panose="020B0604020202020204" pitchFamily="34" charset="0"/>
              <a:ea typeface="宋体" panose="02010600030101010101" pitchFamily="2" charset="-122"/>
            </a:endParaRPr>
          </a:p>
        </p:txBody>
      </p:sp>
      <p:sp>
        <p:nvSpPr>
          <p:cNvPr id="57" name="矩形 1"/>
          <p:cNvSpPr>
            <a:spLocks noChangeArrowheads="1"/>
          </p:cNvSpPr>
          <p:nvPr/>
        </p:nvSpPr>
        <p:spPr bwMode="auto">
          <a:xfrm>
            <a:off x="911424" y="2211572"/>
            <a:ext cx="5125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麦  克  斯  韦</a:t>
            </a:r>
            <a:endParaRPr lang="en-US" altLang="zh-CN" sz="1800" dirty="0">
              <a:latin typeface="Arial" panose="020B0604020202020204" pitchFamily="34" charset="0"/>
              <a:ea typeface="宋体" panose="02010600030101010101" pitchFamily="2"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61287512"/>
              </p:ext>
            </p:extLst>
          </p:nvPr>
        </p:nvGraphicFramePr>
        <p:xfrm>
          <a:off x="3100338" y="5078757"/>
          <a:ext cx="1987550" cy="465137"/>
        </p:xfrm>
        <a:graphic>
          <a:graphicData uri="http://schemas.openxmlformats.org/presentationml/2006/ole">
            <mc:AlternateContent xmlns:mc="http://schemas.openxmlformats.org/markup-compatibility/2006">
              <mc:Choice xmlns:v="urn:schemas-microsoft-com:vml" Requires="v">
                <p:oleObj spid="_x0000_s7262" name="Equation" r:id="rId7" imgW="1485720" imgH="355320" progId="Equation.DSMT4">
                  <p:embed/>
                </p:oleObj>
              </mc:Choice>
              <mc:Fallback>
                <p:oleObj name="Equation" r:id="rId7" imgW="1485720" imgH="355320" progId="Equation.DSMT4">
                  <p:embed/>
                  <p:pic>
                    <p:nvPicPr>
                      <p:cNvPr id="0" name="Object 15"/>
                      <p:cNvPicPr>
                        <a:picLocks noChangeAspect="1" noChangeArrowheads="1"/>
                      </p:cNvPicPr>
                      <p:nvPr/>
                    </p:nvPicPr>
                    <p:blipFill>
                      <a:blip r:embed="rId8"/>
                      <a:srcRect/>
                      <a:stretch>
                        <a:fillRect/>
                      </a:stretch>
                    </p:blipFill>
                    <p:spPr bwMode="auto">
                      <a:xfrm>
                        <a:off x="3100338" y="5078757"/>
                        <a:ext cx="1987550"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80983457"/>
              </p:ext>
            </p:extLst>
          </p:nvPr>
        </p:nvGraphicFramePr>
        <p:xfrm>
          <a:off x="3101930" y="4804353"/>
          <a:ext cx="1120775" cy="231775"/>
        </p:xfrm>
        <a:graphic>
          <a:graphicData uri="http://schemas.openxmlformats.org/presentationml/2006/ole">
            <mc:AlternateContent xmlns:mc="http://schemas.openxmlformats.org/markup-compatibility/2006">
              <mc:Choice xmlns:v="urn:schemas-microsoft-com:vml" Requires="v">
                <p:oleObj spid="_x0000_s7263" name="Equation" r:id="rId9" imgW="838080" imgH="177480" progId="Equation.DSMT4">
                  <p:embed/>
                </p:oleObj>
              </mc:Choice>
              <mc:Fallback>
                <p:oleObj name="Equation" r:id="rId9" imgW="838080" imgH="177480" progId="Equation.DSMT4">
                  <p:embed/>
                  <p:pic>
                    <p:nvPicPr>
                      <p:cNvPr id="4" name="对象 3"/>
                      <p:cNvPicPr>
                        <a:picLocks noChangeAspect="1" noChangeArrowheads="1"/>
                      </p:cNvPicPr>
                      <p:nvPr/>
                    </p:nvPicPr>
                    <p:blipFill>
                      <a:blip r:embed="rId10"/>
                      <a:srcRect/>
                      <a:stretch>
                        <a:fillRect/>
                      </a:stretch>
                    </p:blipFill>
                    <p:spPr bwMode="auto">
                      <a:xfrm>
                        <a:off x="3101930" y="4804353"/>
                        <a:ext cx="1120775" cy="23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43120617"/>
              </p:ext>
            </p:extLst>
          </p:nvPr>
        </p:nvGraphicFramePr>
        <p:xfrm>
          <a:off x="3122150" y="5464285"/>
          <a:ext cx="971963" cy="473304"/>
        </p:xfrm>
        <a:graphic>
          <a:graphicData uri="http://schemas.openxmlformats.org/presentationml/2006/ole">
            <mc:AlternateContent xmlns:mc="http://schemas.openxmlformats.org/markup-compatibility/2006">
              <mc:Choice xmlns:v="urn:schemas-microsoft-com:vml" Requires="v">
                <p:oleObj spid="_x0000_s7264" name="Equation" r:id="rId11" imgW="736280" imgH="355446" progId="Equation.DSMT4">
                  <p:embed/>
                </p:oleObj>
              </mc:Choice>
              <mc:Fallback>
                <p:oleObj name="Equation" r:id="rId11" imgW="736280" imgH="355446"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2150" y="5464285"/>
                        <a:ext cx="971963"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145709419"/>
              </p:ext>
            </p:extLst>
          </p:nvPr>
        </p:nvGraphicFramePr>
        <p:xfrm>
          <a:off x="3122150" y="6013086"/>
          <a:ext cx="1025525" cy="244475"/>
        </p:xfrm>
        <a:graphic>
          <a:graphicData uri="http://schemas.openxmlformats.org/presentationml/2006/ole">
            <mc:AlternateContent xmlns:mc="http://schemas.openxmlformats.org/markup-compatibility/2006">
              <mc:Choice xmlns:v="urn:schemas-microsoft-com:vml" Requires="v">
                <p:oleObj spid="_x0000_s7265" name="Equation" r:id="rId13" imgW="761760" imgH="203040" progId="Equation.DSMT4">
                  <p:embed/>
                </p:oleObj>
              </mc:Choice>
              <mc:Fallback>
                <p:oleObj name="Equation" r:id="rId13" imgW="761760" imgH="203040" progId="Equation.DSMT4">
                  <p:embed/>
                  <p:pic>
                    <p:nvPicPr>
                      <p:cNvPr id="0" name="Object 19"/>
                      <p:cNvPicPr>
                        <a:picLocks noChangeAspect="1" noChangeArrowheads="1"/>
                      </p:cNvPicPr>
                      <p:nvPr/>
                    </p:nvPicPr>
                    <p:blipFill>
                      <a:blip r:embed="rId14"/>
                      <a:srcRect/>
                      <a:stretch>
                        <a:fillRect/>
                      </a:stretch>
                    </p:blipFill>
                    <p:spPr bwMode="auto">
                      <a:xfrm>
                        <a:off x="3122150" y="6013086"/>
                        <a:ext cx="1025525" cy="244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 name="文本框 1"/>
          <p:cNvSpPr txBox="1">
            <a:spLocks noChangeArrowheads="1"/>
          </p:cNvSpPr>
          <p:nvPr/>
        </p:nvSpPr>
        <p:spPr bwMode="auto">
          <a:xfrm>
            <a:off x="798984" y="4669769"/>
            <a:ext cx="1969104" cy="373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矢量恒等式</a:t>
            </a:r>
          </a:p>
        </p:txBody>
      </p:sp>
      <p:sp>
        <p:nvSpPr>
          <p:cNvPr id="62" name="文本框 1"/>
          <p:cNvSpPr txBox="1">
            <a:spLocks noChangeArrowheads="1"/>
          </p:cNvSpPr>
          <p:nvPr/>
        </p:nvSpPr>
        <p:spPr bwMode="auto">
          <a:xfrm>
            <a:off x="784162" y="5044648"/>
            <a:ext cx="1969104" cy="373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电磁感应定律</a:t>
            </a:r>
          </a:p>
        </p:txBody>
      </p:sp>
      <p:sp>
        <p:nvSpPr>
          <p:cNvPr id="63" name="文本框 1"/>
          <p:cNvSpPr txBox="1">
            <a:spLocks noChangeArrowheads="1"/>
          </p:cNvSpPr>
          <p:nvPr/>
        </p:nvSpPr>
        <p:spPr bwMode="auto">
          <a:xfrm>
            <a:off x="773868" y="5437721"/>
            <a:ext cx="2225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交换时空求导次序</a:t>
            </a:r>
          </a:p>
        </p:txBody>
      </p:sp>
      <p:sp>
        <p:nvSpPr>
          <p:cNvPr id="64" name="文本框 1"/>
          <p:cNvSpPr txBox="1">
            <a:spLocks noChangeArrowheads="1"/>
          </p:cNvSpPr>
          <p:nvPr/>
        </p:nvSpPr>
        <p:spPr bwMode="auto">
          <a:xfrm>
            <a:off x="767408" y="5880731"/>
            <a:ext cx="23329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恒定“磁荷”不存在</a:t>
            </a:r>
          </a:p>
        </p:txBody>
      </p:sp>
      <p:graphicFrame>
        <p:nvGraphicFramePr>
          <p:cNvPr id="66" name="对象 65"/>
          <p:cNvGraphicFramePr>
            <a:graphicFrameLocks noChangeAspect="1"/>
          </p:cNvGraphicFramePr>
          <p:nvPr>
            <p:extLst>
              <p:ext uri="{D42A27DB-BD31-4B8C-83A1-F6EECF244321}">
                <p14:modId xmlns:p14="http://schemas.microsoft.com/office/powerpoint/2010/main" val="1327589"/>
              </p:ext>
            </p:extLst>
          </p:nvPr>
        </p:nvGraphicFramePr>
        <p:xfrm>
          <a:off x="8963216" y="4763770"/>
          <a:ext cx="1335392" cy="473304"/>
        </p:xfrm>
        <a:graphic>
          <a:graphicData uri="http://schemas.openxmlformats.org/presentationml/2006/ole">
            <mc:AlternateContent xmlns:mc="http://schemas.openxmlformats.org/markup-compatibility/2006">
              <mc:Choice xmlns:v="urn:schemas-microsoft-com:vml" Requires="v">
                <p:oleObj spid="_x0000_s7266" name="Equation" r:id="rId15" imgW="1015559" imgH="355446" progId="Equation.DSMT4">
                  <p:embed/>
                </p:oleObj>
              </mc:Choice>
              <mc:Fallback>
                <p:oleObj name="Equation" r:id="rId15" imgW="1015559" imgH="355446" progId="Equation.DSMT4">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963216" y="4763770"/>
                        <a:ext cx="1335392"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 name="对象 67"/>
          <p:cNvGraphicFramePr>
            <a:graphicFrameLocks noChangeAspect="1"/>
          </p:cNvGraphicFramePr>
          <p:nvPr>
            <p:extLst>
              <p:ext uri="{D42A27DB-BD31-4B8C-83A1-F6EECF244321}">
                <p14:modId xmlns:p14="http://schemas.microsoft.com/office/powerpoint/2010/main" val="1373149560"/>
              </p:ext>
            </p:extLst>
          </p:nvPr>
        </p:nvGraphicFramePr>
        <p:xfrm>
          <a:off x="6974909" y="4763770"/>
          <a:ext cx="1698822" cy="473304"/>
        </p:xfrm>
        <a:graphic>
          <a:graphicData uri="http://schemas.openxmlformats.org/presentationml/2006/ole">
            <mc:AlternateContent xmlns:mc="http://schemas.openxmlformats.org/markup-compatibility/2006">
              <mc:Choice xmlns:v="urn:schemas-microsoft-com:vml" Requires="v">
                <p:oleObj spid="_x0000_s7267" name="Equation" r:id="rId17" imgW="1294838" imgH="355446" progId="Equation.DSMT4">
                  <p:embed/>
                </p:oleObj>
              </mc:Choice>
              <mc:Fallback>
                <p:oleObj name="Equation" r:id="rId17" imgW="1294838" imgH="355446" progId="Equation.DSMT4">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74909" y="4763770"/>
                        <a:ext cx="1698822"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 name="对象 69"/>
          <p:cNvGraphicFramePr>
            <a:graphicFrameLocks noChangeAspect="1"/>
          </p:cNvGraphicFramePr>
          <p:nvPr>
            <p:extLst>
              <p:ext uri="{D42A27DB-BD31-4B8C-83A1-F6EECF244321}">
                <p14:modId xmlns:p14="http://schemas.microsoft.com/office/powerpoint/2010/main" val="4271310957"/>
              </p:ext>
            </p:extLst>
          </p:nvPr>
        </p:nvGraphicFramePr>
        <p:xfrm>
          <a:off x="6977927" y="5215539"/>
          <a:ext cx="971963" cy="473304"/>
        </p:xfrm>
        <a:graphic>
          <a:graphicData uri="http://schemas.openxmlformats.org/presentationml/2006/ole">
            <mc:AlternateContent xmlns:mc="http://schemas.openxmlformats.org/markup-compatibility/2006">
              <mc:Choice xmlns:v="urn:schemas-microsoft-com:vml" Requires="v">
                <p:oleObj spid="_x0000_s7268" name="Equation" r:id="rId19" imgW="672808" imgH="355446" progId="Equation.DSMT4">
                  <p:embed/>
                </p:oleObj>
              </mc:Choice>
              <mc:Fallback>
                <p:oleObj name="Equation" r:id="rId19" imgW="672808" imgH="355446" progId="Equation.DSMT4">
                  <p:embed/>
                  <p:pic>
                    <p:nvPicPr>
                      <p:cNvPr id="0" name="Object 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77927" y="5215539"/>
                        <a:ext cx="971963"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 name="对象 71"/>
          <p:cNvGraphicFramePr>
            <a:graphicFrameLocks noChangeAspect="1"/>
          </p:cNvGraphicFramePr>
          <p:nvPr>
            <p:extLst>
              <p:ext uri="{D42A27DB-BD31-4B8C-83A1-F6EECF244321}">
                <p14:modId xmlns:p14="http://schemas.microsoft.com/office/powerpoint/2010/main" val="696049781"/>
              </p:ext>
            </p:extLst>
          </p:nvPr>
        </p:nvGraphicFramePr>
        <p:xfrm>
          <a:off x="8963216" y="5216474"/>
          <a:ext cx="1462171" cy="473304"/>
        </p:xfrm>
        <a:graphic>
          <a:graphicData uri="http://schemas.openxmlformats.org/presentationml/2006/ole">
            <mc:AlternateContent xmlns:mc="http://schemas.openxmlformats.org/markup-compatibility/2006">
              <mc:Choice xmlns:v="urn:schemas-microsoft-com:vml" Requires="v">
                <p:oleObj spid="_x0000_s7269" name="Equation" r:id="rId21" imgW="1117115" imgH="355446" progId="Equation.DSMT4">
                  <p:embed/>
                </p:oleObj>
              </mc:Choice>
              <mc:Fallback>
                <p:oleObj name="Equation" r:id="rId21" imgW="1117115" imgH="355446" progId="Equation.DSMT4">
                  <p:embed/>
                  <p:pic>
                    <p:nvPicPr>
                      <p:cNvPr id="0" name="Object 3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963216" y="5216474"/>
                        <a:ext cx="1462171"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 name="对象 73"/>
          <p:cNvGraphicFramePr>
            <a:graphicFrameLocks noChangeAspect="1"/>
          </p:cNvGraphicFramePr>
          <p:nvPr>
            <p:extLst>
              <p:ext uri="{D42A27DB-BD31-4B8C-83A1-F6EECF244321}">
                <p14:modId xmlns:p14="http://schemas.microsoft.com/office/powerpoint/2010/main" val="3462973096"/>
              </p:ext>
            </p:extLst>
          </p:nvPr>
        </p:nvGraphicFramePr>
        <p:xfrm>
          <a:off x="6974909" y="5763515"/>
          <a:ext cx="1217066" cy="245104"/>
        </p:xfrm>
        <a:graphic>
          <a:graphicData uri="http://schemas.openxmlformats.org/presentationml/2006/ole">
            <mc:AlternateContent xmlns:mc="http://schemas.openxmlformats.org/markup-compatibility/2006">
              <mc:Choice xmlns:v="urn:schemas-microsoft-com:vml" Requires="v">
                <p:oleObj spid="_x0000_s7270" name="Equation" r:id="rId23" imgW="863225" imgH="203112" progId="Equation.DSMT4">
                  <p:embed/>
                </p:oleObj>
              </mc:Choice>
              <mc:Fallback>
                <p:oleObj name="Equation" r:id="rId23" imgW="863225" imgH="203112" progId="Equation.DSMT4">
                  <p:embed/>
                  <p:pic>
                    <p:nvPicPr>
                      <p:cNvPr id="0"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974909" y="5763515"/>
                        <a:ext cx="1217066" cy="245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 name="文本框 1"/>
          <p:cNvSpPr txBox="1">
            <a:spLocks noChangeArrowheads="1"/>
          </p:cNvSpPr>
          <p:nvPr/>
        </p:nvSpPr>
        <p:spPr bwMode="auto">
          <a:xfrm>
            <a:off x="6377728" y="6023096"/>
            <a:ext cx="51125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恒定电荷产生的静电场与其它场没有相互作用，物理可视为零场</a:t>
            </a:r>
          </a:p>
        </p:txBody>
      </p:sp>
      <mc:AlternateContent xmlns:mc="http://schemas.openxmlformats.org/markup-compatibility/2006" xmlns:a14="http://schemas.microsoft.com/office/drawing/2010/main">
        <mc:Choice Requires="a14">
          <p:sp>
            <p:nvSpPr>
              <p:cNvPr id="77" name="文本框 1"/>
              <p:cNvSpPr txBox="1">
                <a:spLocks noChangeArrowheads="1"/>
              </p:cNvSpPr>
              <p:nvPr/>
            </p:nvSpPr>
            <p:spPr bwMode="auto">
              <a:xfrm>
                <a:off x="9132143" y="5696065"/>
                <a:ext cx="1577917" cy="3929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14:m>
                  <m:oMath xmlns:m="http://schemas.openxmlformats.org/officeDocument/2006/math">
                    <m:sSub>
                      <m:sSubPr>
                        <m:ctrlPr>
                          <a:rPr lang="en-US" altLang="zh-CN" sz="2000" i="1" smtClean="0">
                            <a:latin typeface="Cambria Math" panose="02040503050406030204" pitchFamily="18" charset="0"/>
                            <a:ea typeface="黑体" panose="02010609060101010101" pitchFamily="49" charset="-122"/>
                          </a:rPr>
                        </m:ctrlPr>
                      </m:sSubPr>
                      <m:e>
                        <m:r>
                          <a:rPr lang="zh-CN" altLang="en-US" sz="2000" i="1">
                            <a:latin typeface="Cambria Math" panose="02040503050406030204" pitchFamily="18" charset="0"/>
                            <a:ea typeface="黑体" panose="02010609060101010101" pitchFamily="49" charset="-122"/>
                          </a:rPr>
                          <m:t>𝜌</m:t>
                        </m:r>
                      </m:e>
                      <m:sub>
                        <m:r>
                          <a:rPr lang="en-US" altLang="zh-CN" sz="2000" b="0" i="1" smtClean="0">
                            <a:latin typeface="Cambria Math" panose="02040503050406030204" pitchFamily="18" charset="0"/>
                            <a:ea typeface="黑体" panose="02010609060101010101" pitchFamily="49" charset="-122"/>
                          </a:rPr>
                          <m:t>0</m:t>
                        </m:r>
                      </m:sub>
                    </m:sSub>
                  </m:oMath>
                </a14:m>
                <a:r>
                  <a:rPr lang="zh-CN" altLang="en-US" sz="1800" dirty="0">
                    <a:latin typeface="黑体" panose="02010609060101010101" pitchFamily="49" charset="-122"/>
                    <a:ea typeface="黑体" panose="02010609060101010101" pitchFamily="49" charset="-122"/>
                  </a:rPr>
                  <a:t>恒定电荷</a:t>
                </a:r>
              </a:p>
            </p:txBody>
          </p:sp>
        </mc:Choice>
        <mc:Fallback xmlns="">
          <p:sp>
            <p:nvSpPr>
              <p:cNvPr id="77" name="文本框 1"/>
              <p:cNvSpPr txBox="1">
                <a:spLocks noRot="1" noChangeAspect="1" noMove="1" noResize="1" noEditPoints="1" noAdjustHandles="1" noChangeArrowheads="1" noChangeShapeType="1" noTextEdit="1"/>
              </p:cNvSpPr>
              <p:nvPr/>
            </p:nvSpPr>
            <p:spPr bwMode="auto">
              <a:xfrm>
                <a:off x="9132143" y="5696065"/>
                <a:ext cx="1577917" cy="392993"/>
              </a:xfrm>
              <a:prstGeom prst="rect">
                <a:avLst/>
              </a:prstGeom>
              <a:blipFill>
                <a:blip r:embed="rId25"/>
                <a:stretch>
                  <a:fillRect t="-6154" b="-184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79" name="对象 78"/>
          <p:cNvGraphicFramePr>
            <a:graphicFrameLocks noChangeAspect="1"/>
          </p:cNvGraphicFramePr>
          <p:nvPr>
            <p:extLst>
              <p:ext uri="{D42A27DB-BD31-4B8C-83A1-F6EECF244321}">
                <p14:modId xmlns:p14="http://schemas.microsoft.com/office/powerpoint/2010/main" val="717369732"/>
              </p:ext>
            </p:extLst>
          </p:nvPr>
        </p:nvGraphicFramePr>
        <p:xfrm>
          <a:off x="3993150" y="2118417"/>
          <a:ext cx="1698822" cy="473304"/>
        </p:xfrm>
        <a:graphic>
          <a:graphicData uri="http://schemas.openxmlformats.org/presentationml/2006/ole">
            <mc:AlternateContent xmlns:mc="http://schemas.openxmlformats.org/markup-compatibility/2006">
              <mc:Choice xmlns:v="urn:schemas-microsoft-com:vml" Requires="v">
                <p:oleObj spid="_x0000_s7271" name="Equation" r:id="rId26" imgW="1294838" imgH="355446" progId="Equation.DSMT4">
                  <p:embed/>
                </p:oleObj>
              </mc:Choice>
              <mc:Fallback>
                <p:oleObj name="Equation" r:id="rId26" imgW="1294838" imgH="355446" progId="Equation.DSMT4">
                  <p:embed/>
                  <p:pic>
                    <p:nvPicPr>
                      <p:cNvPr id="0" name="Object 8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93150" y="2118417"/>
                        <a:ext cx="1698822"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 name="对象 80"/>
          <p:cNvGraphicFramePr>
            <a:graphicFrameLocks noChangeAspect="1"/>
          </p:cNvGraphicFramePr>
          <p:nvPr>
            <p:extLst>
              <p:ext uri="{D42A27DB-BD31-4B8C-83A1-F6EECF244321}">
                <p14:modId xmlns:p14="http://schemas.microsoft.com/office/powerpoint/2010/main" val="2896295368"/>
              </p:ext>
            </p:extLst>
          </p:nvPr>
        </p:nvGraphicFramePr>
        <p:xfrm>
          <a:off x="4010298" y="2470341"/>
          <a:ext cx="971963" cy="473304"/>
        </p:xfrm>
        <a:graphic>
          <a:graphicData uri="http://schemas.openxmlformats.org/presentationml/2006/ole">
            <mc:AlternateContent xmlns:mc="http://schemas.openxmlformats.org/markup-compatibility/2006">
              <mc:Choice xmlns:v="urn:schemas-microsoft-com:vml" Requires="v">
                <p:oleObj spid="_x0000_s7272" name="Equation" r:id="rId27" imgW="761669" imgH="355446" progId="Equation.DSMT4">
                  <p:embed/>
                </p:oleObj>
              </mc:Choice>
              <mc:Fallback>
                <p:oleObj name="Equation" r:id="rId27" imgW="761669" imgH="355446" progId="Equation.DSMT4">
                  <p:embed/>
                  <p:pic>
                    <p:nvPicPr>
                      <p:cNvPr id="0" name="Object 10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10298" y="2470341"/>
                        <a:ext cx="971963"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 name="对象 82"/>
          <p:cNvGraphicFramePr>
            <a:graphicFrameLocks noChangeAspect="1"/>
          </p:cNvGraphicFramePr>
          <p:nvPr>
            <p:extLst>
              <p:ext uri="{D42A27DB-BD31-4B8C-83A1-F6EECF244321}">
                <p14:modId xmlns:p14="http://schemas.microsoft.com/office/powerpoint/2010/main" val="1385251659"/>
              </p:ext>
            </p:extLst>
          </p:nvPr>
        </p:nvGraphicFramePr>
        <p:xfrm>
          <a:off x="4017234" y="2979664"/>
          <a:ext cx="735312" cy="245104"/>
        </p:xfrm>
        <a:graphic>
          <a:graphicData uri="http://schemas.openxmlformats.org/presentationml/2006/ole">
            <mc:AlternateContent xmlns:mc="http://schemas.openxmlformats.org/markup-compatibility/2006">
              <mc:Choice xmlns:v="urn:schemas-microsoft-com:vml" Requires="v">
                <p:oleObj spid="_x0000_s7273" name="Equation" r:id="rId29" imgW="507780" imgH="165028" progId="Equation.DSMT4">
                  <p:embed/>
                </p:oleObj>
              </mc:Choice>
              <mc:Fallback>
                <p:oleObj name="Equation" r:id="rId29" imgW="507780" imgH="165028" progId="Equation.DSMT4">
                  <p:embed/>
                  <p:pic>
                    <p:nvPicPr>
                      <p:cNvPr id="0" name="Object 10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017234" y="2979664"/>
                        <a:ext cx="735312" cy="245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5" name="对象 84"/>
          <p:cNvGraphicFramePr>
            <a:graphicFrameLocks noChangeAspect="1"/>
          </p:cNvGraphicFramePr>
          <p:nvPr>
            <p:extLst>
              <p:ext uri="{D42A27DB-BD31-4B8C-83A1-F6EECF244321}">
                <p14:modId xmlns:p14="http://schemas.microsoft.com/office/powerpoint/2010/main" val="1818955775"/>
              </p:ext>
            </p:extLst>
          </p:nvPr>
        </p:nvGraphicFramePr>
        <p:xfrm>
          <a:off x="4031426" y="3272371"/>
          <a:ext cx="853637" cy="473304"/>
        </p:xfrm>
        <a:graphic>
          <a:graphicData uri="http://schemas.openxmlformats.org/presentationml/2006/ole">
            <mc:AlternateContent xmlns:mc="http://schemas.openxmlformats.org/markup-compatibility/2006">
              <mc:Choice xmlns:v="urn:schemas-microsoft-com:vml" Requires="v">
                <p:oleObj spid="_x0000_s7274" name="Equation" r:id="rId31" imgW="596641" imgH="393529" progId="Equation.DSMT4">
                  <p:embed/>
                </p:oleObj>
              </mc:Choice>
              <mc:Fallback>
                <p:oleObj name="Equation" r:id="rId31" imgW="596641" imgH="393529" progId="Equation.DSMT4">
                  <p:embed/>
                  <p:pic>
                    <p:nvPicPr>
                      <p:cNvPr id="0" name="Object 11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031426" y="3272371"/>
                        <a:ext cx="853637"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895374" y="2098948"/>
            <a:ext cx="9449097" cy="1649477"/>
          </a:xfrm>
          <a:prstGeom prst="rect">
            <a:avLst/>
          </a:prstGeom>
          <a:no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895375" y="3762216"/>
            <a:ext cx="9449096" cy="463299"/>
          </a:xfrm>
          <a:prstGeom prst="rect">
            <a:avLst/>
          </a:prstGeom>
          <a:no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897707" y="1628800"/>
            <a:ext cx="9446764" cy="463299"/>
          </a:xfrm>
          <a:prstGeom prst="rect">
            <a:avLst/>
          </a:prstGeom>
          <a:noFill/>
          <a:ln w="1905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659351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960" y="140381"/>
            <a:ext cx="10515600" cy="72007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真空形式麦克斯韦方程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积分方程组</a:t>
            </a:r>
            <a:endParaRPr lang="zh-CN" altLang="en-US" sz="2800" dirty="0"/>
          </a:p>
        </p:txBody>
      </p:sp>
      <p:graphicFrame>
        <p:nvGraphicFramePr>
          <p:cNvPr id="4" name="对象 3"/>
          <p:cNvGraphicFramePr>
            <a:graphicFrameLocks noChangeAspect="1"/>
          </p:cNvGraphicFramePr>
          <p:nvPr>
            <p:extLst>
              <p:ext uri="{D42A27DB-BD31-4B8C-83A1-F6EECF244321}">
                <p14:modId xmlns:p14="http://schemas.microsoft.com/office/powerpoint/2010/main" val="2300246861"/>
              </p:ext>
            </p:extLst>
          </p:nvPr>
        </p:nvGraphicFramePr>
        <p:xfrm>
          <a:off x="974622" y="1890532"/>
          <a:ext cx="2797175" cy="1852612"/>
        </p:xfrm>
        <a:graphic>
          <a:graphicData uri="http://schemas.openxmlformats.org/presentationml/2006/ole">
            <mc:AlternateContent xmlns:mc="http://schemas.openxmlformats.org/markup-compatibility/2006">
              <mc:Choice xmlns:v="urn:schemas-microsoft-com:vml" Requires="v">
                <p:oleObj spid="_x0000_s8248" name="Equation" r:id="rId3" imgW="2095200" imgH="1384200" progId="Equation.DSMT4">
                  <p:embed/>
                </p:oleObj>
              </mc:Choice>
              <mc:Fallback>
                <p:oleObj name="Equation" r:id="rId3" imgW="2095200" imgH="1384200" progId="Equation.DSMT4">
                  <p:embed/>
                  <p:pic>
                    <p:nvPicPr>
                      <p:cNvPr id="0" name="Object 1"/>
                      <p:cNvPicPr>
                        <a:picLocks noChangeAspect="1" noChangeArrowheads="1"/>
                      </p:cNvPicPr>
                      <p:nvPr/>
                    </p:nvPicPr>
                    <p:blipFill>
                      <a:blip r:embed="rId4"/>
                      <a:srcRect/>
                      <a:stretch>
                        <a:fillRect/>
                      </a:stretch>
                    </p:blipFill>
                    <p:spPr bwMode="auto">
                      <a:xfrm>
                        <a:off x="974622" y="1890532"/>
                        <a:ext cx="2797175" cy="185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1"/>
          <p:cNvSpPr>
            <a:spLocks noChangeArrowheads="1"/>
          </p:cNvSpPr>
          <p:nvPr/>
        </p:nvSpPr>
        <p:spPr bwMode="auto">
          <a:xfrm>
            <a:off x="924650" y="1499640"/>
            <a:ext cx="32403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麦克斯韦积分方程组</a:t>
            </a:r>
            <a:endParaRPr lang="en-US" altLang="zh-CN" sz="2000" dirty="0">
              <a:latin typeface="Arial" panose="020B0604020202020204" pitchFamily="34" charset="0"/>
              <a:ea typeface="宋体" panose="02010600030101010101" pitchFamily="2" charset="-122"/>
            </a:endParaRPr>
          </a:p>
        </p:txBody>
      </p:sp>
      <p:sp>
        <p:nvSpPr>
          <p:cNvPr id="11" name="矩形 1"/>
          <p:cNvSpPr>
            <a:spLocks noChangeArrowheads="1"/>
          </p:cNvSpPr>
          <p:nvPr/>
        </p:nvSpPr>
        <p:spPr bwMode="auto">
          <a:xfrm>
            <a:off x="1046287" y="886883"/>
            <a:ext cx="1008112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2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利用斯托克斯定理和高斯定理，麦克斯韦微分方程组与积分方程组可以相互转换</a:t>
            </a:r>
            <a:endParaRPr lang="en-US" altLang="zh-CN" sz="2200" dirty="0">
              <a:solidFill>
                <a:srgbClr val="FF0000"/>
              </a:solidFill>
              <a:latin typeface="Arial" panose="020B0604020202020204" pitchFamily="34" charset="0"/>
              <a:ea typeface="宋体" panose="02010600030101010101" pitchFamily="2" charset="-122"/>
            </a:endParaRPr>
          </a:p>
        </p:txBody>
      </p:sp>
      <p:grpSp>
        <p:nvGrpSpPr>
          <p:cNvPr id="7" name="组合 6"/>
          <p:cNvGrpSpPr/>
          <p:nvPr/>
        </p:nvGrpSpPr>
        <p:grpSpPr>
          <a:xfrm>
            <a:off x="6868760" y="1837661"/>
            <a:ext cx="4892759" cy="1792095"/>
            <a:chOff x="3848271" y="1888257"/>
            <a:chExt cx="4892759" cy="1792095"/>
          </a:xfrm>
        </p:grpSpPr>
        <p:graphicFrame>
          <p:nvGraphicFramePr>
            <p:cNvPr id="6" name="对象 5"/>
            <p:cNvGraphicFramePr>
              <a:graphicFrameLocks noChangeAspect="1"/>
            </p:cNvGraphicFramePr>
            <p:nvPr>
              <p:extLst>
                <p:ext uri="{D42A27DB-BD31-4B8C-83A1-F6EECF244321}">
                  <p14:modId xmlns:p14="http://schemas.microsoft.com/office/powerpoint/2010/main" val="3167747725"/>
                </p:ext>
              </p:extLst>
            </p:nvPr>
          </p:nvGraphicFramePr>
          <p:xfrm>
            <a:off x="5478616" y="2358405"/>
            <a:ext cx="3262414" cy="456400"/>
          </p:xfrm>
          <a:graphic>
            <a:graphicData uri="http://schemas.openxmlformats.org/presentationml/2006/ole">
              <mc:AlternateContent xmlns:mc="http://schemas.openxmlformats.org/markup-compatibility/2006">
                <mc:Choice xmlns:v="urn:schemas-microsoft-com:vml" Requires="v">
                  <p:oleObj spid="_x0000_s8249" name="Equation" r:id="rId5" imgW="2438400" imgH="355600" progId="Equation.DSMT4">
                    <p:embed/>
                  </p:oleObj>
                </mc:Choice>
                <mc:Fallback>
                  <p:oleObj name="Equation" r:id="rId5" imgW="2438400" imgH="355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8616" y="2358405"/>
                          <a:ext cx="3262414" cy="45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2866176"/>
                </p:ext>
              </p:extLst>
            </p:nvPr>
          </p:nvGraphicFramePr>
          <p:xfrm>
            <a:off x="5576115" y="1888257"/>
            <a:ext cx="1698822" cy="473304"/>
          </p:xfrm>
          <a:graphic>
            <a:graphicData uri="http://schemas.openxmlformats.org/presentationml/2006/ole">
              <mc:AlternateContent xmlns:mc="http://schemas.openxmlformats.org/markup-compatibility/2006">
                <mc:Choice xmlns:v="urn:schemas-microsoft-com:vml" Requires="v">
                  <p:oleObj spid="_x0000_s8250" name="Equation" r:id="rId7" imgW="1294838" imgH="355446" progId="Equation.DSMT4">
                    <p:embed/>
                  </p:oleObj>
                </mc:Choice>
                <mc:Fallback>
                  <p:oleObj name="Equation" r:id="rId7" imgW="1294838" imgH="355446" progId="Equation.DSMT4">
                    <p:embed/>
                    <p:pic>
                      <p:nvPicPr>
                        <p:cNvPr id="79" name="对象 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76115" y="1888257"/>
                          <a:ext cx="1698822"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文本框 1"/>
            <p:cNvSpPr txBox="1">
              <a:spLocks noChangeArrowheads="1"/>
            </p:cNvSpPr>
            <p:nvPr/>
          </p:nvSpPr>
          <p:spPr bwMode="auto">
            <a:xfrm>
              <a:off x="3863752" y="1900715"/>
              <a:ext cx="2210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微分方程</a:t>
              </a:r>
            </a:p>
          </p:txBody>
        </p:sp>
        <p:sp>
          <p:nvSpPr>
            <p:cNvPr id="14" name="文本框 1"/>
            <p:cNvSpPr txBox="1">
              <a:spLocks noChangeArrowheads="1"/>
            </p:cNvSpPr>
            <p:nvPr/>
          </p:nvSpPr>
          <p:spPr bwMode="auto">
            <a:xfrm>
              <a:off x="3849221" y="2363441"/>
              <a:ext cx="16239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两边面积分</a:t>
              </a:r>
            </a:p>
          </p:txBody>
        </p:sp>
        <p:sp>
          <p:nvSpPr>
            <p:cNvPr id="15" name="文本框 1"/>
            <p:cNvSpPr txBox="1">
              <a:spLocks noChangeArrowheads="1"/>
            </p:cNvSpPr>
            <p:nvPr/>
          </p:nvSpPr>
          <p:spPr bwMode="auto">
            <a:xfrm>
              <a:off x="3848271" y="2828019"/>
              <a:ext cx="20841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斯托克斯定理</a:t>
              </a:r>
            </a:p>
          </p:txBody>
        </p:sp>
        <p:graphicFrame>
          <p:nvGraphicFramePr>
            <p:cNvPr id="9" name="对象 8"/>
            <p:cNvGraphicFramePr>
              <a:graphicFrameLocks noChangeAspect="1"/>
            </p:cNvGraphicFramePr>
            <p:nvPr>
              <p:extLst>
                <p:ext uri="{D42A27DB-BD31-4B8C-83A1-F6EECF244321}">
                  <p14:modId xmlns:p14="http://schemas.microsoft.com/office/powerpoint/2010/main" val="3418043121"/>
                </p:ext>
              </p:extLst>
            </p:nvPr>
          </p:nvGraphicFramePr>
          <p:xfrm>
            <a:off x="5478616" y="2852936"/>
            <a:ext cx="1783341" cy="371881"/>
          </p:xfrm>
          <a:graphic>
            <a:graphicData uri="http://schemas.openxmlformats.org/presentationml/2006/ole">
              <mc:AlternateContent xmlns:mc="http://schemas.openxmlformats.org/markup-compatibility/2006">
                <mc:Choice xmlns:v="urn:schemas-microsoft-com:vml" Requires="v">
                  <p:oleObj spid="_x0000_s8251" name="Equation" r:id="rId9" imgW="1333500" imgH="279400" progId="Equation.DSMT4">
                    <p:embed/>
                  </p:oleObj>
                </mc:Choice>
                <mc:Fallback>
                  <p:oleObj name="Equation" r:id="rId9" imgW="1333500" imgH="2794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78616" y="2852936"/>
                          <a:ext cx="1783341" cy="3718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439450515"/>
                </p:ext>
              </p:extLst>
            </p:nvPr>
          </p:nvGraphicFramePr>
          <p:xfrm>
            <a:off x="5447928" y="3222501"/>
            <a:ext cx="2780659" cy="457851"/>
          </p:xfrm>
          <a:graphic>
            <a:graphicData uri="http://schemas.openxmlformats.org/presentationml/2006/ole">
              <mc:AlternateContent xmlns:mc="http://schemas.openxmlformats.org/markup-compatibility/2006">
                <mc:Choice xmlns:v="urn:schemas-microsoft-com:vml" Requires="v">
                  <p:oleObj spid="_x0000_s8252" name="Equation" r:id="rId11" imgW="2094591" imgH="355446" progId="Equation.DSMT4">
                    <p:embed/>
                  </p:oleObj>
                </mc:Choice>
                <mc:Fallback>
                  <p:oleObj name="Equation" r:id="rId11" imgW="2094591" imgH="355446"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47928" y="3222501"/>
                          <a:ext cx="2780659" cy="457851"/>
                        </a:xfrm>
                        <a:prstGeom prst="rect">
                          <a:avLst/>
                        </a:prstGeom>
                        <a:noFill/>
                      </p:spPr>
                    </p:pic>
                  </p:oleObj>
                </mc:Fallback>
              </mc:AlternateContent>
            </a:graphicData>
          </a:graphic>
        </p:graphicFrame>
        <p:sp>
          <p:nvSpPr>
            <p:cNvPr id="21" name="文本框 1"/>
            <p:cNvSpPr txBox="1">
              <a:spLocks noChangeArrowheads="1"/>
            </p:cNvSpPr>
            <p:nvPr/>
          </p:nvSpPr>
          <p:spPr bwMode="auto">
            <a:xfrm>
              <a:off x="3863752" y="3273238"/>
              <a:ext cx="2210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积分方程</a:t>
              </a:r>
            </a:p>
          </p:txBody>
        </p:sp>
      </p:grpSp>
      <p:sp>
        <p:nvSpPr>
          <p:cNvPr id="23" name="矩形 1"/>
          <p:cNvSpPr>
            <a:spLocks noChangeArrowheads="1"/>
          </p:cNvSpPr>
          <p:nvPr/>
        </p:nvSpPr>
        <p:spPr bwMode="auto">
          <a:xfrm>
            <a:off x="878575" y="4221088"/>
            <a:ext cx="9073008" cy="163121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cs typeface="Times New Roman" panose="02020603050405020304" pitchFamily="18" charset="0"/>
              </a:rPr>
              <a:t>麦克斯韦微分方程组与积分方程组同样</a:t>
            </a:r>
            <a:r>
              <a:rPr lang="zh-CN" altLang="zh-CN" sz="2000" dirty="0">
                <a:latin typeface="黑体" panose="02010609060101010101" pitchFamily="49" charset="-122"/>
                <a:ea typeface="黑体" panose="02010609060101010101" pitchFamily="49" charset="-122"/>
                <a:cs typeface="Times New Roman" panose="02020603050405020304" pitchFamily="18" charset="0"/>
              </a:rPr>
              <a:t>表征了电磁场的基本规律</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eaLnBrk="1" hangingPunct="1">
              <a:lnSpc>
                <a:spcPct val="100000"/>
              </a:lnSpc>
              <a:spcBef>
                <a:spcPct val="0"/>
              </a:spcBef>
              <a:buFont typeface="Wingdings" panose="05000000000000000000" pitchFamily="2" charset="2"/>
              <a:buChar char="n"/>
            </a:pPr>
            <a:r>
              <a:rPr lang="zh-CN" altLang="zh-CN" sz="2000" dirty="0">
                <a:latin typeface="黑体" panose="02010609060101010101" pitchFamily="49" charset="-122"/>
                <a:ea typeface="黑体" panose="02010609060101010101" pitchFamily="49" charset="-122"/>
                <a:cs typeface="Times New Roman" panose="02020603050405020304" pitchFamily="18" charset="0"/>
              </a:rPr>
              <a:t>微分方程组表征电磁场在空间一个点</a:t>
            </a:r>
            <a:r>
              <a:rPr lang="zh-CN" altLang="en-US" sz="2000" dirty="0">
                <a:latin typeface="黑体" panose="02010609060101010101" pitchFamily="49" charset="-122"/>
                <a:ea typeface="黑体" panose="02010609060101010101" pitchFamily="49" charset="-122"/>
                <a:cs typeface="Times New Roman" panose="02020603050405020304" pitchFamily="18" charset="0"/>
              </a:rPr>
              <a:t>的</a:t>
            </a:r>
            <a:r>
              <a:rPr lang="zh-CN" altLang="en-US"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局域</a:t>
            </a:r>
            <a:r>
              <a:rPr lang="zh-CN" altLang="zh-CN"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特性</a:t>
            </a:r>
            <a:r>
              <a:rPr lang="zh-CN" altLang="zh-CN" sz="2000" dirty="0">
                <a:latin typeface="黑体" panose="02010609060101010101" pitchFamily="49" charset="-122"/>
                <a:ea typeface="黑体" panose="02010609060101010101" pitchFamily="49" charset="-122"/>
                <a:cs typeface="Times New Roman" panose="02020603050405020304" pitchFamily="18" charset="0"/>
              </a:rPr>
              <a:t>，积分方程组表征了电磁场在一个</a:t>
            </a:r>
            <a:r>
              <a:rPr lang="zh-CN" altLang="en-US" sz="2000" dirty="0">
                <a:latin typeface="黑体" panose="02010609060101010101" pitchFamily="49" charset="-122"/>
                <a:ea typeface="黑体" panose="02010609060101010101" pitchFamily="49" charset="-122"/>
                <a:cs typeface="Times New Roman" panose="02020603050405020304" pitchFamily="18" charset="0"/>
              </a:rPr>
              <a:t>空间</a:t>
            </a:r>
            <a:r>
              <a:rPr lang="zh-CN" altLang="zh-CN" sz="2000" dirty="0">
                <a:latin typeface="黑体" panose="02010609060101010101" pitchFamily="49" charset="-122"/>
                <a:ea typeface="黑体" panose="02010609060101010101" pitchFamily="49" charset="-122"/>
                <a:cs typeface="Times New Roman" panose="02020603050405020304" pitchFamily="18" charset="0"/>
              </a:rPr>
              <a:t>区域的</a:t>
            </a:r>
            <a:r>
              <a:rPr lang="zh-CN" altLang="zh-CN"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累积特性</a:t>
            </a:r>
            <a:r>
              <a:rPr lang="zh-CN" altLang="en-US" sz="2000" dirty="0">
                <a:latin typeface="黑体" panose="02010609060101010101" pitchFamily="49" charset="-122"/>
                <a:ea typeface="黑体" panose="02010609060101010101" pitchFamily="49" charset="-122"/>
                <a:cs typeface="Times New Roman" panose="02020603050405020304" pitchFamily="18" charset="0"/>
              </a:rPr>
              <a:t>；工程中能够测量的物理量常常表征空间区域的累积特性。</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cs typeface="Times New Roman" panose="02020603050405020304" pitchFamily="18" charset="0"/>
              </a:rPr>
              <a:t>对场微分（旋度、散度）可以确定场源。</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24" name="矩形 1"/>
          <p:cNvSpPr>
            <a:spLocks noChangeArrowheads="1"/>
          </p:cNvSpPr>
          <p:nvPr/>
        </p:nvSpPr>
        <p:spPr bwMode="auto">
          <a:xfrm>
            <a:off x="4007768" y="1502004"/>
            <a:ext cx="2592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麦克斯韦微分方程组</a:t>
            </a:r>
            <a:endParaRPr lang="en-US" altLang="zh-CN" sz="2000" dirty="0">
              <a:latin typeface="Arial" panose="020B0604020202020204" pitchFamily="34" charset="0"/>
              <a:ea typeface="宋体" panose="02010600030101010101" pitchFamily="2" charset="-122"/>
            </a:endParaRPr>
          </a:p>
        </p:txBody>
      </p:sp>
      <p:sp>
        <p:nvSpPr>
          <p:cNvPr id="25" name="Rectangle 6"/>
          <p:cNvSpPr>
            <a:spLocks noChangeArrowheads="1"/>
          </p:cNvSpPr>
          <p:nvPr/>
        </p:nvSpPr>
        <p:spPr bwMode="auto">
          <a:xfrm>
            <a:off x="4270926" y="2808518"/>
            <a:ext cx="312906" cy="77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000">
                <a:latin typeface="黑体" panose="02010609060101010101" pitchFamily="49" charset="-122"/>
                <a:ea typeface="黑体" panose="02010609060101010101" pitchFamily="49" charset="-122"/>
                <a:cs typeface="Times New Roman" panose="02020603050405020304" pitchFamily="18" charset="0"/>
              </a:rPr>
              <a:t> </a:t>
            </a:r>
          </a:p>
          <a:p>
            <a:pPr eaLnBrk="1" hangingPunct="1">
              <a:lnSpc>
                <a:spcPct val="100000"/>
              </a:lnSpc>
              <a:spcBef>
                <a:spcPct val="0"/>
              </a:spcBef>
              <a:buFontTx/>
              <a:buNone/>
            </a:pPr>
            <a:endParaRPr lang="en-US" altLang="zh-CN" sz="2000">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3893427596"/>
              </p:ext>
            </p:extLst>
          </p:nvPr>
        </p:nvGraphicFramePr>
        <p:xfrm>
          <a:off x="4038574" y="1837661"/>
          <a:ext cx="1868704" cy="520634"/>
        </p:xfrm>
        <a:graphic>
          <a:graphicData uri="http://schemas.openxmlformats.org/presentationml/2006/ole">
            <mc:AlternateContent xmlns:mc="http://schemas.openxmlformats.org/markup-compatibility/2006">
              <mc:Choice xmlns:v="urn:schemas-microsoft-com:vml" Requires="v">
                <p:oleObj spid="_x0000_s8253" name="Equation" r:id="rId7" imgW="1294838" imgH="355446" progId="Equation.DSMT4">
                  <p:embed/>
                </p:oleObj>
              </mc:Choice>
              <mc:Fallback>
                <p:oleObj name="Equation" r:id="rId7" imgW="1294838" imgH="355446" progId="Equation.DSMT4">
                  <p:embed/>
                  <p:pic>
                    <p:nvPicPr>
                      <p:cNvPr id="79" name="对象 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574" y="1837661"/>
                        <a:ext cx="1868704"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2807746231"/>
              </p:ext>
            </p:extLst>
          </p:nvPr>
        </p:nvGraphicFramePr>
        <p:xfrm>
          <a:off x="4033098" y="2315605"/>
          <a:ext cx="1069159" cy="520634"/>
        </p:xfrm>
        <a:graphic>
          <a:graphicData uri="http://schemas.openxmlformats.org/presentationml/2006/ole">
            <mc:AlternateContent xmlns:mc="http://schemas.openxmlformats.org/markup-compatibility/2006">
              <mc:Choice xmlns:v="urn:schemas-microsoft-com:vml" Requires="v">
                <p:oleObj spid="_x0000_s8254" name="Equation" r:id="rId13" imgW="761669" imgH="355446" progId="Equation.DSMT4">
                  <p:embed/>
                </p:oleObj>
              </mc:Choice>
              <mc:Fallback>
                <p:oleObj name="Equation" r:id="rId13" imgW="761669" imgH="355446" progId="Equation.DSMT4">
                  <p:embed/>
                  <p:pic>
                    <p:nvPicPr>
                      <p:cNvPr id="81" name="对象 8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3098" y="2315605"/>
                        <a:ext cx="1069159"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433726125"/>
              </p:ext>
            </p:extLst>
          </p:nvPr>
        </p:nvGraphicFramePr>
        <p:xfrm>
          <a:off x="4031662" y="2870156"/>
          <a:ext cx="808843" cy="269614"/>
        </p:xfrm>
        <a:graphic>
          <a:graphicData uri="http://schemas.openxmlformats.org/presentationml/2006/ole">
            <mc:AlternateContent xmlns:mc="http://schemas.openxmlformats.org/markup-compatibility/2006">
              <mc:Choice xmlns:v="urn:schemas-microsoft-com:vml" Requires="v">
                <p:oleObj spid="_x0000_s8255" name="Equation" r:id="rId15" imgW="507780" imgH="165028" progId="Equation.DSMT4">
                  <p:embed/>
                </p:oleObj>
              </mc:Choice>
              <mc:Fallback>
                <p:oleObj name="Equation" r:id="rId15" imgW="507780" imgH="165028" progId="Equation.DSMT4">
                  <p:embed/>
                  <p:pic>
                    <p:nvPicPr>
                      <p:cNvPr id="83" name="对象 8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31662" y="2870156"/>
                        <a:ext cx="808843"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777864020"/>
              </p:ext>
            </p:extLst>
          </p:nvPr>
        </p:nvGraphicFramePr>
        <p:xfrm>
          <a:off x="4061959" y="3196288"/>
          <a:ext cx="939001" cy="520634"/>
        </p:xfrm>
        <a:graphic>
          <a:graphicData uri="http://schemas.openxmlformats.org/presentationml/2006/ole">
            <mc:AlternateContent xmlns:mc="http://schemas.openxmlformats.org/markup-compatibility/2006">
              <mc:Choice xmlns:v="urn:schemas-microsoft-com:vml" Requires="v">
                <p:oleObj spid="_x0000_s8256" name="Equation" r:id="rId17" imgW="596641" imgH="393529" progId="Equation.DSMT4">
                  <p:embed/>
                </p:oleObj>
              </mc:Choice>
              <mc:Fallback>
                <p:oleObj name="Equation" r:id="rId17" imgW="596641" imgH="393529" progId="Equation.DSMT4">
                  <p:embed/>
                  <p:pic>
                    <p:nvPicPr>
                      <p:cNvPr id="85" name="对象 8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1959" y="3196288"/>
                        <a:ext cx="939001"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8398866" y="1512404"/>
            <a:ext cx="1210588"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推导过程</a:t>
            </a:r>
            <a:endParaRPr lang="zh-CN" altLang="en-US" sz="2000" dirty="0">
              <a:solidFill>
                <a:srgbClr val="FF0000"/>
              </a:solidFill>
            </a:endParaRPr>
          </a:p>
        </p:txBody>
      </p:sp>
    </p:spTree>
    <p:extLst>
      <p:ext uri="{BB962C8B-B14F-4D97-AF65-F5344CB8AC3E}">
        <p14:creationId xmlns:p14="http://schemas.microsoft.com/office/powerpoint/2010/main" val="35962901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4787275" y="1086691"/>
            <a:ext cx="6890205" cy="3173940"/>
          </a:xfrm>
          <a:prstGeom prst="rect">
            <a:avLst/>
          </a:prstGeom>
        </p:spPr>
      </p:pic>
      <p:sp>
        <p:nvSpPr>
          <p:cNvPr id="2" name="标题 1"/>
          <p:cNvSpPr>
            <a:spLocks noGrp="1"/>
          </p:cNvSpPr>
          <p:nvPr>
            <p:ph type="title"/>
          </p:nvPr>
        </p:nvSpPr>
        <p:spPr>
          <a:xfrm>
            <a:off x="623392" y="131919"/>
            <a:ext cx="10515600" cy="72007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真空形式麦克斯韦方程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面电流的磁场</a:t>
            </a:r>
            <a:endParaRPr lang="zh-CN" altLang="en-US" sz="2800" dirty="0"/>
          </a:p>
        </p:txBody>
      </p:sp>
      <p:sp>
        <p:nvSpPr>
          <p:cNvPr id="11" name="矩形 1"/>
          <p:cNvSpPr>
            <a:spLocks noChangeArrowheads="1"/>
          </p:cNvSpPr>
          <p:nvPr/>
        </p:nvSpPr>
        <p:spPr bwMode="auto">
          <a:xfrm>
            <a:off x="425256" y="1086691"/>
            <a:ext cx="54547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1.3.1】</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计算真空中</a:t>
            </a:r>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GB"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）面电荷</a:t>
            </a:r>
            <a:r>
              <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附近</a:t>
            </a:r>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的电场</a:t>
            </a:r>
            <a:r>
              <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（解答参考教材）</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和（</a:t>
            </a:r>
            <a:r>
              <a:rPr lang="en-GB" altLang="zh-CN" sz="1800"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）面电流</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附近</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的磁感应强度。</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文本框 1"/>
          <p:cNvSpPr txBox="1">
            <a:spLocks noChangeArrowheads="1"/>
          </p:cNvSpPr>
          <p:nvPr/>
        </p:nvSpPr>
        <p:spPr bwMode="auto">
          <a:xfrm>
            <a:off x="440271" y="1788385"/>
            <a:ext cx="19113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扩展的安培定律</a:t>
            </a:r>
          </a:p>
        </p:txBody>
      </p:sp>
      <p:sp>
        <p:nvSpPr>
          <p:cNvPr id="14" name="文本框 1"/>
          <p:cNvSpPr txBox="1">
            <a:spLocks noChangeArrowheads="1"/>
          </p:cNvSpPr>
          <p:nvPr/>
        </p:nvSpPr>
        <p:spPr bwMode="auto">
          <a:xfrm>
            <a:off x="425257" y="2229538"/>
            <a:ext cx="16239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b="1" i="1"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1800" dirty="0">
                <a:latin typeface="黑体" panose="02010609060101010101" pitchFamily="49" charset="-122"/>
                <a:ea typeface="黑体" panose="02010609060101010101" pitchFamily="49" charset="-122"/>
              </a:rPr>
              <a:t>平行长边</a:t>
            </a:r>
          </a:p>
        </p:txBody>
      </p:sp>
      <p:sp>
        <p:nvSpPr>
          <p:cNvPr id="15" name="文本框 1"/>
          <p:cNvSpPr txBox="1">
            <a:spLocks noChangeArrowheads="1"/>
          </p:cNvSpPr>
          <p:nvPr/>
        </p:nvSpPr>
        <p:spPr bwMode="auto">
          <a:xfrm>
            <a:off x="411071" y="2659301"/>
            <a:ext cx="2084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右边第一项积分</a:t>
            </a:r>
          </a:p>
        </p:txBody>
      </p:sp>
      <p:sp>
        <p:nvSpPr>
          <p:cNvPr id="21" name="文本框 1"/>
          <p:cNvSpPr txBox="1">
            <a:spLocks noChangeArrowheads="1"/>
          </p:cNvSpPr>
          <p:nvPr/>
        </p:nvSpPr>
        <p:spPr bwMode="auto">
          <a:xfrm>
            <a:off x="383663" y="3658803"/>
            <a:ext cx="16235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因为   有限</a:t>
            </a:r>
          </a:p>
        </p:txBody>
      </p:sp>
      <p:sp>
        <p:nvSpPr>
          <p:cNvPr id="23" name="矩形 1"/>
          <p:cNvSpPr>
            <a:spLocks noChangeArrowheads="1"/>
          </p:cNvSpPr>
          <p:nvPr/>
        </p:nvSpPr>
        <p:spPr bwMode="auto">
          <a:xfrm>
            <a:off x="4387378" y="4482496"/>
            <a:ext cx="725323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非恒定磁场情况。式</a:t>
            </a:r>
            <a:r>
              <a:rPr lang="en-US" altLang="zh-CN" sz="2000" dirty="0">
                <a:latin typeface="黑体" panose="02010609060101010101" pitchFamily="49" charset="-122"/>
                <a:ea typeface="黑体" panose="02010609060101010101" pitchFamily="49" charset="-122"/>
              </a:rPr>
              <a:t>(A1)</a:t>
            </a:r>
            <a:r>
              <a:rPr lang="zh-CN" altLang="en-US" sz="2000" dirty="0">
                <a:latin typeface="黑体" panose="02010609060101010101" pitchFamily="49" charset="-122"/>
                <a:ea typeface="黑体" panose="02010609060101010101" pitchFamily="49" charset="-122"/>
              </a:rPr>
              <a:t>右端有两项积分，恒定磁场只有一项电流积分。</a:t>
            </a:r>
            <a:endParaRPr lang="en-US" altLang="zh-CN" sz="2000" dirty="0">
              <a:latin typeface="黑体" panose="02010609060101010101" pitchFamily="49" charset="-122"/>
              <a:ea typeface="黑体" panose="02010609060101010101" pitchFamily="49" charset="-122"/>
            </a:endParaRPr>
          </a:p>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因为假设在面电流附近，不需要</a:t>
            </a:r>
            <a:r>
              <a:rPr lang="zh-CN" altLang="zh-CN" sz="2000" dirty="0">
                <a:latin typeface="黑体" panose="02010609060101010101" pitchFamily="49" charset="-122"/>
                <a:ea typeface="黑体" panose="02010609060101010101" pitchFamily="49" charset="-122"/>
              </a:rPr>
              <a:t>假定面电流是均匀的，</a:t>
            </a:r>
            <a:r>
              <a:rPr lang="zh-CN" altLang="en-US" sz="2000" dirty="0">
                <a:latin typeface="黑体" panose="02010609060101010101" pitchFamily="49" charset="-122"/>
                <a:ea typeface="黑体" panose="02010609060101010101" pitchFamily="49" charset="-122"/>
              </a:rPr>
              <a:t>不需要</a:t>
            </a:r>
            <a:r>
              <a:rPr lang="zh-CN" altLang="zh-CN" sz="2000" dirty="0">
                <a:latin typeface="黑体" panose="02010609060101010101" pitchFamily="49" charset="-122"/>
                <a:ea typeface="黑体" panose="02010609060101010101" pitchFamily="49" charset="-122"/>
              </a:rPr>
              <a:t>假定面电流所在的面是平面，</a:t>
            </a:r>
            <a:r>
              <a:rPr lang="zh-CN" altLang="en-US" sz="2000" dirty="0">
                <a:latin typeface="黑体" panose="02010609060101010101" pitchFamily="49" charset="-122"/>
                <a:ea typeface="黑体" panose="02010609060101010101" pitchFamily="49" charset="-122"/>
              </a:rPr>
              <a:t>不需要</a:t>
            </a:r>
            <a:r>
              <a:rPr lang="zh-CN" altLang="zh-CN" sz="2000" dirty="0">
                <a:latin typeface="黑体" panose="02010609060101010101" pitchFamily="49" charset="-122"/>
                <a:ea typeface="黑体" panose="02010609060101010101" pitchFamily="49" charset="-122"/>
              </a:rPr>
              <a:t>假定面电流所在的面是无穷大的平面。因此这个磁感应强度表示式的应用范围广</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285750" indent="-285750" eaLnBrk="1" hangingPunct="1">
              <a:lnSpc>
                <a:spcPct val="100000"/>
              </a:lnSpc>
              <a:spcBef>
                <a:spcPct val="0"/>
              </a:spcBef>
              <a:buFont typeface="Wingdings" panose="05000000000000000000" pitchFamily="2" charset="2"/>
              <a:buChar char="n"/>
            </a:pPr>
            <a:r>
              <a:rPr lang="zh-CN" altLang="zh-CN" sz="2000" dirty="0">
                <a:latin typeface="黑体" panose="02010609060101010101" pitchFamily="49" charset="-122"/>
                <a:ea typeface="黑体" panose="02010609060101010101" pitchFamily="49" charset="-122"/>
              </a:rPr>
              <a:t>后面推导磁场边界条件时也将用到这个表示式。</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4262610644"/>
              </p:ext>
            </p:extLst>
          </p:nvPr>
        </p:nvGraphicFramePr>
        <p:xfrm>
          <a:off x="2191658" y="1800096"/>
          <a:ext cx="3322637" cy="457200"/>
        </p:xfrm>
        <a:graphic>
          <a:graphicData uri="http://schemas.openxmlformats.org/presentationml/2006/ole">
            <mc:AlternateContent xmlns:mc="http://schemas.openxmlformats.org/markup-compatibility/2006">
              <mc:Choice xmlns:v="urn:schemas-microsoft-com:vml" Requires="v">
                <p:oleObj spid="_x0000_s9260" name="Equation" r:id="rId4" imgW="2501640" imgH="355320" progId="Equation.DSMT4">
                  <p:embed/>
                </p:oleObj>
              </mc:Choice>
              <mc:Fallback>
                <p:oleObj name="Equation" r:id="rId4" imgW="2501640" imgH="355320" progId="Equation.DSMT4">
                  <p:embed/>
                  <p:pic>
                    <p:nvPicPr>
                      <p:cNvPr id="17" name="对象 16"/>
                      <p:cNvPicPr>
                        <a:picLocks noChangeAspect="1" noChangeArrowheads="1"/>
                      </p:cNvPicPr>
                      <p:nvPr/>
                    </p:nvPicPr>
                    <p:blipFill>
                      <a:blip r:embed="rId5"/>
                      <a:srcRect/>
                      <a:stretch>
                        <a:fillRect/>
                      </a:stretch>
                    </p:blipFill>
                    <p:spPr bwMode="auto">
                      <a:xfrm>
                        <a:off x="2191658" y="1800096"/>
                        <a:ext cx="3322637" cy="45720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543850648"/>
              </p:ext>
            </p:extLst>
          </p:nvPr>
        </p:nvGraphicFramePr>
        <p:xfrm>
          <a:off x="2219784" y="2271144"/>
          <a:ext cx="1081837" cy="371881"/>
        </p:xfrm>
        <a:graphic>
          <a:graphicData uri="http://schemas.openxmlformats.org/presentationml/2006/ole">
            <mc:AlternateContent xmlns:mc="http://schemas.openxmlformats.org/markup-compatibility/2006">
              <mc:Choice xmlns:v="urn:schemas-microsoft-com:vml" Requires="v">
                <p:oleObj spid="_x0000_s9261" name="Equation" r:id="rId6" imgW="825500" imgH="279400" progId="Equation.DSMT4">
                  <p:embed/>
                </p:oleObj>
              </mc:Choice>
              <mc:Fallback>
                <p:oleObj name="Equation" r:id="rId6" imgW="825500" imgH="279400"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9784" y="2271144"/>
                        <a:ext cx="1081837" cy="3718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14935222"/>
              </p:ext>
            </p:extLst>
          </p:nvPr>
        </p:nvGraphicFramePr>
        <p:xfrm>
          <a:off x="2174379" y="2653327"/>
          <a:ext cx="3057525" cy="381000"/>
        </p:xfrm>
        <a:graphic>
          <a:graphicData uri="http://schemas.openxmlformats.org/presentationml/2006/ole">
            <mc:AlternateContent xmlns:mc="http://schemas.openxmlformats.org/markup-compatibility/2006">
              <mc:Choice xmlns:v="urn:schemas-microsoft-com:vml" Requires="v">
                <p:oleObj spid="_x0000_s9262" name="Equation" r:id="rId8" imgW="2311200" imgH="279360" progId="Equation.DSMT4">
                  <p:embed/>
                </p:oleObj>
              </mc:Choice>
              <mc:Fallback>
                <p:oleObj name="Equation" r:id="rId8" imgW="2311200" imgH="279360" progId="Equation.DSMT4">
                  <p:embed/>
                  <p:pic>
                    <p:nvPicPr>
                      <p:cNvPr id="0" name="Object 3"/>
                      <p:cNvPicPr>
                        <a:picLocks noChangeAspect="1" noChangeArrowheads="1"/>
                      </p:cNvPicPr>
                      <p:nvPr/>
                    </p:nvPicPr>
                    <p:blipFill>
                      <a:blip r:embed="rId9"/>
                      <a:srcRect/>
                      <a:stretch>
                        <a:fillRect/>
                      </a:stretch>
                    </p:blipFill>
                    <p:spPr bwMode="auto">
                      <a:xfrm>
                        <a:off x="2174379" y="2653327"/>
                        <a:ext cx="30575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文本框 1"/>
          <p:cNvSpPr txBox="1">
            <a:spLocks noChangeArrowheads="1"/>
          </p:cNvSpPr>
          <p:nvPr/>
        </p:nvSpPr>
        <p:spPr bwMode="auto">
          <a:xfrm>
            <a:off x="383663" y="3144576"/>
            <a:ext cx="18151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右边第二项积分</a:t>
            </a:r>
          </a:p>
        </p:txBody>
      </p:sp>
      <p:graphicFrame>
        <p:nvGraphicFramePr>
          <p:cNvPr id="19" name="对象 18"/>
          <p:cNvGraphicFramePr>
            <a:graphicFrameLocks noChangeAspect="1"/>
          </p:cNvGraphicFramePr>
          <p:nvPr>
            <p:extLst>
              <p:ext uri="{D42A27DB-BD31-4B8C-83A1-F6EECF244321}">
                <p14:modId xmlns:p14="http://schemas.microsoft.com/office/powerpoint/2010/main" val="1437181411"/>
              </p:ext>
            </p:extLst>
          </p:nvPr>
        </p:nvGraphicFramePr>
        <p:xfrm>
          <a:off x="2174379" y="3042481"/>
          <a:ext cx="1834052" cy="616986"/>
        </p:xfrm>
        <a:graphic>
          <a:graphicData uri="http://schemas.openxmlformats.org/presentationml/2006/ole">
            <mc:AlternateContent xmlns:mc="http://schemas.openxmlformats.org/markup-compatibility/2006">
              <mc:Choice xmlns:v="urn:schemas-microsoft-com:vml" Requires="v">
                <p:oleObj spid="_x0000_s9263" name="Equation" r:id="rId10" imgW="1345616" imgH="444307" progId="Equation.DSMT4">
                  <p:embed/>
                </p:oleObj>
              </mc:Choice>
              <mc:Fallback>
                <p:oleObj name="Equation" r:id="rId10" imgW="1345616" imgH="444307"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4379" y="3042481"/>
                        <a:ext cx="1834052" cy="6169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1389431896"/>
              </p:ext>
            </p:extLst>
          </p:nvPr>
        </p:nvGraphicFramePr>
        <p:xfrm>
          <a:off x="2177367" y="3753871"/>
          <a:ext cx="1331912" cy="617537"/>
        </p:xfrm>
        <a:graphic>
          <a:graphicData uri="http://schemas.openxmlformats.org/presentationml/2006/ole">
            <mc:AlternateContent xmlns:mc="http://schemas.openxmlformats.org/markup-compatibility/2006">
              <mc:Choice xmlns:v="urn:schemas-microsoft-com:vml" Requires="v">
                <p:oleObj spid="_x0000_s9264" name="Equation" r:id="rId12" imgW="977760" imgH="444240" progId="Equation.DSMT4">
                  <p:embed/>
                </p:oleObj>
              </mc:Choice>
              <mc:Fallback>
                <p:oleObj name="Equation" r:id="rId12" imgW="977760" imgH="444240" progId="Equation.DSMT4">
                  <p:embed/>
                  <p:pic>
                    <p:nvPicPr>
                      <p:cNvPr id="19" name="对象 18"/>
                      <p:cNvPicPr>
                        <a:picLocks noChangeAspect="1" noChangeArrowheads="1"/>
                      </p:cNvPicPr>
                      <p:nvPr/>
                    </p:nvPicPr>
                    <p:blipFill>
                      <a:blip r:embed="rId13"/>
                      <a:srcRect/>
                      <a:stretch>
                        <a:fillRect/>
                      </a:stretch>
                    </p:blipFill>
                    <p:spPr bwMode="auto">
                      <a:xfrm>
                        <a:off x="2177367" y="3753871"/>
                        <a:ext cx="1331912"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5" name="矩形 34"/>
              <p:cNvSpPr/>
              <p:nvPr/>
            </p:nvSpPr>
            <p:spPr>
              <a:xfrm>
                <a:off x="898816" y="3525025"/>
                <a:ext cx="515910" cy="6558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a:latin typeface="Cambria Math" panose="02040503050406030204" pitchFamily="18" charset="0"/>
                            </a:rPr>
                          </m:ctrlPr>
                        </m:accPr>
                        <m:e>
                          <m:f>
                            <m:fPr>
                              <m:ctrlPr>
                                <a:rPr lang="zh-CN" altLang="en-US" i="1">
                                  <a:latin typeface="Cambria Math" panose="02040503050406030204" pitchFamily="18" charset="0"/>
                                </a:rPr>
                              </m:ctrlPr>
                            </m:fPr>
                            <m:num>
                              <m:r>
                                <a:rPr lang="zh-CN" altLang="en-US">
                                  <a:latin typeface="Cambria Math" panose="02040503050406030204" pitchFamily="18" charset="0"/>
                                </a:rPr>
                                <m:t>𝜕</m:t>
                              </m:r>
                              <m:r>
                                <a:rPr lang="zh-CN" altLang="en-US" i="1">
                                  <a:latin typeface="Cambria Math" panose="02040503050406030204" pitchFamily="18" charset="0"/>
                                </a:rPr>
                                <m:t>𝐸</m:t>
                              </m:r>
                            </m:num>
                            <m:den>
                              <m:r>
                                <a:rPr lang="zh-CN" altLang="en-US" i="0">
                                  <a:latin typeface="Cambria Math" panose="02040503050406030204" pitchFamily="18" charset="0"/>
                                </a:rPr>
                                <m:t>𝜕</m:t>
                              </m:r>
                              <m:r>
                                <a:rPr lang="zh-CN" altLang="en-US" i="1">
                                  <a:latin typeface="Cambria Math" panose="02040503050406030204" pitchFamily="18" charset="0"/>
                                </a:rPr>
                                <m:t>𝑡</m:t>
                              </m:r>
                            </m:den>
                          </m:f>
                        </m:e>
                      </m:acc>
                    </m:oMath>
                  </m:oMathPara>
                </a14:m>
                <a:endParaRPr lang="zh-CN" altLang="en-US" dirty="0"/>
              </a:p>
            </p:txBody>
          </p:sp>
        </mc:Choice>
        <mc:Fallback xmlns="">
          <p:sp>
            <p:nvSpPr>
              <p:cNvPr id="35" name="矩形 34"/>
              <p:cNvSpPr>
                <a:spLocks noRot="1" noChangeAspect="1" noMove="1" noResize="1" noEditPoints="1" noAdjustHandles="1" noChangeArrowheads="1" noChangeShapeType="1" noTextEdit="1"/>
              </p:cNvSpPr>
              <p:nvPr/>
            </p:nvSpPr>
            <p:spPr>
              <a:xfrm>
                <a:off x="898816" y="3525025"/>
                <a:ext cx="515910" cy="655821"/>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1"/>
              <p:cNvSpPr txBox="1">
                <a:spLocks noChangeArrowheads="1"/>
              </p:cNvSpPr>
              <p:nvPr/>
            </p:nvSpPr>
            <p:spPr bwMode="auto">
              <a:xfrm>
                <a:off x="411070" y="4161913"/>
                <a:ext cx="1076417"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和</a:t>
                </a:r>
                <a14:m>
                  <m:oMath xmlns:m="http://schemas.openxmlformats.org/officeDocument/2006/math">
                    <m:r>
                      <a:rPr lang="en-US" altLang="zh-CN" sz="1800" b="0" i="1" smtClean="0">
                        <a:latin typeface="Cambria Math" panose="02040503050406030204" pitchFamily="18" charset="0"/>
                        <a:ea typeface="黑体" panose="02010609060101010101" pitchFamily="49" charset="-122"/>
                      </a:rPr>
                      <m:t>h</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𝐿</m:t>
                    </m:r>
                  </m:oMath>
                </a14:m>
                <a:endParaRPr lang="zh-CN" altLang="en-US" sz="1800" dirty="0">
                  <a:latin typeface="黑体" panose="02010609060101010101" pitchFamily="49" charset="-122"/>
                  <a:ea typeface="黑体" panose="02010609060101010101" pitchFamily="49" charset="-122"/>
                </a:endParaRPr>
              </a:p>
            </p:txBody>
          </p:sp>
        </mc:Choice>
        <mc:Fallback xmlns="">
          <p:sp>
            <p:nvSpPr>
              <p:cNvPr id="36" name="文本框 1"/>
              <p:cNvSpPr txBox="1">
                <a:spLocks noRot="1" noChangeAspect="1" noMove="1" noResize="1" noEditPoints="1" noAdjustHandles="1" noChangeArrowheads="1" noChangeShapeType="1" noTextEdit="1"/>
              </p:cNvSpPr>
              <p:nvPr/>
            </p:nvSpPr>
            <p:spPr bwMode="auto">
              <a:xfrm>
                <a:off x="411070" y="4161913"/>
                <a:ext cx="1076417" cy="369332"/>
              </a:xfrm>
              <a:prstGeom prst="rect">
                <a:avLst/>
              </a:prstGeom>
              <a:blipFill>
                <a:blip r:embed="rId15"/>
                <a:stretch>
                  <a:fillRect l="-4520" t="-13333" b="-2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8" name="对象 37"/>
          <p:cNvGraphicFramePr>
            <a:graphicFrameLocks noChangeAspect="1"/>
          </p:cNvGraphicFramePr>
          <p:nvPr>
            <p:extLst>
              <p:ext uri="{D42A27DB-BD31-4B8C-83A1-F6EECF244321}">
                <p14:modId xmlns:p14="http://schemas.microsoft.com/office/powerpoint/2010/main" val="3808702966"/>
              </p:ext>
            </p:extLst>
          </p:nvPr>
        </p:nvGraphicFramePr>
        <p:xfrm>
          <a:off x="2181339" y="4650773"/>
          <a:ext cx="1069159" cy="269614"/>
        </p:xfrm>
        <a:graphic>
          <a:graphicData uri="http://schemas.openxmlformats.org/presentationml/2006/ole">
            <mc:AlternateContent xmlns:mc="http://schemas.openxmlformats.org/markup-compatibility/2006">
              <mc:Choice xmlns:v="urn:schemas-microsoft-com:vml" Requires="v">
                <p:oleObj spid="_x0000_s9265" name="Equation" r:id="rId16" imgW="748975" imgH="203112" progId="Equation.DSMT4">
                  <p:embed/>
                </p:oleObj>
              </mc:Choice>
              <mc:Fallback>
                <p:oleObj name="Equation" r:id="rId16" imgW="748975" imgH="203112"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81339" y="4650773"/>
                        <a:ext cx="1069159"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2241525640"/>
              </p:ext>
            </p:extLst>
          </p:nvPr>
        </p:nvGraphicFramePr>
        <p:xfrm>
          <a:off x="1990084" y="5092240"/>
          <a:ext cx="1738547" cy="1338773"/>
        </p:xfrm>
        <a:graphic>
          <a:graphicData uri="http://schemas.openxmlformats.org/presentationml/2006/ole">
            <mc:AlternateContent xmlns:mc="http://schemas.openxmlformats.org/markup-compatibility/2006">
              <mc:Choice xmlns:v="urn:schemas-microsoft-com:vml" Requires="v">
                <p:oleObj spid="_x0000_s9266" name="Equation" r:id="rId18" imgW="1155700" imgH="939800" progId="Equation.DSMT4">
                  <p:embed/>
                </p:oleObj>
              </mc:Choice>
              <mc:Fallback>
                <p:oleObj name="Equation" r:id="rId18" imgW="1155700" imgH="939800" progId="Equation.DSMT4">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90084" y="5092240"/>
                        <a:ext cx="1738547" cy="1338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文本框 1"/>
          <p:cNvSpPr txBox="1">
            <a:spLocks noChangeArrowheads="1"/>
          </p:cNvSpPr>
          <p:nvPr/>
        </p:nvSpPr>
        <p:spPr bwMode="auto">
          <a:xfrm>
            <a:off x="358848" y="5404225"/>
            <a:ext cx="17567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面电流附近的磁感应强度</a:t>
            </a:r>
          </a:p>
        </p:txBody>
      </p:sp>
      <p:sp>
        <p:nvSpPr>
          <p:cNvPr id="22" name="文本框 1"/>
          <p:cNvSpPr txBox="1">
            <a:spLocks noChangeArrowheads="1"/>
          </p:cNvSpPr>
          <p:nvPr/>
        </p:nvSpPr>
        <p:spPr bwMode="auto">
          <a:xfrm>
            <a:off x="406497" y="4619054"/>
            <a:ext cx="1076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因此</a:t>
            </a:r>
          </a:p>
        </p:txBody>
      </p:sp>
    </p:spTree>
    <p:extLst>
      <p:ext uri="{BB962C8B-B14F-4D97-AF65-F5344CB8AC3E}">
        <p14:creationId xmlns:p14="http://schemas.microsoft.com/office/powerpoint/2010/main" val="32844317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 </a:t>
            </a:r>
            <a:r>
              <a:rPr lang="zh-CN" altLang="en-US" sz="2800" dirty="0">
                <a:solidFill>
                  <a:srgbClr val="FF0000"/>
                </a:solidFill>
                <a:latin typeface="黑体" panose="02010609060101010101" pitchFamily="49" charset="-122"/>
                <a:ea typeface="黑体" panose="02010609060101010101" pitchFamily="49" charset="-122"/>
              </a:rPr>
              <a:t>真空形式麦克斯韦方程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方程之间关系</a:t>
            </a:r>
            <a:endParaRPr lang="zh-CN" altLang="en-US" sz="2800" dirty="0"/>
          </a:p>
        </p:txBody>
      </p:sp>
      <p:sp>
        <p:nvSpPr>
          <p:cNvPr id="38" name="矩形 15"/>
          <p:cNvSpPr>
            <a:spLocks noChangeArrowheads="1"/>
          </p:cNvSpPr>
          <p:nvPr/>
        </p:nvSpPr>
        <p:spPr bwMode="auto">
          <a:xfrm>
            <a:off x="838200" y="5085184"/>
            <a:ext cx="10732425" cy="132343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285750" indent="-285750" algn="just"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麦克斯韦微分方程组四个方程不是独立的，散度方程可以由旋度方程和电荷守恒定律导出。</a:t>
            </a:r>
            <a:endParaRPr lang="en-US" altLang="zh-CN" sz="2000" dirty="0">
              <a:latin typeface="黑体" panose="02010609060101010101" pitchFamily="49" charset="-122"/>
              <a:ea typeface="黑体" panose="02010609060101010101" pitchFamily="49" charset="-122"/>
            </a:endParaRPr>
          </a:p>
          <a:p>
            <a:pPr marL="285750" indent="-285750" algn="just"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麦克斯韦微分方程组和积分方程组可以相互导出。</a:t>
            </a:r>
            <a:endParaRPr lang="en-US" altLang="zh-CN" sz="2000" dirty="0">
              <a:latin typeface="黑体" panose="02010609060101010101" pitchFamily="49" charset="-122"/>
              <a:ea typeface="黑体" panose="02010609060101010101" pitchFamily="49" charset="-122"/>
            </a:endParaRPr>
          </a:p>
          <a:p>
            <a:pPr marL="285750" indent="-285750" algn="just"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麦克斯韦微分方程组给出了电场的通量源和涡旋源、磁场的通量源和涡旋源，</a:t>
            </a:r>
            <a:endParaRPr lang="en-US" altLang="zh-CN" sz="2000" dirty="0">
              <a:latin typeface="黑体" panose="02010609060101010101" pitchFamily="49" charset="-122"/>
              <a:ea typeface="黑体" panose="02010609060101010101" pitchFamily="49" charset="-122"/>
            </a:endParaRPr>
          </a:p>
          <a:p>
            <a:pPr marL="285750" indent="-285750" algn="just"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由亥姆霍兹定理可知，麦克斯韦方程组</a:t>
            </a:r>
            <a:r>
              <a:rPr lang="zh-CN" altLang="en-US" sz="2000" dirty="0" smtClean="0">
                <a:latin typeface="黑体" panose="02010609060101010101" pitchFamily="49" charset="-122"/>
                <a:ea typeface="黑体" panose="02010609060101010101" pitchFamily="49" charset="-122"/>
              </a:rPr>
              <a:t>完备表征</a:t>
            </a:r>
            <a:r>
              <a:rPr lang="zh-CN" altLang="en-US" sz="2000" dirty="0">
                <a:latin typeface="黑体" panose="02010609060101010101" pitchFamily="49" charset="-122"/>
                <a:ea typeface="黑体" panose="02010609060101010101" pitchFamily="49" charset="-122"/>
              </a:rPr>
              <a:t>了电磁场的规律</a:t>
            </a:r>
            <a:endParaRPr lang="zh-CN" altLang="zh-CN" sz="2000" dirty="0">
              <a:latin typeface="黑体" panose="02010609060101010101" pitchFamily="49" charset="-122"/>
              <a:ea typeface="黑体" panose="02010609060101010101" pitchFamily="49" charset="-122"/>
            </a:endParaRPr>
          </a:p>
        </p:txBody>
      </p:sp>
      <p:pic>
        <p:nvPicPr>
          <p:cNvPr id="51" name="图片 50"/>
          <p:cNvPicPr>
            <a:picLocks noChangeAspect="1"/>
          </p:cNvPicPr>
          <p:nvPr/>
        </p:nvPicPr>
        <p:blipFill>
          <a:blip r:embed="rId2"/>
          <a:stretch>
            <a:fillRect/>
          </a:stretch>
        </p:blipFill>
        <p:spPr>
          <a:xfrm>
            <a:off x="1703512" y="1120097"/>
            <a:ext cx="8470667" cy="3745253"/>
          </a:xfrm>
          <a:prstGeom prst="rect">
            <a:avLst/>
          </a:prstGeom>
        </p:spPr>
      </p:pic>
    </p:spTree>
    <p:extLst>
      <p:ext uri="{BB962C8B-B14F-4D97-AF65-F5344CB8AC3E}">
        <p14:creationId xmlns:p14="http://schemas.microsoft.com/office/powerpoint/2010/main" val="114706498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7408" y="145579"/>
            <a:ext cx="10515600" cy="620688"/>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电磁场的力线表示及力线的空间拓扑特性</a:t>
            </a:r>
            <a:endParaRPr lang="zh-CN" altLang="en-US" sz="2800" dirty="0"/>
          </a:p>
        </p:txBody>
      </p:sp>
      <p:sp>
        <p:nvSpPr>
          <p:cNvPr id="6" name="矩形 1"/>
          <p:cNvSpPr>
            <a:spLocks noChangeArrowheads="1"/>
          </p:cNvSpPr>
          <p:nvPr/>
        </p:nvSpPr>
        <p:spPr bwMode="auto">
          <a:xfrm>
            <a:off x="407368" y="1052736"/>
            <a:ext cx="11089232" cy="51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zh-CN" sz="2000" dirty="0">
                <a:latin typeface="黑体" panose="02010609060101010101" pitchFamily="49" charset="-122"/>
                <a:ea typeface="黑体" panose="02010609060101010101" pitchFamily="49" charset="-122"/>
              </a:rPr>
              <a:t>场的力线</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场线</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不仅是表示电磁场的一种形象的方法，而且也是理解电磁场内在特性的一种方式</a:t>
            </a:r>
            <a:r>
              <a:rPr lang="zh-CN" altLang="zh-CN"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a:lnSpc>
                <a:spcPct val="100000"/>
              </a:lnSpc>
              <a:spcBef>
                <a:spcPct val="0"/>
              </a:spcBef>
              <a:buFontTx/>
              <a:buNone/>
            </a:pPr>
            <a:r>
              <a:rPr lang="en-US" altLang="zh-CN" sz="1800" dirty="0">
                <a:latin typeface="黑体" panose="02010609060101010101" pitchFamily="49" charset="-122"/>
                <a:ea typeface="黑体" panose="02010609060101010101" pitchFamily="49" charset="-122"/>
              </a:rPr>
              <a:t>   </a:t>
            </a:r>
            <a:r>
              <a:rPr lang="zh-CN" altLang="zh-CN" sz="2000" dirty="0">
                <a:latin typeface="黑体" panose="02010609060101010101" pitchFamily="49" charset="-122"/>
                <a:ea typeface="黑体" panose="02010609060101010101" pitchFamily="49" charset="-122"/>
              </a:rPr>
              <a:t>力线是有向线段，力线上每一点的切向代表该点矢量场的方向，某点附近力线的密度与该点的矢量场强度成正比。</a:t>
            </a:r>
            <a:r>
              <a:rPr lang="zh-CN" altLang="en-US"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从学习和理解角度，力线也是非常重要的</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a:lnSpc>
                <a:spcPct val="100000"/>
              </a:lnSpc>
              <a:spcBef>
                <a:spcPct val="0"/>
              </a:spcBef>
              <a:buNone/>
            </a:pPr>
            <a:r>
              <a:rPr lang="zh-CN" altLang="zh-CN" sz="2000" dirty="0">
                <a:latin typeface="黑体" panose="02010609060101010101" pitchFamily="49" charset="-122"/>
                <a:ea typeface="黑体" panose="02010609060101010101" pitchFamily="49" charset="-122"/>
              </a:rPr>
              <a:t>从拓扑角度，按照其有无端点，只有两类曲线</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有端点</a:t>
            </a:r>
            <a:r>
              <a:rPr lang="zh-CN" altLang="en-US" sz="1800" dirty="0">
                <a:latin typeface="黑体" panose="02010609060101010101" pitchFamily="49" charset="-122"/>
                <a:ea typeface="黑体" panose="02010609060101010101" pitchFamily="49" charset="-122"/>
              </a:rPr>
              <a:t>的</a:t>
            </a:r>
            <a:r>
              <a:rPr lang="zh-CN" altLang="zh-CN" sz="1800" dirty="0">
                <a:solidFill>
                  <a:srgbClr val="FF0000"/>
                </a:solidFill>
                <a:latin typeface="黑体" panose="02010609060101010101" pitchFamily="49" charset="-122"/>
                <a:ea typeface="黑体" panose="02010609060101010101" pitchFamily="49" charset="-122"/>
              </a:rPr>
              <a:t>非闭合曲线</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没有端点</a:t>
            </a:r>
            <a:r>
              <a:rPr lang="zh-CN" altLang="en-US" sz="1800" dirty="0">
                <a:latin typeface="黑体" panose="02010609060101010101" pitchFamily="49" charset="-122"/>
                <a:ea typeface="黑体" panose="02010609060101010101" pitchFamily="49" charset="-122"/>
              </a:rPr>
              <a:t>的</a:t>
            </a:r>
            <a:r>
              <a:rPr lang="zh-CN" altLang="zh-CN" sz="1800" dirty="0">
                <a:solidFill>
                  <a:srgbClr val="FF0000"/>
                </a:solidFill>
                <a:latin typeface="黑体" panose="02010609060101010101" pitchFamily="49" charset="-122"/>
                <a:ea typeface="黑体" panose="02010609060101010101" pitchFamily="49" charset="-122"/>
              </a:rPr>
              <a:t>闭合曲线</a:t>
            </a:r>
            <a:r>
              <a:rPr lang="zh-CN" altLang="zh-CN"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a:lnSpc>
                <a:spcPct val="100000"/>
              </a:lnSpc>
              <a:spcBef>
                <a:spcPct val="0"/>
              </a:spcBef>
              <a:buNone/>
            </a:pPr>
            <a:r>
              <a:rPr lang="zh-CN" altLang="en-US" sz="2000" dirty="0">
                <a:latin typeface="黑体" panose="02010609060101010101" pitchFamily="49" charset="-122"/>
                <a:ea typeface="黑体" panose="02010609060101010101" pitchFamily="49" charset="-122"/>
              </a:rPr>
              <a:t>电磁场</a:t>
            </a:r>
            <a:r>
              <a:rPr lang="zh-CN" altLang="zh-CN" sz="2000" dirty="0">
                <a:latin typeface="黑体" panose="02010609060101010101" pitchFamily="49" charset="-122"/>
                <a:ea typeface="黑体" panose="02010609060101010101" pitchFamily="49" charset="-122"/>
              </a:rPr>
              <a:t>力线</a:t>
            </a:r>
            <a:r>
              <a:rPr lang="zh-CN" altLang="en-US" sz="2000" dirty="0">
                <a:latin typeface="黑体" panose="02010609060101010101" pitchFamily="49" charset="-122"/>
                <a:ea typeface="黑体" panose="02010609060101010101" pitchFamily="49" charset="-122"/>
              </a:rPr>
              <a:t>端点特性</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正好对应两类曲线，对应两类场源</a:t>
            </a:r>
            <a:r>
              <a:rPr lang="zh-CN" altLang="en-US" sz="2000" b="1"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如有</a:t>
            </a:r>
            <a:r>
              <a:rPr lang="zh-CN" altLang="zh-CN" sz="2000" dirty="0">
                <a:latin typeface="黑体" panose="02010609060101010101" pitchFamily="49" charset="-122"/>
                <a:ea typeface="黑体" panose="02010609060101010101" pitchFamily="49" charset="-122"/>
              </a:rPr>
              <a:t>第三</a:t>
            </a:r>
            <a:r>
              <a:rPr lang="zh-CN" altLang="en-US" sz="2000" dirty="0">
                <a:latin typeface="黑体" panose="02010609060101010101" pitchFamily="49" charset="-122"/>
                <a:ea typeface="黑体" panose="02010609060101010101" pitchFamily="49" charset="-122"/>
              </a:rPr>
              <a:t>类</a:t>
            </a:r>
            <a:r>
              <a:rPr lang="zh-CN" altLang="zh-CN" sz="2000" dirty="0">
                <a:latin typeface="黑体" panose="02010609060101010101" pitchFamily="49" charset="-122"/>
                <a:ea typeface="黑体" panose="02010609060101010101" pitchFamily="49" charset="-122"/>
              </a:rPr>
              <a:t>曲线，就会出现第三种场源</a:t>
            </a:r>
            <a:r>
              <a:rPr lang="en-US" altLang="zh-CN" sz="2000" dirty="0">
                <a:latin typeface="黑体" panose="02010609060101010101" pitchFamily="49" charset="-122"/>
                <a:ea typeface="黑体" panose="02010609060101010101" pitchFamily="49" charset="-122"/>
              </a:rPr>
              <a:t>)</a:t>
            </a:r>
          </a:p>
          <a:p>
            <a:pPr lvl="1">
              <a:lnSpc>
                <a:spcPct val="100000"/>
              </a:lnSpc>
              <a:spcBef>
                <a:spcPct val="0"/>
              </a:spcBef>
              <a:buFont typeface="Wingdings" panose="05000000000000000000" pitchFamily="2" charset="2"/>
              <a:buChar char="n"/>
            </a:pPr>
            <a:r>
              <a:rPr lang="zh-CN" altLang="zh-CN" sz="1800" dirty="0">
                <a:latin typeface="黑体" panose="02010609060101010101" pitchFamily="49" charset="-122"/>
                <a:ea typeface="黑体" panose="02010609060101010101" pitchFamily="49" charset="-122"/>
              </a:rPr>
              <a:t>通量源</a:t>
            </a:r>
            <a:r>
              <a:rPr lang="zh-CN" altLang="en-US"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力线是有端点的非闭合曲线，始于正电荷或者无穷远，终于</a:t>
            </a:r>
            <a:r>
              <a:rPr lang="zh-CN" altLang="en-US" sz="1800" dirty="0">
                <a:latin typeface="黑体" panose="02010609060101010101" pitchFamily="49" charset="-122"/>
                <a:ea typeface="黑体" panose="02010609060101010101" pitchFamily="49" charset="-122"/>
              </a:rPr>
              <a:t>负</a:t>
            </a:r>
            <a:r>
              <a:rPr lang="zh-CN" altLang="zh-CN" sz="1800" dirty="0">
                <a:latin typeface="黑体" panose="02010609060101010101" pitchFamily="49" charset="-122"/>
                <a:ea typeface="黑体" panose="02010609060101010101" pitchFamily="49" charset="-122"/>
              </a:rPr>
              <a:t>电荷或无穷远</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lvl="1">
              <a:lnSpc>
                <a:spcPct val="100000"/>
              </a:lnSpc>
              <a:spcBef>
                <a:spcPct val="0"/>
              </a:spcBef>
              <a:buFont typeface="Wingdings" panose="05000000000000000000" pitchFamily="2" charset="2"/>
              <a:buChar char="n"/>
            </a:pPr>
            <a:r>
              <a:rPr lang="zh-CN" altLang="zh-CN" sz="1800" dirty="0">
                <a:latin typeface="黑体" panose="02010609060101010101" pitchFamily="49" charset="-122"/>
                <a:ea typeface="黑体" panose="02010609060101010101" pitchFamily="49" charset="-122"/>
              </a:rPr>
              <a:t>涡旋源</a:t>
            </a:r>
            <a:r>
              <a:rPr lang="zh-CN" altLang="en-US"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力线是无端点的闭合曲线，涡旋源的场可以看出是绕着其源“旋转”出来。</a:t>
            </a:r>
            <a:endParaRPr lang="en-US" altLang="zh-CN" sz="1800" dirty="0">
              <a:latin typeface="黑体" panose="02010609060101010101" pitchFamily="49" charset="-122"/>
              <a:ea typeface="黑体" panose="02010609060101010101" pitchFamily="49" charset="-122"/>
            </a:endParaRPr>
          </a:p>
          <a:p>
            <a:pPr>
              <a:lnSpc>
                <a:spcPct val="100000"/>
              </a:lnSpc>
              <a:spcBef>
                <a:spcPct val="0"/>
              </a:spcBef>
              <a:buNone/>
            </a:pPr>
            <a:r>
              <a:rPr lang="zh-CN" altLang="en-US" sz="2000" dirty="0">
                <a:latin typeface="黑体" panose="02010609060101010101" pitchFamily="49" charset="-122"/>
                <a:ea typeface="黑体" panose="02010609060101010101" pitchFamily="49" charset="-122"/>
              </a:rPr>
              <a:t>为何一维或两维空间无法产生自洽完备的电磁场</a:t>
            </a:r>
            <a:r>
              <a:rPr lang="en-US" altLang="zh-CN" sz="2000" dirty="0">
                <a:latin typeface="黑体" panose="02010609060101010101" pitchFamily="49" charset="-122"/>
                <a:ea typeface="黑体" panose="02010609060101010101" pitchFamily="49" charset="-122"/>
              </a:rPr>
              <a:t>?</a:t>
            </a:r>
          </a:p>
          <a:p>
            <a:pPr lvl="1">
              <a:lnSpc>
                <a:spcPct val="100000"/>
              </a:lnSpc>
              <a:spcBef>
                <a:spcPct val="0"/>
              </a:spcBef>
              <a:buFont typeface="Wingdings" panose="05000000000000000000" pitchFamily="2" charset="2"/>
              <a:buChar char="n"/>
            </a:pPr>
            <a:r>
              <a:rPr lang="zh-CN" altLang="zh-CN" sz="1800" dirty="0">
                <a:latin typeface="黑体" panose="02010609060101010101" pitchFamily="49" charset="-122"/>
                <a:ea typeface="黑体" panose="02010609060101010101" pitchFamily="49" charset="-122"/>
              </a:rPr>
              <a:t>一维空间，非弯曲一维空间无法形成闭合曲线，因此一维场只能是无旋场、只有通量源，具体到电场或磁场，不存在真正的一维场。</a:t>
            </a:r>
            <a:endParaRPr lang="en-US" altLang="zh-CN" sz="1800" dirty="0">
              <a:latin typeface="黑体" panose="02010609060101010101" pitchFamily="49" charset="-122"/>
              <a:ea typeface="黑体" panose="02010609060101010101" pitchFamily="49" charset="-122"/>
            </a:endParaRPr>
          </a:p>
          <a:p>
            <a:pPr lvl="1">
              <a:lnSpc>
                <a:spcPct val="100000"/>
              </a:lnSpc>
              <a:spcBef>
                <a:spcPct val="0"/>
              </a:spcBef>
              <a:buFont typeface="Wingdings" panose="05000000000000000000" pitchFamily="2" charset="2"/>
              <a:buChar char="n"/>
            </a:pPr>
            <a:r>
              <a:rPr lang="zh-CN" altLang="zh-CN" sz="1800" dirty="0">
                <a:latin typeface="黑体" panose="02010609060101010101" pitchFamily="49" charset="-122"/>
                <a:ea typeface="黑体" panose="02010609060101010101" pitchFamily="49" charset="-122"/>
              </a:rPr>
              <a:t>两维空间，</a:t>
            </a:r>
            <a:r>
              <a:rPr lang="zh-CN" altLang="en-US" sz="1800" dirty="0">
                <a:latin typeface="黑体" panose="02010609060101010101" pitchFamily="49" charset="-122"/>
                <a:ea typeface="黑体" panose="02010609060101010101" pitchFamily="49" charset="-122"/>
              </a:rPr>
              <a:t>可以</a:t>
            </a:r>
            <a:r>
              <a:rPr lang="zh-CN" altLang="zh-CN" sz="1800" dirty="0">
                <a:latin typeface="黑体" panose="02010609060101010101" pitchFamily="49" charset="-122"/>
                <a:ea typeface="黑体" panose="02010609060101010101" pitchFamily="49" charset="-122"/>
              </a:rPr>
              <a:t>有闭合曲线，可以有涡旋源产生的有旋场，但由于涡旋源本身与其所产生电场垂直，也就是说，涡旋源在两维空间以外的空间。虽然我们可以有一个两维的涡旋电场或者涡旋磁场，但是它们的源，却不在这个两维空间中，因此一个两维空间，无法构成一个自洽完备的物理系统。</a:t>
            </a:r>
            <a:endParaRPr lang="zh-CN" altLang="zh-CN" sz="1400" dirty="0">
              <a:latin typeface="黑体" panose="02010609060101010101" pitchFamily="49" charset="-122"/>
              <a:ea typeface="黑体" panose="02010609060101010101" pitchFamily="49" charset="-122"/>
            </a:endParaRPr>
          </a:p>
          <a:p>
            <a:pPr>
              <a:lnSpc>
                <a:spcPct val="100000"/>
              </a:lnSpc>
              <a:spcBef>
                <a:spcPct val="0"/>
              </a:spcBef>
              <a:buFontTx/>
              <a:buNone/>
            </a:pPr>
            <a:r>
              <a:rPr lang="zh-CN" altLang="zh-CN" sz="2000" dirty="0">
                <a:latin typeface="黑体" panose="02010609060101010101" pitchFamily="49" charset="-122"/>
                <a:ea typeface="黑体" panose="02010609060101010101" pitchFamily="49" charset="-122"/>
              </a:rPr>
              <a:t>力线的拓扑性质与其物理性质</a:t>
            </a:r>
            <a:r>
              <a:rPr lang="zh-CN" altLang="en-US" sz="2000" dirty="0">
                <a:latin typeface="黑体" panose="02010609060101010101" pitchFamily="49" charset="-122"/>
                <a:ea typeface="黑体" panose="02010609060101010101" pitchFamily="49" charset="-122"/>
              </a:rPr>
              <a:t>的</a:t>
            </a:r>
            <a:r>
              <a:rPr lang="zh-CN" altLang="zh-CN" sz="2000" dirty="0">
                <a:latin typeface="黑体" panose="02010609060101010101" pitchFamily="49" charset="-122"/>
                <a:ea typeface="黑体" panose="02010609060101010101" pitchFamily="49" charset="-122"/>
              </a:rPr>
              <a:t>对应不是偶然的，反映出</a:t>
            </a:r>
            <a:r>
              <a:rPr lang="zh-CN" altLang="zh-CN" sz="2000" dirty="0">
                <a:solidFill>
                  <a:srgbClr val="FF0000"/>
                </a:solidFill>
                <a:latin typeface="黑体" panose="02010609060101010101" pitchFamily="49" charset="-122"/>
                <a:ea typeface="黑体" panose="02010609060101010101" pitchFamily="49" charset="-122"/>
              </a:rPr>
              <a:t>物理规律与空间的几何拓扑性质的深刻联系</a:t>
            </a:r>
            <a:r>
              <a:rPr lang="zh-CN" altLang="zh-CN" sz="2000" dirty="0">
                <a:latin typeface="黑体" panose="02010609060101010101" pitchFamily="49" charset="-122"/>
                <a:ea typeface="黑体" panose="02010609060101010101" pitchFamily="49" charset="-122"/>
              </a:rPr>
              <a:t>。麦克斯韦方程自洽性只是其正确性的必要条件，而非充分条件，其正确性需要在实践中进行检验。</a:t>
            </a:r>
          </a:p>
        </p:txBody>
      </p:sp>
      <p:sp>
        <p:nvSpPr>
          <p:cNvPr id="3" name="矩形 2"/>
          <p:cNvSpPr/>
          <p:nvPr/>
        </p:nvSpPr>
        <p:spPr>
          <a:xfrm>
            <a:off x="335360" y="5136872"/>
            <a:ext cx="11161240" cy="100811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714679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742742"/>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媒质的分类</a:t>
            </a:r>
            <a:endParaRPr lang="zh-CN" altLang="en-US" sz="2800" dirty="0"/>
          </a:p>
        </p:txBody>
      </p:sp>
      <p:sp>
        <p:nvSpPr>
          <p:cNvPr id="3" name="矩形 2"/>
          <p:cNvSpPr/>
          <p:nvPr/>
        </p:nvSpPr>
        <p:spPr>
          <a:xfrm>
            <a:off x="465738" y="1749216"/>
            <a:ext cx="5827236" cy="400110"/>
          </a:xfrm>
          <a:prstGeom prst="rect">
            <a:avLst/>
          </a:prstGeom>
        </p:spPr>
        <p:txBody>
          <a:bodyPr wrap="none">
            <a:spAutoFit/>
          </a:bodyPr>
          <a:lstStyle/>
          <a:p>
            <a:r>
              <a:rPr lang="zh-CN"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媒质</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电子、质子和中子</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等</a:t>
            </a: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构成的实物形态的物质</a:t>
            </a:r>
            <a:endParaRPr lang="zh-CN" altLang="en-US" sz="2000" dirty="0">
              <a:latin typeface="黑体" panose="02010609060101010101" pitchFamily="49" charset="-122"/>
              <a:ea typeface="黑体" panose="02010609060101010101" pitchFamily="49" charset="-122"/>
            </a:endParaRPr>
          </a:p>
        </p:txBody>
      </p:sp>
      <p:sp>
        <p:nvSpPr>
          <p:cNvPr id="4" name="矩形 3"/>
          <p:cNvSpPr/>
          <p:nvPr/>
        </p:nvSpPr>
        <p:spPr>
          <a:xfrm>
            <a:off x="4159412" y="859375"/>
            <a:ext cx="3873176" cy="430887"/>
          </a:xfrm>
          <a:prstGeom prst="rect">
            <a:avLst/>
          </a:prstGeom>
        </p:spPr>
        <p:txBody>
          <a:bodyPr wrap="none">
            <a:spAutoFit/>
          </a:bodyPr>
          <a:lstStyle/>
          <a:p>
            <a:r>
              <a:rPr lang="zh-CN" altLang="zh-CN" sz="2200" b="1"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结构决定性质，性质决定应用</a:t>
            </a:r>
            <a:endParaRPr lang="zh-CN" altLang="en-US" sz="2200" dirty="0">
              <a:solidFill>
                <a:srgbClr val="FF0000"/>
              </a:solidFill>
              <a:latin typeface="黑体" panose="02010609060101010101" pitchFamily="49" charset="-122"/>
              <a:ea typeface="黑体" panose="02010609060101010101" pitchFamily="49" charset="-122"/>
            </a:endParaRPr>
          </a:p>
        </p:txBody>
      </p:sp>
      <p:sp>
        <p:nvSpPr>
          <p:cNvPr id="5" name="矩形 4"/>
          <p:cNvSpPr/>
          <p:nvPr/>
        </p:nvSpPr>
        <p:spPr>
          <a:xfrm>
            <a:off x="426464" y="2076003"/>
            <a:ext cx="6081971" cy="2554545"/>
          </a:xfrm>
          <a:prstGeom prst="rect">
            <a:avLst/>
          </a:prstGeom>
        </p:spPr>
        <p:txBody>
          <a:bodyPr wrap="square">
            <a:spAutoFit/>
          </a:bodyPr>
          <a:lstStyle/>
          <a:p>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真空形式的麦克斯韦方程是普适的，</a:t>
            </a:r>
            <a:r>
              <a:rPr lang="zh-CN" altLang="zh-CN" sz="2000" dirty="0">
                <a:latin typeface="黑体" panose="02010609060101010101" pitchFamily="49" charset="-122"/>
                <a:ea typeface="黑体" panose="02010609060101010101" pitchFamily="49" charset="-122"/>
              </a:rPr>
              <a:t>只需要考虑</a:t>
            </a:r>
            <a:r>
              <a:rPr lang="zh-CN" altLang="en-US" sz="2000" dirty="0">
                <a:latin typeface="黑体" panose="02010609060101010101" pitchFamily="49" charset="-122"/>
                <a:ea typeface="黑体" panose="02010609060101010101" pitchFamily="49" charset="-122"/>
              </a:rPr>
              <a:t>电磁场作用于</a:t>
            </a:r>
            <a:r>
              <a:rPr lang="zh-CN" altLang="zh-CN" sz="2000" dirty="0">
                <a:latin typeface="黑体" panose="02010609060101010101" pitchFamily="49" charset="-122"/>
                <a:ea typeface="黑体" panose="02010609060101010101" pitchFamily="49" charset="-122"/>
              </a:rPr>
              <a:t>媒质</a:t>
            </a:r>
            <a:r>
              <a:rPr lang="zh-CN" altLang="en-US" sz="2000" dirty="0">
                <a:latin typeface="黑体" panose="02010609060101010101" pitchFamily="49" charset="-122"/>
                <a:ea typeface="黑体" panose="02010609060101010101" pitchFamily="49" charset="-122"/>
              </a:rPr>
              <a:t>时，</a:t>
            </a:r>
            <a:r>
              <a:rPr lang="zh-CN" altLang="zh-CN" sz="2000" dirty="0">
                <a:latin typeface="黑体" panose="02010609060101010101" pitchFamily="49" charset="-122"/>
                <a:ea typeface="黑体" panose="02010609060101010101" pitchFamily="49" charset="-122"/>
              </a:rPr>
              <a:t>对</a:t>
            </a:r>
            <a:r>
              <a:rPr lang="zh-CN" altLang="en-US" sz="2000" dirty="0">
                <a:latin typeface="黑体" panose="02010609060101010101" pitchFamily="49" charset="-122"/>
                <a:ea typeface="黑体" panose="02010609060101010101" pitchFamily="49" charset="-122"/>
              </a:rPr>
              <a:t>媒质中</a:t>
            </a:r>
            <a:r>
              <a:rPr lang="zh-CN" altLang="zh-CN" sz="2000" dirty="0">
                <a:latin typeface="黑体" panose="02010609060101010101" pitchFamily="49" charset="-122"/>
                <a:ea typeface="黑体" panose="02010609060101010101" pitchFamily="49" charset="-122"/>
              </a:rPr>
              <a:t>电荷电流</a:t>
            </a:r>
            <a:r>
              <a:rPr lang="zh-CN" altLang="en-US" sz="2000" dirty="0">
                <a:latin typeface="黑体" panose="02010609060101010101" pitchFamily="49" charset="-122"/>
                <a:ea typeface="黑体" panose="02010609060101010101" pitchFamily="49" charset="-122"/>
              </a:rPr>
              <a:t>分布</a:t>
            </a:r>
            <a:r>
              <a:rPr lang="zh-CN" altLang="zh-CN" sz="2000" dirty="0">
                <a:latin typeface="黑体" panose="02010609060101010101" pitchFamily="49" charset="-122"/>
                <a:ea typeface="黑体" panose="02010609060101010101" pitchFamily="49" charset="-122"/>
              </a:rPr>
              <a:t>的影响</a:t>
            </a:r>
            <a:r>
              <a:rPr lang="zh-CN" altLang="en-US" sz="2000" dirty="0">
                <a:latin typeface="黑体" panose="02010609060101010101" pitchFamily="49" charset="-122"/>
                <a:ea typeface="黑体" panose="02010609060101010101" pitchFamily="49" charset="-122"/>
              </a:rPr>
              <a:t>，这些方程</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同样</a:t>
            </a: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适用于媒质</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r>
              <a:rPr lang="zh-CN" altLang="en-US" sz="2000" dirty="0">
                <a:latin typeface="黑体" panose="02010609060101010101" pitchFamily="49" charset="-122"/>
                <a:ea typeface="黑体" panose="02010609060101010101" pitchFamily="49" charset="-122"/>
              </a:rPr>
              <a:t>媒质的分类：考虑媒质中电子还是质子</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质子质量和</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约束力</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导体：</a:t>
            </a:r>
            <a:r>
              <a:rPr lang="zh-CN" altLang="en-US" sz="2000" dirty="0">
                <a:latin typeface="黑体" panose="02010609060101010101" pitchFamily="49" charset="-122"/>
                <a:ea typeface="黑体" panose="02010609060101010101" pitchFamily="49" charset="-122"/>
              </a:rPr>
              <a:t>有非局域（自由）电子，不属于某个固定原子</a:t>
            </a:r>
            <a:endParaRPr lang="en-US" altLang="zh-CN" sz="2000" dirty="0">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介质</a:t>
            </a:r>
            <a:r>
              <a:rPr lang="zh-CN" altLang="en-US" sz="2000" dirty="0">
                <a:latin typeface="黑体" panose="02010609060101010101" pitchFamily="49" charset="-122"/>
                <a:ea typeface="黑体" panose="02010609060101010101" pitchFamily="49" charset="-122"/>
              </a:rPr>
              <a:t>：只有局域（束缚）电子，束缚在某个固定原子</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范围内</a:t>
            </a:r>
          </a:p>
        </p:txBody>
      </p:sp>
      <p:sp>
        <p:nvSpPr>
          <p:cNvPr id="9" name="文本框 1"/>
          <p:cNvSpPr txBox="1">
            <a:spLocks noChangeArrowheads="1"/>
          </p:cNvSpPr>
          <p:nvPr/>
        </p:nvSpPr>
        <p:spPr bwMode="auto">
          <a:xfrm>
            <a:off x="419200" y="1216939"/>
            <a:ext cx="111494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zh-CN" altLang="en-US" sz="2200" dirty="0">
                <a:solidFill>
                  <a:srgbClr val="FF0000"/>
                </a:solidFill>
                <a:latin typeface="黑体" panose="02010609060101010101" pitchFamily="49" charset="-122"/>
                <a:ea typeface="黑体" panose="02010609060101010101" pitchFamily="49" charset="-122"/>
              </a:rPr>
              <a:t>自然界的丰富多彩来源于媒质的丰富多彩，来源于电磁场与媒质相互作用的丰富多彩</a:t>
            </a:r>
          </a:p>
        </p:txBody>
      </p:sp>
      <p:sp>
        <p:nvSpPr>
          <p:cNvPr id="10" name="文本框 4"/>
          <p:cNvSpPr txBox="1">
            <a:spLocks noChangeArrowheads="1"/>
          </p:cNvSpPr>
          <p:nvPr/>
        </p:nvSpPr>
        <p:spPr bwMode="auto">
          <a:xfrm>
            <a:off x="335360" y="4984744"/>
            <a:ext cx="6350256" cy="1015663"/>
          </a:xfrm>
          <a:prstGeom prst="rect">
            <a:avLst/>
          </a:prstGeom>
          <a:noFill/>
          <a:ln w="28575">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eaLnBrk="1" hangingPunct="1">
              <a:lnSpc>
                <a:spcPct val="100000"/>
              </a:lnSpc>
              <a:spcBef>
                <a:spcPct val="0"/>
              </a:spcBef>
              <a:buNone/>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计算</a:t>
            </a:r>
            <a:r>
              <a:rPr lang="zh-CN" altLang="en-US" sz="2000" kern="100" dirty="0" smtClean="0">
                <a:latin typeface="黑体" panose="02010609060101010101" pitchFamily="49" charset="-122"/>
                <a:ea typeface="黑体" panose="02010609060101010101" pitchFamily="49" charset="-122"/>
                <a:cs typeface="Times New Roman" panose="02020603050405020304" pitchFamily="18" charset="0"/>
              </a:rPr>
              <a:t>媒质</a:t>
            </a:r>
            <a:r>
              <a:rPr lang="zh-CN" altLang="zh-CN" sz="2000" dirty="0">
                <a:latin typeface="黑体" panose="02010609060101010101" pitchFamily="49" charset="-122"/>
                <a:ea typeface="黑体" panose="02010609060101010101" pitchFamily="49" charset="-122"/>
              </a:rPr>
              <a:t>电荷和电流分布的</a:t>
            </a:r>
            <a:r>
              <a:rPr lang="zh-CN" altLang="zh-CN" sz="2000" dirty="0" smtClean="0">
                <a:latin typeface="黑体" panose="02010609060101010101" pitchFamily="49" charset="-122"/>
                <a:ea typeface="黑体" panose="02010609060101010101" pitchFamily="49" charset="-122"/>
              </a:rPr>
              <a:t>作用</a:t>
            </a:r>
            <a:r>
              <a:rPr lang="zh-CN" altLang="en-US" sz="2000" dirty="0" smtClean="0">
                <a:latin typeface="黑体" panose="02010609060101010101" pitchFamily="49" charset="-122"/>
                <a:ea typeface="黑体" panose="02010609060101010101" pitchFamily="49" charset="-122"/>
              </a:rPr>
              <a:t>的方式：首先</a:t>
            </a:r>
            <a:r>
              <a:rPr lang="zh-CN" altLang="zh-CN" sz="2000" dirty="0" smtClean="0">
                <a:latin typeface="黑体" panose="02010609060101010101" pitchFamily="49" charset="-122"/>
                <a:ea typeface="黑体" panose="02010609060101010101" pitchFamily="49" charset="-122"/>
              </a:rPr>
              <a:t>电偶极子</a:t>
            </a:r>
            <a:r>
              <a:rPr lang="zh-CN" altLang="zh-CN" sz="2000" dirty="0">
                <a:latin typeface="黑体" panose="02010609060101010101" pitchFamily="49" charset="-122"/>
                <a:ea typeface="黑体" panose="02010609060101010101" pitchFamily="49" charset="-122"/>
              </a:rPr>
              <a:t>和磁偶极子</a:t>
            </a:r>
            <a:r>
              <a:rPr lang="zh-CN" altLang="en-US" sz="2000" dirty="0" smtClean="0">
                <a:latin typeface="黑体" panose="02010609060101010101" pitchFamily="49" charset="-122"/>
                <a:ea typeface="黑体" panose="02010609060101010101" pitchFamily="49" charset="-122"/>
              </a:rPr>
              <a:t>近似</a:t>
            </a:r>
            <a:r>
              <a:rPr lang="zh-CN" altLang="zh-CN" sz="2000" dirty="0">
                <a:latin typeface="黑体" panose="02010609060101010101" pitchFamily="49" charset="-122"/>
                <a:ea typeface="黑体" panose="02010609060101010101" pitchFamily="49" charset="-122"/>
              </a:rPr>
              <a:t>电荷和电流分布的作用</a:t>
            </a:r>
            <a:r>
              <a:rPr lang="zh-CN" altLang="en-US" sz="2000" dirty="0" smtClean="0">
                <a:latin typeface="黑体" panose="02010609060101010101" pitchFamily="49" charset="-122"/>
                <a:ea typeface="黑体" panose="02010609060101010101" pitchFamily="49" charset="-122"/>
              </a:rPr>
              <a:t>，再用</a:t>
            </a:r>
            <a:r>
              <a:rPr lang="zh-CN" altLang="en-US" sz="2000" dirty="0">
                <a:latin typeface="黑体" panose="02010609060101010101" pitchFamily="49" charset="-122"/>
                <a:ea typeface="黑体" panose="02010609060101010101" pitchFamily="49" charset="-122"/>
              </a:rPr>
              <a:t>电偶极矩和磁偶极矩计算</a:t>
            </a:r>
            <a:r>
              <a:rPr lang="zh-CN" altLang="zh-CN" sz="2000" dirty="0">
                <a:latin typeface="黑体" panose="02010609060101010101" pitchFamily="49" charset="-122"/>
                <a:ea typeface="黑体" panose="02010609060101010101" pitchFamily="49" charset="-122"/>
              </a:rPr>
              <a:t>电荷和电流的分布</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grpSp>
        <p:nvGrpSpPr>
          <p:cNvPr id="11" name="组合 10"/>
          <p:cNvGrpSpPr/>
          <p:nvPr/>
        </p:nvGrpSpPr>
        <p:grpSpPr>
          <a:xfrm>
            <a:off x="6961498" y="2571458"/>
            <a:ext cx="4607110" cy="2513726"/>
            <a:chOff x="6961498" y="2571458"/>
            <a:chExt cx="4970040" cy="2456525"/>
          </a:xfrm>
        </p:grpSpPr>
        <p:sp>
          <p:nvSpPr>
            <p:cNvPr id="12" name="矩形 11">
              <a:extLst>
                <a:ext uri="{FF2B5EF4-FFF2-40B4-BE49-F238E27FC236}">
                  <a16:creationId xmlns:a16="http://schemas.microsoft.com/office/drawing/2014/main" id="{8E96EC05-6318-9DC3-7B5F-316F61EDC3D2}"/>
                </a:ext>
              </a:extLst>
            </p:cNvPr>
            <p:cNvSpPr/>
            <p:nvPr/>
          </p:nvSpPr>
          <p:spPr>
            <a:xfrm>
              <a:off x="7562514" y="2571458"/>
              <a:ext cx="2664296" cy="6971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电子、质子、中子、离子、分子</a:t>
              </a:r>
              <a:endParaRPr lang="en-US" altLang="zh-CN" sz="1200" dirty="0">
                <a:solidFill>
                  <a:schemeClr val="tx1"/>
                </a:solidFill>
              </a:endParaRPr>
            </a:p>
            <a:p>
              <a:pPr algn="ctr"/>
              <a:endParaRPr lang="en-US" altLang="zh-CN" sz="1200" dirty="0">
                <a:solidFill>
                  <a:schemeClr val="tx1"/>
                </a:solidFill>
              </a:endParaRPr>
            </a:p>
            <a:p>
              <a:pPr algn="ctr"/>
              <a:r>
                <a:rPr lang="zh-CN" altLang="en-US" sz="1200" dirty="0">
                  <a:solidFill>
                    <a:schemeClr val="tx1"/>
                  </a:solidFill>
                </a:rPr>
                <a:t>媒质</a:t>
              </a:r>
            </a:p>
          </p:txBody>
        </p:sp>
        <p:cxnSp>
          <p:nvCxnSpPr>
            <p:cNvPr id="13" name="直接连接符 12">
              <a:extLst>
                <a:ext uri="{FF2B5EF4-FFF2-40B4-BE49-F238E27FC236}">
                  <a16:creationId xmlns:a16="http://schemas.microsoft.com/office/drawing/2014/main" id="{3ACACAA1-DD6E-988C-B58C-E2F4E5165E35}"/>
                </a:ext>
              </a:extLst>
            </p:cNvPr>
            <p:cNvCxnSpPr>
              <a:cxnSpLocks/>
              <a:stCxn id="12" idx="1"/>
              <a:endCxn id="12" idx="3"/>
            </p:cNvCxnSpPr>
            <p:nvPr/>
          </p:nvCxnSpPr>
          <p:spPr>
            <a:xfrm>
              <a:off x="7562514" y="2920025"/>
              <a:ext cx="266429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菱形 13">
              <a:extLst>
                <a:ext uri="{FF2B5EF4-FFF2-40B4-BE49-F238E27FC236}">
                  <a16:creationId xmlns:a16="http://schemas.microsoft.com/office/drawing/2014/main" id="{92DC1D1E-7D67-A61F-041F-5FAEBA3269BF}"/>
                </a:ext>
              </a:extLst>
            </p:cNvPr>
            <p:cNvSpPr/>
            <p:nvPr/>
          </p:nvSpPr>
          <p:spPr>
            <a:xfrm>
              <a:off x="8102574" y="3617159"/>
              <a:ext cx="1584176" cy="697134"/>
            </a:xfrm>
            <a:prstGeom prst="diamon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非局域电子</a:t>
              </a:r>
            </a:p>
          </p:txBody>
        </p:sp>
        <p:cxnSp>
          <p:nvCxnSpPr>
            <p:cNvPr id="15" name="直接箭头连接符 14">
              <a:extLst>
                <a:ext uri="{FF2B5EF4-FFF2-40B4-BE49-F238E27FC236}">
                  <a16:creationId xmlns:a16="http://schemas.microsoft.com/office/drawing/2014/main" id="{97156BD7-1773-C4A3-FEB1-4136D8135F38}"/>
                </a:ext>
              </a:extLst>
            </p:cNvPr>
            <p:cNvCxnSpPr>
              <a:stCxn id="12" idx="2"/>
              <a:endCxn id="14" idx="0"/>
            </p:cNvCxnSpPr>
            <p:nvPr/>
          </p:nvCxnSpPr>
          <p:spPr>
            <a:xfrm>
              <a:off x="8894662" y="3268592"/>
              <a:ext cx="0" cy="348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6095ED7-5096-AFE8-4F73-D10EEFD60558}"/>
                </a:ext>
              </a:extLst>
            </p:cNvPr>
            <p:cNvCxnSpPr>
              <a:cxnSpLocks/>
              <a:stCxn id="14" idx="1"/>
              <a:endCxn id="17" idx="3"/>
            </p:cNvCxnSpPr>
            <p:nvPr/>
          </p:nvCxnSpPr>
          <p:spPr>
            <a:xfrm flipH="1" flipV="1">
              <a:off x="7701880" y="3964622"/>
              <a:ext cx="400694" cy="11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ED5EC31C-20D9-B271-07C6-EC5041C7FA5D}"/>
                </a:ext>
              </a:extLst>
            </p:cNvPr>
            <p:cNvSpPr/>
            <p:nvPr/>
          </p:nvSpPr>
          <p:spPr>
            <a:xfrm>
              <a:off x="6961498" y="3821916"/>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导体</a:t>
              </a:r>
            </a:p>
          </p:txBody>
        </p:sp>
        <p:sp>
          <p:nvSpPr>
            <p:cNvPr id="18" name="矩形 17">
              <a:extLst>
                <a:ext uri="{FF2B5EF4-FFF2-40B4-BE49-F238E27FC236}">
                  <a16:creationId xmlns:a16="http://schemas.microsoft.com/office/drawing/2014/main" id="{0E8D43D5-0584-715D-D98C-875E35869B98}"/>
                </a:ext>
              </a:extLst>
            </p:cNvPr>
            <p:cNvSpPr/>
            <p:nvPr/>
          </p:nvSpPr>
          <p:spPr>
            <a:xfrm>
              <a:off x="9984432" y="3823020"/>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介质</a:t>
              </a:r>
            </a:p>
          </p:txBody>
        </p:sp>
        <p:cxnSp>
          <p:nvCxnSpPr>
            <p:cNvPr id="19" name="直接箭头连接符 18">
              <a:extLst>
                <a:ext uri="{FF2B5EF4-FFF2-40B4-BE49-F238E27FC236}">
                  <a16:creationId xmlns:a16="http://schemas.microsoft.com/office/drawing/2014/main" id="{7863563F-30E3-DB49-9563-2F87128999C2}"/>
                </a:ext>
              </a:extLst>
            </p:cNvPr>
            <p:cNvCxnSpPr>
              <a:cxnSpLocks/>
              <a:stCxn id="14" idx="3"/>
              <a:endCxn id="18" idx="1"/>
            </p:cNvCxnSpPr>
            <p:nvPr/>
          </p:nvCxnSpPr>
          <p:spPr>
            <a:xfrm>
              <a:off x="9686750" y="3965726"/>
              <a:ext cx="2976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92C4559-6F9C-8F87-D8F4-7C0ECC8E7C5A}"/>
                </a:ext>
              </a:extLst>
            </p:cNvPr>
            <p:cNvSpPr/>
            <p:nvPr/>
          </p:nvSpPr>
          <p:spPr>
            <a:xfrm>
              <a:off x="11191156" y="3429000"/>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电介质</a:t>
              </a:r>
            </a:p>
          </p:txBody>
        </p:sp>
        <p:sp>
          <p:nvSpPr>
            <p:cNvPr id="21" name="矩形 20">
              <a:extLst>
                <a:ext uri="{FF2B5EF4-FFF2-40B4-BE49-F238E27FC236}">
                  <a16:creationId xmlns:a16="http://schemas.microsoft.com/office/drawing/2014/main" id="{E884F27C-2776-8E20-90BE-B1120C5F41EE}"/>
                </a:ext>
              </a:extLst>
            </p:cNvPr>
            <p:cNvSpPr/>
            <p:nvPr/>
          </p:nvSpPr>
          <p:spPr>
            <a:xfrm>
              <a:off x="11191156" y="4205845"/>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磁介质</a:t>
              </a:r>
            </a:p>
          </p:txBody>
        </p:sp>
        <p:cxnSp>
          <p:nvCxnSpPr>
            <p:cNvPr id="22" name="连接符: 肘形 42">
              <a:extLst>
                <a:ext uri="{FF2B5EF4-FFF2-40B4-BE49-F238E27FC236}">
                  <a16:creationId xmlns:a16="http://schemas.microsoft.com/office/drawing/2014/main" id="{9356433F-B20D-4661-45C4-04C0EB44DE15}"/>
                </a:ext>
              </a:extLst>
            </p:cNvPr>
            <p:cNvCxnSpPr>
              <a:cxnSpLocks/>
              <a:stCxn id="18" idx="3"/>
              <a:endCxn id="20" idx="1"/>
            </p:cNvCxnSpPr>
            <p:nvPr/>
          </p:nvCxnSpPr>
          <p:spPr>
            <a:xfrm flipV="1">
              <a:off x="10724814" y="3571706"/>
              <a:ext cx="466342" cy="394020"/>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连接符: 肘形 47">
              <a:extLst>
                <a:ext uri="{FF2B5EF4-FFF2-40B4-BE49-F238E27FC236}">
                  <a16:creationId xmlns:a16="http://schemas.microsoft.com/office/drawing/2014/main" id="{DF12D545-CBF9-7CBF-4906-05099F592704}"/>
                </a:ext>
              </a:extLst>
            </p:cNvPr>
            <p:cNvCxnSpPr>
              <a:stCxn id="18" idx="3"/>
              <a:endCxn id="21" idx="1"/>
            </p:cNvCxnSpPr>
            <p:nvPr/>
          </p:nvCxnSpPr>
          <p:spPr>
            <a:xfrm>
              <a:off x="10724814" y="3965726"/>
              <a:ext cx="466342" cy="382825"/>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95851290-B97A-D2B2-C16F-AB2B9DC5FB64}"/>
                </a:ext>
              </a:extLst>
            </p:cNvPr>
            <p:cNvSpPr/>
            <p:nvPr/>
          </p:nvSpPr>
          <p:spPr>
            <a:xfrm>
              <a:off x="11191156" y="2892274"/>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电场</a:t>
              </a:r>
            </a:p>
          </p:txBody>
        </p:sp>
        <p:sp>
          <p:nvSpPr>
            <p:cNvPr id="25" name="矩形 24">
              <a:extLst>
                <a:ext uri="{FF2B5EF4-FFF2-40B4-BE49-F238E27FC236}">
                  <a16:creationId xmlns:a16="http://schemas.microsoft.com/office/drawing/2014/main" id="{B077E8FD-EE9B-2590-DA73-AED8D6E7B5B1}"/>
                </a:ext>
              </a:extLst>
            </p:cNvPr>
            <p:cNvSpPr/>
            <p:nvPr/>
          </p:nvSpPr>
          <p:spPr>
            <a:xfrm>
              <a:off x="11191156" y="4742571"/>
              <a:ext cx="740382" cy="2854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磁场</a:t>
              </a:r>
            </a:p>
          </p:txBody>
        </p:sp>
        <p:cxnSp>
          <p:nvCxnSpPr>
            <p:cNvPr id="26" name="直接箭头连接符 25">
              <a:extLst>
                <a:ext uri="{FF2B5EF4-FFF2-40B4-BE49-F238E27FC236}">
                  <a16:creationId xmlns:a16="http://schemas.microsoft.com/office/drawing/2014/main" id="{FB66DF5B-7877-B491-2448-CF03E9B7F319}"/>
                </a:ext>
              </a:extLst>
            </p:cNvPr>
            <p:cNvCxnSpPr>
              <a:cxnSpLocks/>
              <a:stCxn id="24" idx="2"/>
              <a:endCxn id="20" idx="0"/>
            </p:cNvCxnSpPr>
            <p:nvPr/>
          </p:nvCxnSpPr>
          <p:spPr>
            <a:xfrm>
              <a:off x="11561347" y="3177686"/>
              <a:ext cx="0" cy="2513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7467923E-C643-7C81-EF43-40781397709D}"/>
                </a:ext>
              </a:extLst>
            </p:cNvPr>
            <p:cNvCxnSpPr>
              <a:cxnSpLocks/>
              <a:stCxn id="25" idx="0"/>
              <a:endCxn id="21" idx="2"/>
            </p:cNvCxnSpPr>
            <p:nvPr/>
          </p:nvCxnSpPr>
          <p:spPr>
            <a:xfrm flipV="1">
              <a:off x="11561347" y="4491257"/>
              <a:ext cx="0" cy="2513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804893" y="3713866"/>
              <a:ext cx="297681" cy="369332"/>
            </a:xfrm>
            <a:prstGeom prst="rect">
              <a:avLst/>
            </a:prstGeom>
            <a:noFill/>
          </p:spPr>
          <p:txBody>
            <a:bodyPr wrap="square" rtlCol="0">
              <a:spAutoFit/>
            </a:bodyPr>
            <a:lstStyle/>
            <a:p>
              <a:r>
                <a:rPr lang="en-US" altLang="zh-CN" dirty="0"/>
                <a:t>Y</a:t>
              </a:r>
              <a:endParaRPr lang="zh-CN" altLang="en-US" dirty="0"/>
            </a:p>
          </p:txBody>
        </p:sp>
        <p:sp>
          <p:nvSpPr>
            <p:cNvPr id="29" name="文本框 28"/>
            <p:cNvSpPr txBox="1"/>
            <p:nvPr/>
          </p:nvSpPr>
          <p:spPr>
            <a:xfrm>
              <a:off x="9686750" y="3690517"/>
              <a:ext cx="297681" cy="369332"/>
            </a:xfrm>
            <a:prstGeom prst="rect">
              <a:avLst/>
            </a:prstGeom>
            <a:noFill/>
          </p:spPr>
          <p:txBody>
            <a:bodyPr wrap="square" rtlCol="0">
              <a:spAutoFit/>
            </a:bodyPr>
            <a:lstStyle/>
            <a:p>
              <a:r>
                <a:rPr lang="en-US" altLang="zh-CN" dirty="0"/>
                <a:t>N</a:t>
              </a:r>
              <a:endParaRPr lang="zh-CN" altLang="en-US" dirty="0"/>
            </a:p>
          </p:txBody>
        </p:sp>
      </p:grpSp>
      <p:sp>
        <p:nvSpPr>
          <p:cNvPr id="6" name="矩形 5"/>
          <p:cNvSpPr/>
          <p:nvPr/>
        </p:nvSpPr>
        <p:spPr>
          <a:xfrm>
            <a:off x="6888088" y="4897473"/>
            <a:ext cx="3326692" cy="1508105"/>
          </a:xfrm>
          <a:prstGeom prst="rect">
            <a:avLst/>
          </a:prstGeom>
        </p:spPr>
        <p:txBody>
          <a:bodyPr wrap="square">
            <a:spAutoFit/>
          </a:bodyPr>
          <a:lstStyle/>
          <a:p>
            <a:pPr eaLnBrk="1" hangingPunct="1"/>
            <a:r>
              <a:rPr lang="zh-CN" altLang="en-US" sz="2000" dirty="0">
                <a:latin typeface="黑体" panose="02010609060101010101" pitchFamily="49" charset="-122"/>
                <a:ea typeface="黑体" panose="02010609060101010101" pitchFamily="49" charset="-122"/>
              </a:rPr>
              <a:t>       本节内容</a:t>
            </a:r>
            <a:endParaRPr lang="en-US" altLang="zh-CN" sz="20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传导过程与导体</a:t>
            </a:r>
            <a:endParaRPr lang="en-US" altLang="zh-CN"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极化过程与电介质</a:t>
            </a:r>
            <a:endParaRPr lang="en-US" altLang="zh-CN"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磁化过程与磁介质</a:t>
            </a:r>
            <a:endParaRPr lang="en-US" altLang="zh-CN"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媒质中的麦克斯韦方程</a:t>
            </a:r>
            <a:endParaRPr lang="en-US"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6504798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stretch>
            <a:fillRect/>
          </a:stretch>
        </p:blipFill>
        <p:spPr>
          <a:xfrm>
            <a:off x="6456040" y="925892"/>
            <a:ext cx="4970153" cy="2169600"/>
          </a:xfrm>
          <a:prstGeom prst="rect">
            <a:avLst/>
          </a:prstGeom>
        </p:spPr>
      </p:pic>
      <p:sp>
        <p:nvSpPr>
          <p:cNvPr id="2" name="标题 1"/>
          <p:cNvSpPr>
            <a:spLocks noGrp="1"/>
          </p:cNvSpPr>
          <p:nvPr>
            <p:ph type="title"/>
          </p:nvPr>
        </p:nvSpPr>
        <p:spPr>
          <a:xfrm>
            <a:off x="838200" y="116633"/>
            <a:ext cx="10515600" cy="702207"/>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导体</a:t>
            </a:r>
            <a:endParaRPr lang="zh-CN" altLang="en-US" sz="2800" dirty="0"/>
          </a:p>
        </p:txBody>
      </p:sp>
      <mc:AlternateContent xmlns:mc="http://schemas.openxmlformats.org/markup-compatibility/2006" xmlns:a14="http://schemas.microsoft.com/office/drawing/2010/main">
        <mc:Choice Requires="a14">
          <p:sp>
            <p:nvSpPr>
              <p:cNvPr id="3" name="矩形 2"/>
              <p:cNvSpPr/>
              <p:nvPr/>
            </p:nvSpPr>
            <p:spPr>
              <a:xfrm>
                <a:off x="5982718" y="3520324"/>
                <a:ext cx="5723508" cy="2554545"/>
              </a:xfrm>
              <a:prstGeom prst="rect">
                <a:avLst/>
              </a:prstGeom>
              <a:ln w="28575">
                <a:solidFill>
                  <a:srgbClr val="7030A0"/>
                </a:solidFill>
              </a:ln>
            </p:spPr>
            <p:txBody>
              <a:bodyPr wrap="square">
                <a:spAutoFit/>
              </a:bodyPr>
              <a:lstStyle/>
              <a:p>
                <a:pPr algn="just"/>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理想导体（</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PEC</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：一种理想模型</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电导率无限大</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，用于简化电磁问题的分析，铜等良导体的特性非常接近理想导体。</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理想导体内部无电场、磁场、电流和电荷</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，可以有表面电流和电荷。</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电场（电力线）垂直于理想导体外表面</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切向电场导致无限大电流</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14:m>
                  <m:oMath xmlns:m="http://schemas.openxmlformats.org/officeDocument/2006/math">
                    <m:r>
                      <a:rPr lang="en-US" altLang="zh-CN" sz="2000" b="1" i="1" kern="100" smtClean="0">
                        <a:latin typeface="Cambria Math" panose="02040503050406030204" pitchFamily="18" charset="0"/>
                        <a:ea typeface="黑体" panose="02010609060101010101" pitchFamily="49" charset="-122"/>
                        <a:cs typeface="Times New Roman" panose="02020603050405020304" pitchFamily="18" charset="0"/>
                      </a:rPr>
                      <m:t>𝒏</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kern="100" smtClean="0">
                        <a:latin typeface="Cambria Math" panose="02040503050406030204" pitchFamily="18" charset="0"/>
                        <a:ea typeface="Cambria Math" panose="02040503050406030204" pitchFamily="18" charset="0"/>
                        <a:cs typeface="Times New Roman" panose="02020603050405020304" pitchFamily="18" charset="0"/>
                      </a:rPr>
                      <m:t>𝑬</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=0</m:t>
                    </m:r>
                  </m:oMath>
                </a14:m>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磁场（磁力线）平行于理想导体外表面</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磁力线</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闭合，法向磁场导致内部有磁场</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14:m>
                  <m:oMath xmlns:m="http://schemas.openxmlformats.org/officeDocument/2006/math">
                    <m:r>
                      <a:rPr lang="en-US" altLang="zh-CN" sz="2000" b="1" i="1" kern="100" smtClean="0">
                        <a:latin typeface="Cambria Math" panose="02040503050406030204" pitchFamily="18" charset="0"/>
                        <a:ea typeface="黑体" panose="02010609060101010101" pitchFamily="49" charset="-122"/>
                        <a:cs typeface="Times New Roman" panose="02020603050405020304" pitchFamily="18" charset="0"/>
                      </a:rPr>
                      <m:t>𝒏</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kern="100" smtClean="0">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=0</m:t>
                    </m:r>
                  </m:oMath>
                </a14:m>
                <a:endParaRPr lang="zh-CN" altLang="en-US" sz="2000" dirty="0">
                  <a:latin typeface="黑体" panose="02010609060101010101" pitchFamily="49" charset="-122"/>
                  <a:ea typeface="黑体" panose="02010609060101010101" pitchFamily="49"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5982718" y="3520324"/>
                <a:ext cx="5723508" cy="2554545"/>
              </a:xfrm>
              <a:prstGeom prst="rect">
                <a:avLst/>
              </a:prstGeom>
              <a:blipFill>
                <a:blip r:embed="rId4"/>
                <a:stretch>
                  <a:fillRect l="-847" t="-706" r="-847" b="-1882"/>
                </a:stretch>
              </a:blipFill>
              <a:ln w="28575">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35360" y="980728"/>
                <a:ext cx="6409929" cy="1815882"/>
              </a:xfrm>
              <a:prstGeom prst="rect">
                <a:avLst/>
              </a:prstGeom>
            </p:spPr>
            <p:txBody>
              <a:bodyPr wrap="squar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导体</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：支持传导</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自由电子</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电流，无法支持表面</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自由</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电流。在电场作用下，导体：</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742950" lvl="1" indent="-285750">
                  <a:buFont typeface="Wingdings" panose="05000000000000000000" pitchFamily="2" charset="2"/>
                  <a:buChar char="n"/>
                </a:pPr>
                <a:r>
                  <a:rPr lang="zh-CN" altLang="en-US" kern="100" dirty="0">
                    <a:latin typeface="黑体" panose="02010609060101010101" pitchFamily="49" charset="-122"/>
                    <a:ea typeface="黑体" panose="02010609060101010101" pitchFamily="49" charset="-122"/>
                    <a:cs typeface="Times New Roman" panose="02020603050405020304" pitchFamily="18" charset="0"/>
                  </a:rPr>
                  <a:t>无电流</a:t>
                </a:r>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静电场</a:t>
                </a:r>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：静电平衡：内部和表面电流为零、内部无电场净电荷、有表面外法向电场和表面电荷；</a:t>
                </a:r>
                <a:endParaRPr lang="en-US" altLang="zh-CN" kern="100" dirty="0">
                  <a:latin typeface="黑体" panose="02010609060101010101" pitchFamily="49" charset="-122"/>
                  <a:ea typeface="黑体" panose="02010609060101010101" pitchFamily="49" charset="-122"/>
                  <a:cs typeface="Times New Roman" panose="02020603050405020304" pitchFamily="18" charset="0"/>
                </a:endParaRPr>
              </a:p>
              <a:p>
                <a:pPr marL="742950" lvl="1" indent="-285750">
                  <a:buFont typeface="Wingdings" panose="05000000000000000000" pitchFamily="2" charset="2"/>
                  <a:buChar char="n"/>
                </a:pPr>
                <a:r>
                  <a:rPr lang="zh-CN" altLang="en-US" kern="100" dirty="0">
                    <a:latin typeface="黑体" panose="02010609060101010101" pitchFamily="49" charset="-122"/>
                    <a:ea typeface="黑体" panose="02010609060101010101" pitchFamily="49" charset="-122"/>
                    <a:cs typeface="Times New Roman" panose="02020603050405020304" pitchFamily="18" charset="0"/>
                  </a:rPr>
                  <a:t>内部有电流</a:t>
                </a:r>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如果静态，恒流电场</a:t>
                </a:r>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：传导过程</a:t>
                </a:r>
                <a14:m>
                  <m:oMath xmlns:m="http://schemas.openxmlformats.org/officeDocument/2006/math">
                    <m:r>
                      <a:rPr lang="en-US" altLang="zh-CN" b="1" i="1" kern="100" smtClean="0">
                        <a:latin typeface="Cambria Math" panose="02040503050406030204" pitchFamily="18" charset="0"/>
                        <a:ea typeface="黑体" panose="02010609060101010101" pitchFamily="49" charset="-122"/>
                        <a:cs typeface="Times New Roman" panose="02020603050405020304" pitchFamily="18" charset="0"/>
                      </a:rPr>
                      <m:t>𝑱</m:t>
                    </m:r>
                    <m:r>
                      <a:rPr lang="en-US" altLang="zh-CN" b="0" i="1" kern="100" smtClean="0">
                        <a:latin typeface="Cambria Math" panose="02040503050406030204" pitchFamily="18" charset="0"/>
                        <a:ea typeface="黑体" panose="02010609060101010101" pitchFamily="49" charset="-122"/>
                        <a:cs typeface="Times New Roman" panose="02020603050405020304" pitchFamily="18" charset="0"/>
                      </a:rPr>
                      <m:t>=</m:t>
                    </m:r>
                    <m:r>
                      <a:rPr lang="zh-CN" altLang="en-US" b="0" i="1" kern="100" smtClean="0">
                        <a:latin typeface="Cambria Math" panose="02040503050406030204" pitchFamily="18" charset="0"/>
                        <a:ea typeface="黑体" panose="02010609060101010101" pitchFamily="49" charset="-122"/>
                        <a:cs typeface="Times New Roman" panose="02020603050405020304" pitchFamily="18" charset="0"/>
                      </a:rPr>
                      <m:t>𝜎</m:t>
                    </m:r>
                    <m:r>
                      <a:rPr lang="en-US" altLang="zh-CN" b="1" i="1" kern="100" smtClean="0">
                        <a:latin typeface="Cambria Math" panose="02040503050406030204" pitchFamily="18" charset="0"/>
                        <a:ea typeface="黑体" panose="02010609060101010101" pitchFamily="49" charset="-122"/>
                        <a:cs typeface="Times New Roman" panose="02020603050405020304" pitchFamily="18" charset="0"/>
                      </a:rPr>
                      <m:t>𝑬</m:t>
                    </m:r>
                  </m:oMath>
                </a14:m>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内部有电场、表面有电荷内部无净电荷。</a:t>
                </a:r>
                <a:endParaRPr lang="zh-CN" altLang="en-US" dirty="0">
                  <a:latin typeface="黑体" panose="02010609060101010101" pitchFamily="49" charset="-122"/>
                  <a:ea typeface="黑体"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335360" y="980728"/>
                <a:ext cx="6409929" cy="1815882"/>
              </a:xfrm>
              <a:prstGeom prst="rect">
                <a:avLst/>
              </a:prstGeom>
              <a:blipFill>
                <a:blip r:embed="rId5"/>
                <a:stretch>
                  <a:fillRect l="-951" t="-2013" b="-4362"/>
                </a:stretch>
              </a:blipFill>
            </p:spPr>
            <p:txBody>
              <a:bodyPr/>
              <a:lstStyle/>
              <a:p>
                <a:r>
                  <a:rPr lang="zh-CN" altLang="en-US">
                    <a:noFill/>
                  </a:rPr>
                  <a:t> </a:t>
                </a:r>
              </a:p>
            </p:txBody>
          </p:sp>
        </mc:Fallback>
      </mc:AlternateContent>
      <p:graphicFrame>
        <p:nvGraphicFramePr>
          <p:cNvPr id="12" name="对象 11"/>
          <p:cNvGraphicFramePr>
            <a:graphicFrameLocks noChangeAspect="1"/>
          </p:cNvGraphicFramePr>
          <p:nvPr>
            <p:extLst>
              <p:ext uri="{D42A27DB-BD31-4B8C-83A1-F6EECF244321}">
                <p14:modId xmlns:p14="http://schemas.microsoft.com/office/powerpoint/2010/main" val="1352055925"/>
              </p:ext>
            </p:extLst>
          </p:nvPr>
        </p:nvGraphicFramePr>
        <p:xfrm>
          <a:off x="2328193" y="3680200"/>
          <a:ext cx="1309023" cy="296575"/>
        </p:xfrm>
        <a:graphic>
          <a:graphicData uri="http://schemas.openxmlformats.org/presentationml/2006/ole">
            <mc:AlternateContent xmlns:mc="http://schemas.openxmlformats.org/markup-compatibility/2006">
              <mc:Choice xmlns:v="urn:schemas-microsoft-com:vml" Requires="v">
                <p:oleObj spid="_x0000_s10290" name="Equation" r:id="rId6" imgW="799753" imgH="190417" progId="Equation.DSMT4">
                  <p:embed/>
                </p:oleObj>
              </mc:Choice>
              <mc:Fallback>
                <p:oleObj name="Equation" r:id="rId6" imgW="799753" imgH="190417"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8193" y="3680200"/>
                        <a:ext cx="1309023"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190056510"/>
              </p:ext>
            </p:extLst>
          </p:nvPr>
        </p:nvGraphicFramePr>
        <p:xfrm>
          <a:off x="2328193" y="3994411"/>
          <a:ext cx="1679575" cy="328613"/>
        </p:xfrm>
        <a:graphic>
          <a:graphicData uri="http://schemas.openxmlformats.org/presentationml/2006/ole">
            <mc:AlternateContent xmlns:mc="http://schemas.openxmlformats.org/markup-compatibility/2006">
              <mc:Choice xmlns:v="urn:schemas-microsoft-com:vml" Requires="v">
                <p:oleObj spid="_x0000_s10291" name="Equation" r:id="rId8" imgW="1028520" imgH="203040" progId="Equation.DSMT4">
                  <p:embed/>
                </p:oleObj>
              </mc:Choice>
              <mc:Fallback>
                <p:oleObj name="Equation" r:id="rId8" imgW="1028520" imgH="203040" progId="Equation.DSMT4">
                  <p:embed/>
                  <p:pic>
                    <p:nvPicPr>
                      <p:cNvPr id="0" name="Object 7"/>
                      <p:cNvPicPr>
                        <a:picLocks noChangeAspect="1" noChangeArrowheads="1"/>
                      </p:cNvPicPr>
                      <p:nvPr/>
                    </p:nvPicPr>
                    <p:blipFill>
                      <a:blip r:embed="rId9"/>
                      <a:srcRect/>
                      <a:stretch>
                        <a:fillRect/>
                      </a:stretch>
                    </p:blipFill>
                    <p:spPr bwMode="auto">
                      <a:xfrm>
                        <a:off x="2328193" y="3994411"/>
                        <a:ext cx="1679575"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130196164"/>
              </p:ext>
            </p:extLst>
          </p:nvPr>
        </p:nvGraphicFramePr>
        <p:xfrm>
          <a:off x="2328192" y="4243037"/>
          <a:ext cx="1309023" cy="572697"/>
        </p:xfrm>
        <a:graphic>
          <a:graphicData uri="http://schemas.openxmlformats.org/presentationml/2006/ole">
            <mc:AlternateContent xmlns:mc="http://schemas.openxmlformats.org/markup-compatibility/2006">
              <mc:Choice xmlns:v="urn:schemas-microsoft-com:vml" Requires="v">
                <p:oleObj spid="_x0000_s10292" name="Equation" r:id="rId10" imgW="825142" imgH="355446" progId="Equation.DSMT4">
                  <p:embed/>
                </p:oleObj>
              </mc:Choice>
              <mc:Fallback>
                <p:oleObj name="Equation" r:id="rId10" imgW="825142" imgH="355446"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8192" y="4243037"/>
                        <a:ext cx="1309023"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47710805"/>
              </p:ext>
            </p:extLst>
          </p:nvPr>
        </p:nvGraphicFramePr>
        <p:xfrm>
          <a:off x="2294852" y="5280347"/>
          <a:ext cx="1176075" cy="572697"/>
        </p:xfrm>
        <a:graphic>
          <a:graphicData uri="http://schemas.openxmlformats.org/presentationml/2006/ole">
            <mc:AlternateContent xmlns:mc="http://schemas.openxmlformats.org/markup-compatibility/2006">
              <mc:Choice xmlns:v="urn:schemas-microsoft-com:vml" Requires="v">
                <p:oleObj spid="_x0000_s10293" name="Equation" r:id="rId12" imgW="710891" imgH="393529" progId="Equation.DSMT4">
                  <p:embed/>
                </p:oleObj>
              </mc:Choice>
              <mc:Fallback>
                <p:oleObj name="Equation" r:id="rId12" imgW="710891" imgH="393529"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4852" y="5280347"/>
                        <a:ext cx="1176075"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847804166"/>
              </p:ext>
            </p:extLst>
          </p:nvPr>
        </p:nvGraphicFramePr>
        <p:xfrm>
          <a:off x="2719787" y="5702374"/>
          <a:ext cx="1032901" cy="572697"/>
        </p:xfrm>
        <a:graphic>
          <a:graphicData uri="http://schemas.openxmlformats.org/presentationml/2006/ole">
            <mc:AlternateContent xmlns:mc="http://schemas.openxmlformats.org/markup-compatibility/2006">
              <mc:Choice xmlns:v="urn:schemas-microsoft-com:vml" Requires="v">
                <p:oleObj spid="_x0000_s10294" name="Equation" r:id="rId14" imgW="660113" imgH="342751" progId="Equation.DSMT4">
                  <p:embed/>
                </p:oleObj>
              </mc:Choice>
              <mc:Fallback>
                <p:oleObj name="Equation" r:id="rId14" imgW="660113" imgH="342751"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19787" y="5702374"/>
                        <a:ext cx="1032901"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780991984"/>
              </p:ext>
            </p:extLst>
          </p:nvPr>
        </p:nvGraphicFramePr>
        <p:xfrm>
          <a:off x="3898425" y="5851914"/>
          <a:ext cx="572697" cy="572697"/>
        </p:xfrm>
        <a:graphic>
          <a:graphicData uri="http://schemas.openxmlformats.org/presentationml/2006/ole">
            <mc:AlternateContent xmlns:mc="http://schemas.openxmlformats.org/markup-compatibility/2006">
              <mc:Choice xmlns:v="urn:schemas-microsoft-com:vml" Requires="v">
                <p:oleObj spid="_x0000_s10295" name="Equation" r:id="rId16" imgW="355292" imgH="355292" progId="Equation.DSMT4">
                  <p:embed/>
                </p:oleObj>
              </mc:Choice>
              <mc:Fallback>
                <p:oleObj name="Equation" r:id="rId16" imgW="355292" imgH="355292"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98425" y="5851914"/>
                        <a:ext cx="572697"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332805" y="2898327"/>
            <a:ext cx="4539059" cy="707886"/>
          </a:xfrm>
          <a:prstGeom prst="rect">
            <a:avLst/>
          </a:prstGeom>
        </p:spPr>
        <p:txBody>
          <a:bodyPr wrap="squar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导体内部的净</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自由</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电荷将扩散的导体表面，</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稳态时导体内部没有净电荷</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endParaRPr lang="zh-CN" altLang="en-US" sz="2000" dirty="0">
              <a:latin typeface="黑体" panose="02010609060101010101" pitchFamily="49" charset="-122"/>
              <a:ea typeface="黑体" panose="02010609060101010101" pitchFamily="49" charset="-122"/>
            </a:endParaRPr>
          </a:p>
        </p:txBody>
      </p:sp>
      <p:sp>
        <p:nvSpPr>
          <p:cNvPr id="30" name="矩形 29"/>
          <p:cNvSpPr/>
          <p:nvPr/>
        </p:nvSpPr>
        <p:spPr>
          <a:xfrm>
            <a:off x="540024" y="5361715"/>
            <a:ext cx="172354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电荷扩散方程</a:t>
            </a:r>
            <a:endParaRPr lang="zh-CN" altLang="en-US" sz="2000" dirty="0">
              <a:latin typeface="黑体" panose="02010609060101010101" pitchFamily="49" charset="-122"/>
              <a:ea typeface="黑体" panose="02010609060101010101" pitchFamily="49" charset="-122"/>
            </a:endParaRPr>
          </a:p>
        </p:txBody>
      </p:sp>
      <p:sp>
        <p:nvSpPr>
          <p:cNvPr id="31" name="矩形 30"/>
          <p:cNvSpPr/>
          <p:nvPr/>
        </p:nvSpPr>
        <p:spPr>
          <a:xfrm>
            <a:off x="540024" y="3584952"/>
            <a:ext cx="172354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电荷守恒定律</a:t>
            </a:r>
            <a:endParaRPr lang="zh-CN" altLang="en-US" sz="2000" dirty="0">
              <a:latin typeface="黑体" panose="02010609060101010101" pitchFamily="49" charset="-122"/>
              <a:ea typeface="黑体" panose="02010609060101010101" pitchFamily="49" charset="-122"/>
            </a:endParaRPr>
          </a:p>
        </p:txBody>
      </p:sp>
      <p:sp>
        <p:nvSpPr>
          <p:cNvPr id="32" name="矩形 31"/>
          <p:cNvSpPr/>
          <p:nvPr/>
        </p:nvSpPr>
        <p:spPr>
          <a:xfrm>
            <a:off x="540024" y="3950067"/>
            <a:ext cx="172354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代入欧姆定律</a:t>
            </a:r>
            <a:endParaRPr lang="zh-CN" altLang="en-US" sz="2000" dirty="0">
              <a:latin typeface="黑体" panose="02010609060101010101" pitchFamily="49" charset="-122"/>
              <a:ea typeface="黑体" panose="02010609060101010101" pitchFamily="49" charset="-122"/>
            </a:endParaRPr>
          </a:p>
        </p:txBody>
      </p:sp>
      <p:sp>
        <p:nvSpPr>
          <p:cNvPr id="33" name="矩形 32"/>
          <p:cNvSpPr/>
          <p:nvPr/>
        </p:nvSpPr>
        <p:spPr>
          <a:xfrm>
            <a:off x="540024" y="4787274"/>
            <a:ext cx="172354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电场散度定律</a:t>
            </a:r>
            <a:endParaRPr lang="zh-CN" altLang="en-US" sz="2000" dirty="0">
              <a:latin typeface="黑体" panose="02010609060101010101" pitchFamily="49" charset="-122"/>
              <a:ea typeface="黑体" panose="02010609060101010101" pitchFamily="49" charset="-122"/>
            </a:endParaRPr>
          </a:p>
        </p:txBody>
      </p:sp>
      <p:sp>
        <p:nvSpPr>
          <p:cNvPr id="34" name="矩形 33"/>
          <p:cNvSpPr/>
          <p:nvPr/>
        </p:nvSpPr>
        <p:spPr>
          <a:xfrm>
            <a:off x="551384" y="5888531"/>
            <a:ext cx="2236510"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电荷密度指数下降</a:t>
            </a:r>
            <a:endParaRPr lang="zh-CN" altLang="en-US" sz="2000" dirty="0">
              <a:latin typeface="黑体" panose="02010609060101010101" pitchFamily="49" charset="-122"/>
              <a:ea typeface="黑体" panose="02010609060101010101" pitchFamily="49" charset="-122"/>
            </a:endParaRPr>
          </a:p>
        </p:txBody>
      </p:sp>
      <p:graphicFrame>
        <p:nvGraphicFramePr>
          <p:cNvPr id="35" name="对象 34"/>
          <p:cNvGraphicFramePr>
            <a:graphicFrameLocks noChangeAspect="1"/>
          </p:cNvGraphicFramePr>
          <p:nvPr>
            <p:extLst>
              <p:ext uri="{D42A27DB-BD31-4B8C-83A1-F6EECF244321}">
                <p14:modId xmlns:p14="http://schemas.microsoft.com/office/powerpoint/2010/main" val="988328939"/>
              </p:ext>
            </p:extLst>
          </p:nvPr>
        </p:nvGraphicFramePr>
        <p:xfrm>
          <a:off x="2334421" y="4741722"/>
          <a:ext cx="1150052" cy="572697"/>
        </p:xfrm>
        <a:graphic>
          <a:graphicData uri="http://schemas.openxmlformats.org/presentationml/2006/ole">
            <mc:AlternateContent xmlns:mc="http://schemas.openxmlformats.org/markup-compatibility/2006">
              <mc:Choice xmlns:v="urn:schemas-microsoft-com:vml" Requires="v">
                <p:oleObj spid="_x0000_s10296" name="Equation" r:id="rId18" imgW="596641" imgH="393529" progId="Equation.DSMT4">
                  <p:embed/>
                </p:oleObj>
              </mc:Choice>
              <mc:Fallback>
                <p:oleObj name="Equation" r:id="rId18" imgW="596641" imgH="393529" progId="Equation.DSMT4">
                  <p:embed/>
                  <p:pic>
                    <p:nvPicPr>
                      <p:cNvPr id="29" name="对象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34421" y="4741722"/>
                        <a:ext cx="1150052" cy="572697"/>
                      </a:xfrm>
                      <a:prstGeom prst="rect">
                        <a:avLst/>
                      </a:prstGeom>
                      <a:noFill/>
                    </p:spPr>
                  </p:pic>
                </p:oleObj>
              </mc:Fallback>
            </mc:AlternateContent>
          </a:graphicData>
        </a:graphic>
      </p:graphicFrame>
      <p:graphicFrame>
        <p:nvGraphicFramePr>
          <p:cNvPr id="40" name="对象 15"/>
          <p:cNvGraphicFramePr>
            <a:graphicFrameLocks noChangeAspect="1"/>
          </p:cNvGraphicFramePr>
          <p:nvPr>
            <p:extLst>
              <p:ext uri="{D42A27DB-BD31-4B8C-83A1-F6EECF244321}">
                <p14:modId xmlns:p14="http://schemas.microsoft.com/office/powerpoint/2010/main" val="4005885044"/>
              </p:ext>
            </p:extLst>
          </p:nvPr>
        </p:nvGraphicFramePr>
        <p:xfrm>
          <a:off x="968766" y="6354088"/>
          <a:ext cx="2929659" cy="365125"/>
        </p:xfrm>
        <a:graphic>
          <a:graphicData uri="http://schemas.openxmlformats.org/presentationml/2006/ole">
            <mc:AlternateContent xmlns:mc="http://schemas.openxmlformats.org/markup-compatibility/2006">
              <mc:Choice xmlns:v="urn:schemas-microsoft-com:vml" Requires="v">
                <p:oleObj spid="_x0000_s10297" name="Equation" r:id="rId20" imgW="1841400" imgH="228600" progId="Equation.DSMT4">
                  <p:embed/>
                </p:oleObj>
              </mc:Choice>
              <mc:Fallback>
                <p:oleObj name="Equation" r:id="rId20" imgW="1841400" imgH="228600" progId="Equation.DSMT4">
                  <p:embed/>
                  <p:pic>
                    <p:nvPicPr>
                      <p:cNvPr id="8206" name="对象 15"/>
                      <p:cNvPicPr>
                        <a:picLocks noChangeAspect="1" noChangeArrowheads="1"/>
                      </p:cNvPicPr>
                      <p:nvPr/>
                    </p:nvPicPr>
                    <p:blipFill>
                      <a:blip r:embed="rId21"/>
                      <a:srcRect/>
                      <a:stretch>
                        <a:fillRect/>
                      </a:stretch>
                    </p:blipFill>
                    <p:spPr bwMode="auto">
                      <a:xfrm>
                        <a:off x="968766" y="6354088"/>
                        <a:ext cx="2929659"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977003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极化过程与介质</a:t>
            </a:r>
            <a:endParaRPr lang="zh-CN" altLang="en-US" sz="2800" dirty="0"/>
          </a:p>
        </p:txBody>
      </p:sp>
      <p:sp>
        <p:nvSpPr>
          <p:cNvPr id="9" name="矩形 8"/>
          <p:cNvSpPr/>
          <p:nvPr/>
        </p:nvSpPr>
        <p:spPr>
          <a:xfrm>
            <a:off x="339013" y="951808"/>
            <a:ext cx="5974470" cy="3170099"/>
          </a:xfrm>
          <a:prstGeom prst="rect">
            <a:avLst/>
          </a:prstGeom>
        </p:spPr>
        <p:txBody>
          <a:bodyPr wrap="squar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无外电场：介质内部和表面任意局部均无净电荷和电流，介质总的净电荷为零。</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极化过程</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：外电场作用，电子产生位移，电介质总的净电荷依然为零，内部或表面产生净电荷，内部或产生电流，这些电荷称为极化电荷，电流称为极化电流。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用电偶极子</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近似</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等效极化电荷的作用</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根据多极子展开，第一项净电荷为零，偶极子项为主要作用项，忽略四极子及更多极子项</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，再用电偶极子的极矩计算极化电荷。</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1" name="矩形 30"/>
          <p:cNvSpPr/>
          <p:nvPr/>
        </p:nvSpPr>
        <p:spPr>
          <a:xfrm>
            <a:off x="320676" y="4593517"/>
            <a:ext cx="3262432"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介质内部</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极化</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体</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电荷密度</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32" name="矩形 31"/>
          <p:cNvSpPr/>
          <p:nvPr/>
        </p:nvSpPr>
        <p:spPr>
          <a:xfrm>
            <a:off x="320674" y="5967567"/>
            <a:ext cx="3183037" cy="400110"/>
          </a:xfrm>
          <a:prstGeom prst="rect">
            <a:avLst/>
          </a:prstGeom>
        </p:spPr>
        <p:txBody>
          <a:bodyPr wrap="squar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介质表面</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极化面电荷密度</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194920500"/>
              </p:ext>
            </p:extLst>
          </p:nvPr>
        </p:nvGraphicFramePr>
        <p:xfrm>
          <a:off x="3687188" y="4625393"/>
          <a:ext cx="971963" cy="363430"/>
        </p:xfrm>
        <a:graphic>
          <a:graphicData uri="http://schemas.openxmlformats.org/presentationml/2006/ole">
            <mc:AlternateContent xmlns:mc="http://schemas.openxmlformats.org/markup-compatibility/2006">
              <mc:Choice xmlns:v="urn:schemas-microsoft-com:vml" Requires="v">
                <p:oleObj spid="_x0000_s11314" name="Equation" r:id="rId3" imgW="672808" imgH="228501" progId="Equation.DSMT4">
                  <p:embed/>
                </p:oleObj>
              </mc:Choice>
              <mc:Fallback>
                <p:oleObj name="Equation" r:id="rId3" imgW="672808" imgH="228501"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7188" y="4625393"/>
                        <a:ext cx="971963" cy="3634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636379515"/>
              </p:ext>
            </p:extLst>
          </p:nvPr>
        </p:nvGraphicFramePr>
        <p:xfrm>
          <a:off x="3660820" y="6019126"/>
          <a:ext cx="939001" cy="399773"/>
        </p:xfrm>
        <a:graphic>
          <a:graphicData uri="http://schemas.openxmlformats.org/presentationml/2006/ole">
            <mc:AlternateContent xmlns:mc="http://schemas.openxmlformats.org/markup-compatibility/2006">
              <mc:Choice xmlns:v="urn:schemas-microsoft-com:vml" Requires="v">
                <p:oleObj spid="_x0000_s11315" name="Equation" r:id="rId5" imgW="609600" imgH="228600" progId="Equation.DSMT4">
                  <p:embed/>
                </p:oleObj>
              </mc:Choice>
              <mc:Fallback>
                <p:oleObj name="Equation" r:id="rId5" imgW="609600" imgH="2286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0820" y="6019126"/>
                        <a:ext cx="939001" cy="399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582064209"/>
              </p:ext>
            </p:extLst>
          </p:nvPr>
        </p:nvGraphicFramePr>
        <p:xfrm>
          <a:off x="1978378" y="5402615"/>
          <a:ext cx="2945301" cy="572697"/>
        </p:xfrm>
        <a:graphic>
          <a:graphicData uri="http://schemas.openxmlformats.org/presentationml/2006/ole">
            <mc:AlternateContent xmlns:mc="http://schemas.openxmlformats.org/markup-compatibility/2006">
              <mc:Choice xmlns:v="urn:schemas-microsoft-com:vml" Requires="v">
                <p:oleObj spid="_x0000_s11316" name="Equation" r:id="rId7" imgW="1828800" imgH="381000" progId="Equation.DSMT4">
                  <p:embed/>
                </p:oleObj>
              </mc:Choice>
              <mc:Fallback>
                <p:oleObj name="Equation" r:id="rId7" imgW="1828800" imgH="38100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8378" y="5402615"/>
                        <a:ext cx="2945301"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229446129"/>
              </p:ext>
            </p:extLst>
          </p:nvPr>
        </p:nvGraphicFramePr>
        <p:xfrm>
          <a:off x="3680822" y="4959028"/>
          <a:ext cx="678685" cy="520634"/>
        </p:xfrm>
        <a:graphic>
          <a:graphicData uri="http://schemas.openxmlformats.org/presentationml/2006/ole">
            <mc:AlternateContent xmlns:mc="http://schemas.openxmlformats.org/markup-compatibility/2006">
              <mc:Choice xmlns:v="urn:schemas-microsoft-com:vml" Requires="v">
                <p:oleObj spid="_x0000_s11317" name="Equation" r:id="rId9" imgW="494870" imgH="355292" progId="Equation.DSMT4">
                  <p:embed/>
                </p:oleObj>
              </mc:Choice>
              <mc:Fallback>
                <p:oleObj name="Equation" r:id="rId9" imgW="494870" imgH="355292"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80822" y="4959028"/>
                        <a:ext cx="678685"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矩形 35"/>
          <p:cNvSpPr/>
          <p:nvPr/>
        </p:nvSpPr>
        <p:spPr>
          <a:xfrm>
            <a:off x="339012" y="4994641"/>
            <a:ext cx="3262432"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介质内部</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极化</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体</a:t>
            </a:r>
            <a:r>
              <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电流密度</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40" name="矩形 39"/>
          <p:cNvSpPr/>
          <p:nvPr/>
        </p:nvSpPr>
        <p:spPr>
          <a:xfrm>
            <a:off x="339012" y="4192899"/>
            <a:ext cx="5174909" cy="400110"/>
          </a:xfrm>
          <a:prstGeom prst="rect">
            <a:avLst/>
          </a:prstGeom>
        </p:spPr>
        <p:txBody>
          <a:bodyPr wrap="square">
            <a:spAutoFit/>
          </a:bodyPr>
          <a:lstStyle/>
          <a:p>
            <a:r>
              <a:rPr lang="zh-CN" altLang="en-US" sz="20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电极化矢量</a:t>
            </a:r>
            <a:r>
              <a:rPr lang="en-US" altLang="zh-CN" sz="2000" i="1"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：单位体积内总的电偶极矩</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950883137"/>
              </p:ext>
            </p:extLst>
          </p:nvPr>
        </p:nvGraphicFramePr>
        <p:xfrm>
          <a:off x="8759462" y="1751300"/>
          <a:ext cx="2407933" cy="399773"/>
        </p:xfrm>
        <a:graphic>
          <a:graphicData uri="http://schemas.openxmlformats.org/presentationml/2006/ole">
            <mc:AlternateContent xmlns:mc="http://schemas.openxmlformats.org/markup-compatibility/2006">
              <mc:Choice xmlns:v="urn:schemas-microsoft-com:vml" Requires="v">
                <p:oleObj spid="_x0000_s11318" name="Equation" r:id="rId11" imgW="1638300" imgH="228600" progId="Equation.DSMT4">
                  <p:embed/>
                </p:oleObj>
              </mc:Choice>
              <mc:Fallback>
                <p:oleObj name="Equation" r:id="rId11" imgW="1638300" imgH="228600" progId="Equation.DSMT4">
                  <p:embed/>
                  <p:pic>
                    <p:nvPicPr>
                      <p:cNvPr id="0" name="Object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59462" y="1751300"/>
                        <a:ext cx="2407933" cy="399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2" name="矩形 41"/>
              <p:cNvSpPr/>
              <p:nvPr/>
            </p:nvSpPr>
            <p:spPr>
              <a:xfrm>
                <a:off x="6313483" y="980729"/>
                <a:ext cx="5141943" cy="731547"/>
              </a:xfrm>
              <a:prstGeom prst="rect">
                <a:avLst/>
              </a:prstGeom>
            </p:spPr>
            <p:txBody>
              <a:bodyPr wrap="squar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真空形式电场散度定律右端是总电荷密度：包括自由电荷密度</a:t>
                </a:r>
                <a14:m>
                  <m:oMath xmlns:m="http://schemas.openxmlformats.org/officeDocument/2006/math">
                    <m:r>
                      <a:rPr lang="zh-CN" altLang="el-GR" sz="2000" i="1" kern="100" smtClean="0">
                        <a:latin typeface="Cambria Math" panose="02040503050406030204" pitchFamily="18" charset="0"/>
                        <a:ea typeface="黑体" panose="02010609060101010101" pitchFamily="49" charset="-122"/>
                        <a:cs typeface="Times New Roman" panose="02020603050405020304" pitchFamily="18" charset="0"/>
                      </a:rPr>
                      <m:t>𝜌</m:t>
                    </m:r>
                  </m:oMath>
                </a14:m>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和极化电荷密度</a:t>
                </a:r>
                <a14:m>
                  <m:oMath xmlns:m="http://schemas.openxmlformats.org/officeDocument/2006/math">
                    <m:sSub>
                      <m:sSubPr>
                        <m:ctrlPr>
                          <a:rPr lang="en-US" altLang="zh-CN" sz="2000" i="1" kern="100" smtClean="0">
                            <a:latin typeface="Cambria Math" panose="02040503050406030204" pitchFamily="18" charset="0"/>
                            <a:ea typeface="黑体" panose="02010609060101010101" pitchFamily="49" charset="-122"/>
                            <a:cs typeface="Times New Roman" panose="02020603050405020304" pitchFamily="18" charset="0"/>
                          </a:rPr>
                        </m:ctrlPr>
                      </m:sSubPr>
                      <m:e>
                        <m:r>
                          <a:rPr lang="zh-CN" altLang="en-US" sz="2000" i="1" kern="100" smtClean="0">
                            <a:latin typeface="Cambria Math" panose="02040503050406030204" pitchFamily="18" charset="0"/>
                            <a:ea typeface="黑体" panose="02010609060101010101" pitchFamily="49" charset="-122"/>
                            <a:cs typeface="Times New Roman" panose="02020603050405020304" pitchFamily="18" charset="0"/>
                          </a:rPr>
                          <m:t>𝜌</m:t>
                        </m:r>
                      </m:e>
                      <m:sub>
                        <m:r>
                          <a:rPr lang="en-US" altLang="zh-CN" sz="2000" b="0" i="1" kern="100" smtClean="0">
                            <a:latin typeface="Cambria Math" panose="02040503050406030204" pitchFamily="18" charset="0"/>
                            <a:ea typeface="黑体" panose="02010609060101010101" pitchFamily="49" charset="-122"/>
                            <a:cs typeface="Times New Roman" panose="02020603050405020304" pitchFamily="18" charset="0"/>
                          </a:rPr>
                          <m:t>𝑝</m:t>
                        </m:r>
                      </m:sub>
                    </m:sSub>
                    <m:r>
                      <a:rPr lang="zh-CN" altLang="en-US" sz="2000" i="1" kern="100">
                        <a:latin typeface="Cambria Math" panose="02040503050406030204" pitchFamily="18" charset="0"/>
                        <a:ea typeface="黑体" panose="02010609060101010101" pitchFamily="49" charset="-122"/>
                        <a:cs typeface="Times New Roman" panose="02020603050405020304" pitchFamily="18" charset="0"/>
                      </a:rPr>
                      <m:t>。</m:t>
                    </m:r>
                  </m:oMath>
                </a14:m>
                <a:endParaRPr lang="zh-CN" altLang="en-US" sz="2000" dirty="0">
                  <a:latin typeface="黑体" panose="02010609060101010101" pitchFamily="49" charset="-122"/>
                  <a:ea typeface="黑体" panose="02010609060101010101" pitchFamily="49" charset="-122"/>
                </a:endParaRPr>
              </a:p>
            </p:txBody>
          </p:sp>
        </mc:Choice>
        <mc:Fallback xmlns="">
          <p:sp>
            <p:nvSpPr>
              <p:cNvPr id="42" name="矩形 41"/>
              <p:cNvSpPr>
                <a:spLocks noRot="1" noChangeAspect="1" noMove="1" noResize="1" noEditPoints="1" noAdjustHandles="1" noChangeArrowheads="1" noChangeShapeType="1" noTextEdit="1"/>
              </p:cNvSpPr>
              <p:nvPr/>
            </p:nvSpPr>
            <p:spPr>
              <a:xfrm>
                <a:off x="6313483" y="980729"/>
                <a:ext cx="5141943" cy="731547"/>
              </a:xfrm>
              <a:prstGeom prst="rect">
                <a:avLst/>
              </a:prstGeom>
              <a:blipFill>
                <a:blip r:embed="rId13"/>
                <a:stretch>
                  <a:fillRect l="-1305" t="-5000" b="-8333"/>
                </a:stretch>
              </a:blipFill>
            </p:spPr>
            <p:txBody>
              <a:bodyPr/>
              <a:lstStyle/>
              <a:p>
                <a:r>
                  <a:rPr lang="zh-CN" altLang="en-US">
                    <a:noFill/>
                  </a:rPr>
                  <a:t> </a:t>
                </a:r>
              </a:p>
            </p:txBody>
          </p:sp>
        </mc:Fallback>
      </mc:AlternateContent>
      <p:graphicFrame>
        <p:nvGraphicFramePr>
          <p:cNvPr id="28" name="对象 27"/>
          <p:cNvGraphicFramePr>
            <a:graphicFrameLocks noChangeAspect="1"/>
          </p:cNvGraphicFramePr>
          <p:nvPr>
            <p:extLst>
              <p:ext uri="{D42A27DB-BD31-4B8C-83A1-F6EECF244321}">
                <p14:modId xmlns:p14="http://schemas.microsoft.com/office/powerpoint/2010/main" val="3506590875"/>
              </p:ext>
            </p:extLst>
          </p:nvPr>
        </p:nvGraphicFramePr>
        <p:xfrm>
          <a:off x="8759462" y="2151073"/>
          <a:ext cx="1967524" cy="358856"/>
        </p:xfrm>
        <a:graphic>
          <a:graphicData uri="http://schemas.openxmlformats.org/presentationml/2006/ole">
            <mc:AlternateContent xmlns:mc="http://schemas.openxmlformats.org/markup-compatibility/2006">
              <mc:Choice xmlns:v="urn:schemas-microsoft-com:vml" Requires="v">
                <p:oleObj spid="_x0000_s11319" name="Equation" r:id="rId14" imgW="977476" imgH="203112" progId="Equation.DSMT4">
                  <p:embed/>
                </p:oleObj>
              </mc:Choice>
              <mc:Fallback>
                <p:oleObj name="Equation" r:id="rId14" imgW="977476" imgH="203112" progId="Equation.DSMT4">
                  <p:embed/>
                  <p:pic>
                    <p:nvPicPr>
                      <p:cNvPr id="0" name="Object 6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59462" y="2151073"/>
                        <a:ext cx="1967524" cy="358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4072046418"/>
              </p:ext>
            </p:extLst>
          </p:nvPr>
        </p:nvGraphicFramePr>
        <p:xfrm>
          <a:off x="8759462" y="2517324"/>
          <a:ext cx="1293683" cy="326233"/>
        </p:xfrm>
        <a:graphic>
          <a:graphicData uri="http://schemas.openxmlformats.org/presentationml/2006/ole">
            <mc:AlternateContent xmlns:mc="http://schemas.openxmlformats.org/markup-compatibility/2006">
              <mc:Choice xmlns:v="urn:schemas-microsoft-com:vml" Requires="v">
                <p:oleObj spid="_x0000_s11320" name="Equation" r:id="rId16" imgW="736600" imgH="203200" progId="Equation.DSMT4">
                  <p:embed/>
                </p:oleObj>
              </mc:Choice>
              <mc:Fallback>
                <p:oleObj name="Equation" r:id="rId16" imgW="736600" imgH="203200" progId="Equation.DSMT4">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59462" y="2517324"/>
                        <a:ext cx="1293683"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1270881534"/>
              </p:ext>
            </p:extLst>
          </p:nvPr>
        </p:nvGraphicFramePr>
        <p:xfrm>
          <a:off x="8764524" y="2930693"/>
          <a:ext cx="978700" cy="326233"/>
        </p:xfrm>
        <a:graphic>
          <a:graphicData uri="http://schemas.openxmlformats.org/presentationml/2006/ole">
            <mc:AlternateContent xmlns:mc="http://schemas.openxmlformats.org/markup-compatibility/2006">
              <mc:Choice xmlns:v="urn:schemas-microsoft-com:vml" Requires="v">
                <p:oleObj spid="_x0000_s11321" name="Equation" r:id="rId18" imgW="545863" imgH="190417" progId="Equation.DSMT4">
                  <p:embed/>
                </p:oleObj>
              </mc:Choice>
              <mc:Fallback>
                <p:oleObj name="Equation" r:id="rId18" imgW="545863" imgH="190417" progId="Equation.DSMT4">
                  <p:embed/>
                  <p:pic>
                    <p:nvPicPr>
                      <p:cNvPr id="0" name="Object 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64524" y="2930693"/>
                        <a:ext cx="978700"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矩形 45"/>
          <p:cNvSpPr/>
          <p:nvPr/>
        </p:nvSpPr>
        <p:spPr>
          <a:xfrm>
            <a:off x="6342147" y="2130446"/>
            <a:ext cx="1210588"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整理可得</a:t>
            </a:r>
            <a:endParaRPr lang="zh-CN" altLang="en-US" sz="2000" dirty="0">
              <a:latin typeface="黑体" panose="02010609060101010101" pitchFamily="49" charset="-122"/>
              <a:ea typeface="黑体" panose="02010609060101010101" pitchFamily="49" charset="-122"/>
            </a:endParaRPr>
          </a:p>
        </p:txBody>
      </p:sp>
      <p:sp>
        <p:nvSpPr>
          <p:cNvPr id="49" name="矩形 48"/>
          <p:cNvSpPr/>
          <p:nvPr/>
        </p:nvSpPr>
        <p:spPr>
          <a:xfrm>
            <a:off x="6313483" y="2479694"/>
            <a:ext cx="198002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定义电位移矢量</a:t>
            </a:r>
            <a:endParaRPr lang="zh-CN" altLang="en-US" sz="2000" dirty="0">
              <a:latin typeface="黑体" panose="02010609060101010101" pitchFamily="49" charset="-122"/>
              <a:ea typeface="黑体" panose="02010609060101010101" pitchFamily="49" charset="-122"/>
            </a:endParaRPr>
          </a:p>
        </p:txBody>
      </p:sp>
      <p:sp>
        <p:nvSpPr>
          <p:cNvPr id="50" name="矩形 49"/>
          <p:cNvSpPr/>
          <p:nvPr/>
        </p:nvSpPr>
        <p:spPr>
          <a:xfrm>
            <a:off x="6306240" y="2838440"/>
            <a:ext cx="2492990" cy="400110"/>
          </a:xfrm>
          <a:prstGeom prst="rect">
            <a:avLst/>
          </a:prstGeom>
        </p:spPr>
        <p:txBody>
          <a:bodyPr wrap="non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媒质中电场散度方程</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51" name="矩形 50"/>
          <p:cNvSpPr/>
          <p:nvPr/>
        </p:nvSpPr>
        <p:spPr>
          <a:xfrm>
            <a:off x="6341403" y="1740102"/>
            <a:ext cx="441146"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即</a:t>
            </a:r>
            <a:endParaRPr lang="zh-CN" altLang="en-US" sz="2000" dirty="0">
              <a:latin typeface="黑体" panose="02010609060101010101" pitchFamily="49" charset="-122"/>
              <a:ea typeface="黑体" panose="02010609060101010101" pitchFamily="49" charset="-122"/>
            </a:endParaRPr>
          </a:p>
        </p:txBody>
      </p:sp>
      <p:sp>
        <p:nvSpPr>
          <p:cNvPr id="52" name="矩形 51"/>
          <p:cNvSpPr/>
          <p:nvPr/>
        </p:nvSpPr>
        <p:spPr>
          <a:xfrm>
            <a:off x="6377453" y="3567064"/>
            <a:ext cx="5512520" cy="2923877"/>
          </a:xfrm>
          <a:prstGeom prst="rect">
            <a:avLst/>
          </a:prstGeom>
          <a:ln w="28575">
            <a:solidFill>
              <a:srgbClr val="7030A0"/>
            </a:solidFill>
            <a:prstDash val="solid"/>
          </a:ln>
        </p:spPr>
        <p:txBody>
          <a:bodyPr wrap="square">
            <a:spAutoFit/>
          </a:bodyPr>
          <a:lstStyle/>
          <a:p>
            <a:pPr algn="ctr"/>
            <a:r>
              <a:rPr lang="zh-CN" altLang="en-US" sz="24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注 意</a:t>
            </a:r>
            <a:endParaRPr lang="en-US" altLang="zh-CN" sz="24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媒质中电场散度方程右端只是自由电荷，真空形式电场散度方程右端包括所有种类的电荷。</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媒质的极化效应即可以用极化电荷和极化电流表征，也可以用电位移矢量</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D</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表征，可以择一使用，但同一问题不要两种都用。</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均匀介质内部极化电荷极化电流为零。没有极化面电流。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976559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极化电荷密度</a:t>
            </a:r>
            <a:endParaRPr lang="zh-CN" altLang="en-US" sz="2800" dirty="0"/>
          </a:p>
        </p:txBody>
      </p:sp>
      <p:sp>
        <p:nvSpPr>
          <p:cNvPr id="32" name="矩形 31"/>
          <p:cNvSpPr/>
          <p:nvPr/>
        </p:nvSpPr>
        <p:spPr>
          <a:xfrm>
            <a:off x="6289357" y="6091555"/>
            <a:ext cx="2952327" cy="369332"/>
          </a:xfrm>
          <a:prstGeom prst="rect">
            <a:avLst/>
          </a:prstGeom>
        </p:spPr>
        <p:txBody>
          <a:bodyPr wrap="square">
            <a:spAutoFit/>
          </a:bodyPr>
          <a:lstStyle/>
          <a:p>
            <a:r>
              <a:rPr lang="zh-CN" altLang="en-US"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介质表面极化面电荷密度</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375142" y="977825"/>
            <a:ext cx="8084487" cy="2523184"/>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3749084392"/>
              </p:ext>
            </p:extLst>
          </p:nvPr>
        </p:nvGraphicFramePr>
        <p:xfrm>
          <a:off x="9331477" y="4426394"/>
          <a:ext cx="2669179" cy="460204"/>
        </p:xfrm>
        <a:graphic>
          <a:graphicData uri="http://schemas.openxmlformats.org/presentationml/2006/ole">
            <mc:AlternateContent xmlns:mc="http://schemas.openxmlformats.org/markup-compatibility/2006">
              <mc:Choice xmlns:v="urn:schemas-microsoft-com:vml" Requires="v">
                <p:oleObj spid="_x0000_s12338" name="Equation" r:id="rId4" imgW="1651000" imgH="279400" progId="Equation.DSMT4">
                  <p:embed/>
                </p:oleObj>
              </mc:Choice>
              <mc:Fallback>
                <p:oleObj name="Equation" r:id="rId4" imgW="1651000" imgH="2794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1477" y="4426394"/>
                        <a:ext cx="2669179" cy="460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850394319"/>
              </p:ext>
            </p:extLst>
          </p:nvPr>
        </p:nvGraphicFramePr>
        <p:xfrm>
          <a:off x="9381696" y="5591526"/>
          <a:ext cx="1190021" cy="269614"/>
        </p:xfrm>
        <a:graphic>
          <a:graphicData uri="http://schemas.openxmlformats.org/presentationml/2006/ole">
            <mc:AlternateContent xmlns:mc="http://schemas.openxmlformats.org/markup-compatibility/2006">
              <mc:Choice xmlns:v="urn:schemas-microsoft-com:vml" Requires="v">
                <p:oleObj spid="_x0000_s12339" name="Equation" r:id="rId6" imgW="825142" imgH="165028" progId="Equation.DSMT4">
                  <p:embed/>
                </p:oleObj>
              </mc:Choice>
              <mc:Fallback>
                <p:oleObj name="Equation" r:id="rId6" imgW="825142" imgH="165028"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1696" y="5591526"/>
                        <a:ext cx="1190021"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648958286"/>
              </p:ext>
            </p:extLst>
          </p:nvPr>
        </p:nvGraphicFramePr>
        <p:xfrm>
          <a:off x="9395316" y="5071431"/>
          <a:ext cx="1069159" cy="399773"/>
        </p:xfrm>
        <a:graphic>
          <a:graphicData uri="http://schemas.openxmlformats.org/presentationml/2006/ole">
            <mc:AlternateContent xmlns:mc="http://schemas.openxmlformats.org/markup-compatibility/2006">
              <mc:Choice xmlns:v="urn:schemas-microsoft-com:vml" Requires="v">
                <p:oleObj spid="_x0000_s12340" name="Equation" r:id="rId8" imgW="672808" imgH="228501" progId="Equation.DSMT4">
                  <p:embed/>
                </p:oleObj>
              </mc:Choice>
              <mc:Fallback>
                <p:oleObj name="Equation" r:id="rId8" imgW="672808" imgH="228501" progId="Equation.DSMT4">
                  <p:embed/>
                  <p:pic>
                    <p:nvPicPr>
                      <p:cNvPr id="6"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95316" y="5071431"/>
                        <a:ext cx="1069159" cy="399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824391756"/>
              </p:ext>
            </p:extLst>
          </p:nvPr>
        </p:nvGraphicFramePr>
        <p:xfrm>
          <a:off x="9416732" y="6091478"/>
          <a:ext cx="1032901" cy="439750"/>
        </p:xfrm>
        <a:graphic>
          <a:graphicData uri="http://schemas.openxmlformats.org/presentationml/2006/ole">
            <mc:AlternateContent xmlns:mc="http://schemas.openxmlformats.org/markup-compatibility/2006">
              <mc:Choice xmlns:v="urn:schemas-microsoft-com:vml" Requires="v">
                <p:oleObj spid="_x0000_s12341" name="Equation" r:id="rId10" imgW="609480" imgH="228600" progId="Equation.DSMT4">
                  <p:embed/>
                </p:oleObj>
              </mc:Choice>
              <mc:Fallback>
                <p:oleObj name="Equation" r:id="rId10" imgW="609480" imgH="228600" progId="Equation.DSMT4">
                  <p:embed/>
                  <p:pic>
                    <p:nvPicPr>
                      <p:cNvPr id="8" name="对象 7"/>
                      <p:cNvPicPr>
                        <a:picLocks noChangeAspect="1" noChangeArrowheads="1"/>
                      </p:cNvPicPr>
                      <p:nvPr/>
                    </p:nvPicPr>
                    <p:blipFill>
                      <a:blip r:embed="rId11"/>
                      <a:srcRect/>
                      <a:stretch>
                        <a:fillRect/>
                      </a:stretch>
                    </p:blipFill>
                    <p:spPr bwMode="auto">
                      <a:xfrm>
                        <a:off x="9416732" y="6091478"/>
                        <a:ext cx="1032901" cy="4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96958259"/>
              </p:ext>
            </p:extLst>
          </p:nvPr>
        </p:nvGraphicFramePr>
        <p:xfrm>
          <a:off x="9320900" y="2550163"/>
          <a:ext cx="1462087" cy="293687"/>
        </p:xfrm>
        <a:graphic>
          <a:graphicData uri="http://schemas.openxmlformats.org/presentationml/2006/ole">
            <mc:AlternateContent xmlns:mc="http://schemas.openxmlformats.org/markup-compatibility/2006">
              <mc:Choice xmlns:v="urn:schemas-microsoft-com:vml" Requires="v">
                <p:oleObj spid="_x0000_s12342" name="Equation" r:id="rId12" imgW="812520" imgH="164880" progId="Equation.DSMT4">
                  <p:embed/>
                </p:oleObj>
              </mc:Choice>
              <mc:Fallback>
                <p:oleObj name="Equation" r:id="rId12" imgW="812520" imgH="164880" progId="Equation.DSMT4">
                  <p:embed/>
                  <p:pic>
                    <p:nvPicPr>
                      <p:cNvPr id="0" name="Object 34"/>
                      <p:cNvPicPr>
                        <a:picLocks noChangeAspect="1" noChangeArrowheads="1"/>
                      </p:cNvPicPr>
                      <p:nvPr/>
                    </p:nvPicPr>
                    <p:blipFill>
                      <a:blip r:embed="rId13"/>
                      <a:srcRect/>
                      <a:stretch>
                        <a:fillRect/>
                      </a:stretch>
                    </p:blipFill>
                    <p:spPr bwMode="auto">
                      <a:xfrm>
                        <a:off x="9320900" y="2550163"/>
                        <a:ext cx="1462087" cy="293687"/>
                      </a:xfrm>
                      <a:prstGeom prst="rect">
                        <a:avLst/>
                      </a:prstGeom>
                      <a:noFill/>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637559836"/>
              </p:ext>
            </p:extLst>
          </p:nvPr>
        </p:nvGraphicFramePr>
        <p:xfrm>
          <a:off x="9343700" y="3231518"/>
          <a:ext cx="1754187" cy="417513"/>
        </p:xfrm>
        <a:graphic>
          <a:graphicData uri="http://schemas.openxmlformats.org/presentationml/2006/ole">
            <mc:AlternateContent xmlns:mc="http://schemas.openxmlformats.org/markup-compatibility/2006">
              <mc:Choice xmlns:v="urn:schemas-microsoft-com:vml" Requires="v">
                <p:oleObj spid="_x0000_s12343" name="Equation" r:id="rId14" imgW="990360" imgH="228600" progId="Equation.DSMT4">
                  <p:embed/>
                </p:oleObj>
              </mc:Choice>
              <mc:Fallback>
                <p:oleObj name="Equation" r:id="rId14" imgW="990360" imgH="228600" progId="Equation.DSMT4">
                  <p:embed/>
                  <p:pic>
                    <p:nvPicPr>
                      <p:cNvPr id="0" name="Object 33"/>
                      <p:cNvPicPr>
                        <a:picLocks noChangeAspect="1" noChangeArrowheads="1"/>
                      </p:cNvPicPr>
                      <p:nvPr/>
                    </p:nvPicPr>
                    <p:blipFill>
                      <a:blip r:embed="rId15"/>
                      <a:srcRect/>
                      <a:stretch>
                        <a:fillRect/>
                      </a:stretch>
                    </p:blipFill>
                    <p:spPr bwMode="auto">
                      <a:xfrm>
                        <a:off x="9343700" y="3231518"/>
                        <a:ext cx="1754187"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矩形 58"/>
          <p:cNvSpPr/>
          <p:nvPr/>
        </p:nvSpPr>
        <p:spPr>
          <a:xfrm>
            <a:off x="313436" y="3626265"/>
            <a:ext cx="5831904" cy="2834622"/>
          </a:xfrm>
          <a:prstGeom prst="rect">
            <a:avLst/>
          </a:prstGeom>
          <a:ln w="28575">
            <a:solidFill>
              <a:srgbClr val="7030A0"/>
            </a:solidFill>
          </a:ln>
        </p:spPr>
        <p:txBody>
          <a:bodyPr wrap="square">
            <a:spAutoFit/>
          </a:bodyPr>
          <a:lstStyle/>
          <a:p>
            <a:pPr algn="just">
              <a:lnSpc>
                <a:spcPct val="110000"/>
              </a:lnSpc>
            </a:pPr>
            <a:r>
              <a:rPr lang="zh-CN" altLang="en-US" dirty="0">
                <a:latin typeface="Times New Roman" panose="02020603050405020304" pitchFamily="18" charset="0"/>
                <a:ea typeface="黑体" panose="02010609060101010101" pitchFamily="49" charset="-122"/>
                <a:cs typeface="Times New Roman" panose="02020603050405020304" pitchFamily="18" charset="0"/>
              </a:rPr>
              <a:t>介质内任选闭合面，完全在闭合面内电偶极子正负电荷抵消，不贡献闭合面内部的净电荷，穿越闭合面的电偶极子一个电荷在闭合面内、贡献净电荷，另一个电荷露出到闭合面外，两者电量相等符号相反。如果闭合面是介质的表面，电偶极子</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露出</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闭合面的电荷就是介质表面的面电荷。闭合面面元</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1" i="1" dirty="0" err="1">
                <a:latin typeface="Times New Roman" panose="02020603050405020304" pitchFamily="18" charset="0"/>
                <a:ea typeface="黑体" panose="02010609060101010101" pitchFamily="49" charset="-122"/>
                <a:cs typeface="Times New Roman" panose="02020603050405020304" pitchFamily="18" charset="0"/>
              </a:rPr>
              <a:t>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外表面设有一个底面为</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1" i="1" dirty="0" err="1">
                <a:latin typeface="Times New Roman" panose="02020603050405020304" pitchFamily="18" charset="0"/>
                <a:ea typeface="黑体" panose="02010609060101010101" pitchFamily="49" charset="-122"/>
                <a:cs typeface="Times New Roman" panose="02020603050405020304" pitchFamily="18" charset="0"/>
              </a:rPr>
              <a:t>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斜</a:t>
            </a:r>
            <a:r>
              <a:rPr lang="zh-CN" altLang="en-CA" dirty="0">
                <a:latin typeface="Times New Roman" panose="02020603050405020304" pitchFamily="18" charset="0"/>
                <a:ea typeface="黑体" panose="02010609060101010101" pitchFamily="49" charset="-122"/>
                <a:cs typeface="Times New Roman" panose="02020603050405020304" pitchFamily="18" charset="0"/>
              </a:rPr>
              <a:t>柱体</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，倾斜方向是电偶极子方向，斜柱体斜高是电偶极子正负电荷的距离</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b="1" i="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电偶极子极矩方向与</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的方向一致。这样所有穿越</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b="1" i="1" dirty="0" err="1">
                <a:latin typeface="Times New Roman" panose="02020603050405020304" pitchFamily="18" charset="0"/>
                <a:ea typeface="黑体" panose="02010609060101010101" pitchFamily="49" charset="-122"/>
                <a:cs typeface="Times New Roman" panose="02020603050405020304" pitchFamily="18" charset="0"/>
              </a:rPr>
              <a:t>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电偶极子都只有一个电荷在斜柱体内。</a:t>
            </a:r>
          </a:p>
        </p:txBody>
      </p:sp>
      <p:sp>
        <p:nvSpPr>
          <p:cNvPr id="60" name="矩形 59"/>
          <p:cNvSpPr/>
          <p:nvPr/>
        </p:nvSpPr>
        <p:spPr>
          <a:xfrm>
            <a:off x="8546883" y="2166475"/>
            <a:ext cx="3185487"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斜柱体内电偶极子</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zh-CN" altLang="en-US" dirty="0">
                <a:latin typeface="黑体" panose="02010609060101010101" pitchFamily="49" charset="-122"/>
                <a:ea typeface="黑体" panose="02010609060101010101" pitchFamily="49" charset="-122"/>
                <a:cs typeface="Times New Roman" panose="02020603050405020304" pitchFamily="18" charset="0"/>
              </a:rPr>
              <a:t>电荷</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zh-CN" altLang="en-US" dirty="0">
                <a:latin typeface="黑体" panose="02010609060101010101" pitchFamily="49" charset="-122"/>
                <a:ea typeface="黑体" panose="02010609060101010101" pitchFamily="49" charset="-122"/>
                <a:cs typeface="Times New Roman" panose="02020603050405020304" pitchFamily="18" charset="0"/>
              </a:rPr>
              <a:t>数量</a:t>
            </a:r>
            <a:endParaRPr lang="zh-CN" alt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61" name="矩形 60"/>
              <p:cNvSpPr/>
              <p:nvPr/>
            </p:nvSpPr>
            <p:spPr>
              <a:xfrm>
                <a:off x="8546883" y="943033"/>
                <a:ext cx="2950595" cy="944746"/>
              </a:xfrm>
              <a:prstGeom prst="rect">
                <a:avLst/>
              </a:prstGeom>
            </p:spPr>
            <p:txBody>
              <a:bodyPr wrap="squar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单位体积内有</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个电偶极子，每个电偶极子的极矩为</a:t>
                </a:r>
                <a14:m>
                  <m:oMath xmlns:m="http://schemas.openxmlformats.org/officeDocument/2006/math">
                    <m:sSub>
                      <m:sSubPr>
                        <m:ctrlPr>
                          <a:rPr lang="en-US" altLang="zh-CN"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𝑞</m:t>
                        </m:r>
                      </m:e>
                      <m:sub>
                        <m:r>
                          <a:rPr lang="en-US" altLang="zh-CN" b="0" i="1" smtClean="0">
                            <a:latin typeface="Cambria Math" panose="02040503050406030204" pitchFamily="18" charset="0"/>
                            <a:ea typeface="黑体" panose="02010609060101010101" pitchFamily="49" charset="-122"/>
                            <a:cs typeface="Times New Roman" panose="02020603050405020304" pitchFamily="18" charset="0"/>
                          </a:rPr>
                          <m:t>𝑝</m:t>
                        </m:r>
                      </m:sub>
                    </m:sSub>
                    <m:r>
                      <a:rPr lang="en-US" altLang="zh-CN" b="1" i="1" smtClean="0">
                        <a:latin typeface="Cambria Math" panose="02040503050406030204" pitchFamily="18" charset="0"/>
                        <a:ea typeface="黑体" panose="02010609060101010101" pitchFamily="49" charset="-122"/>
                        <a:cs typeface="Times New Roman" panose="02020603050405020304" pitchFamily="18" charset="0"/>
                      </a:rPr>
                      <m:t>𝒍</m:t>
                    </m:r>
                  </m:oMath>
                </a14:m>
                <a:r>
                  <a:rPr lang="zh-CN" altLang="en-US" b="1" i="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介质的极化强度为</a:t>
                </a:r>
              </a:p>
            </p:txBody>
          </p:sp>
        </mc:Choice>
        <mc:Fallback xmlns="">
          <p:sp>
            <p:nvSpPr>
              <p:cNvPr id="61" name="矩形 60"/>
              <p:cNvSpPr>
                <a:spLocks noRot="1" noChangeAspect="1" noMove="1" noResize="1" noEditPoints="1" noAdjustHandles="1" noChangeArrowheads="1" noChangeShapeType="1" noTextEdit="1"/>
              </p:cNvSpPr>
              <p:nvPr/>
            </p:nvSpPr>
            <p:spPr>
              <a:xfrm>
                <a:off x="8546883" y="943033"/>
                <a:ext cx="2950595" cy="944746"/>
              </a:xfrm>
              <a:prstGeom prst="rect">
                <a:avLst/>
              </a:prstGeom>
              <a:blipFill>
                <a:blip r:embed="rId16"/>
                <a:stretch>
                  <a:fillRect l="-1653" t="-5161" b="-5161"/>
                </a:stretch>
              </a:blipFill>
            </p:spPr>
            <p:txBody>
              <a:bodyPr/>
              <a:lstStyle/>
              <a:p>
                <a:r>
                  <a:rPr lang="zh-CN" altLang="en-US">
                    <a:noFill/>
                  </a:rPr>
                  <a:t> </a:t>
                </a:r>
              </a:p>
            </p:txBody>
          </p:sp>
        </mc:Fallback>
      </mc:AlternateContent>
      <p:graphicFrame>
        <p:nvGraphicFramePr>
          <p:cNvPr id="62" name="对象 61"/>
          <p:cNvGraphicFramePr>
            <a:graphicFrameLocks noChangeAspect="1"/>
          </p:cNvGraphicFramePr>
          <p:nvPr>
            <p:extLst>
              <p:ext uri="{D42A27DB-BD31-4B8C-83A1-F6EECF244321}">
                <p14:modId xmlns:p14="http://schemas.microsoft.com/office/powerpoint/2010/main" val="4216247533"/>
              </p:ext>
            </p:extLst>
          </p:nvPr>
        </p:nvGraphicFramePr>
        <p:xfrm>
          <a:off x="9320900" y="1865658"/>
          <a:ext cx="966787" cy="415925"/>
        </p:xfrm>
        <a:graphic>
          <a:graphicData uri="http://schemas.openxmlformats.org/presentationml/2006/ole">
            <mc:AlternateContent xmlns:mc="http://schemas.openxmlformats.org/markup-compatibility/2006">
              <mc:Choice xmlns:v="urn:schemas-microsoft-com:vml" Requires="v">
                <p:oleObj spid="_x0000_s12344" name="Equation" r:id="rId17" imgW="545760" imgH="228600" progId="Equation.DSMT4">
                  <p:embed/>
                </p:oleObj>
              </mc:Choice>
              <mc:Fallback>
                <p:oleObj name="Equation" r:id="rId17" imgW="545760" imgH="228600" progId="Equation.DSMT4">
                  <p:embed/>
                  <p:pic>
                    <p:nvPicPr>
                      <p:cNvPr id="43" name="对象 42"/>
                      <p:cNvPicPr>
                        <a:picLocks noChangeAspect="1" noChangeArrowheads="1"/>
                      </p:cNvPicPr>
                      <p:nvPr/>
                    </p:nvPicPr>
                    <p:blipFill>
                      <a:blip r:embed="rId18"/>
                      <a:srcRect/>
                      <a:stretch>
                        <a:fillRect/>
                      </a:stretch>
                    </p:blipFill>
                    <p:spPr bwMode="auto">
                      <a:xfrm>
                        <a:off x="9320900" y="1865658"/>
                        <a:ext cx="966787"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矩形 62"/>
          <p:cNvSpPr/>
          <p:nvPr/>
        </p:nvSpPr>
        <p:spPr>
          <a:xfrm>
            <a:off x="8620073" y="2839912"/>
            <a:ext cx="2262158"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斜柱体内电荷的电量</a:t>
            </a:r>
            <a:endParaRPr lang="zh-CN" altLang="en-US" dirty="0">
              <a:latin typeface="黑体" panose="02010609060101010101" pitchFamily="49" charset="-122"/>
              <a:ea typeface="黑体" panose="02010609060101010101" pitchFamily="49" charset="-122"/>
            </a:endParaRPr>
          </a:p>
        </p:txBody>
      </p:sp>
      <p:sp>
        <p:nvSpPr>
          <p:cNvPr id="64" name="矩形 63"/>
          <p:cNvSpPr/>
          <p:nvPr/>
        </p:nvSpPr>
        <p:spPr>
          <a:xfrm>
            <a:off x="6297194" y="3573016"/>
            <a:ext cx="3106292" cy="646331"/>
          </a:xfrm>
          <a:prstGeom prst="rect">
            <a:avLst/>
          </a:prstGeom>
        </p:spPr>
        <p:txBody>
          <a:bodyPr wrap="squar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所有穿越闭合面电偶极子的</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露出</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闭合面电荷的电量</a:t>
            </a:r>
          </a:p>
        </p:txBody>
      </p:sp>
      <p:graphicFrame>
        <p:nvGraphicFramePr>
          <p:cNvPr id="65" name="对象 64"/>
          <p:cNvGraphicFramePr>
            <a:graphicFrameLocks noChangeAspect="1"/>
          </p:cNvGraphicFramePr>
          <p:nvPr>
            <p:extLst>
              <p:ext uri="{D42A27DB-BD31-4B8C-83A1-F6EECF244321}">
                <p14:modId xmlns:p14="http://schemas.microsoft.com/office/powerpoint/2010/main" val="1918592343"/>
              </p:ext>
            </p:extLst>
          </p:nvPr>
        </p:nvGraphicFramePr>
        <p:xfrm>
          <a:off x="9331477" y="3721045"/>
          <a:ext cx="840960" cy="460626"/>
        </p:xfrm>
        <a:graphic>
          <a:graphicData uri="http://schemas.openxmlformats.org/presentationml/2006/ole">
            <mc:AlternateContent xmlns:mc="http://schemas.openxmlformats.org/markup-compatibility/2006">
              <mc:Choice xmlns:v="urn:schemas-microsoft-com:vml" Requires="v">
                <p:oleObj spid="_x0000_s12345" name="Equation" r:id="rId19" imgW="520560" imgH="279360" progId="Equation.DSMT4">
                  <p:embed/>
                </p:oleObj>
              </mc:Choice>
              <mc:Fallback>
                <p:oleObj name="Equation" r:id="rId19" imgW="520560" imgH="279360" progId="Equation.DSMT4">
                  <p:embed/>
                  <p:pic>
                    <p:nvPicPr>
                      <p:cNvPr id="10" name="对象 9"/>
                      <p:cNvPicPr>
                        <a:picLocks noChangeAspect="1" noChangeArrowheads="1"/>
                      </p:cNvPicPr>
                      <p:nvPr/>
                    </p:nvPicPr>
                    <p:blipFill>
                      <a:blip r:embed="rId20"/>
                      <a:srcRect/>
                      <a:stretch>
                        <a:fillRect/>
                      </a:stretch>
                    </p:blipFill>
                    <p:spPr bwMode="auto">
                      <a:xfrm>
                        <a:off x="9331477" y="3721045"/>
                        <a:ext cx="840960" cy="460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 name="矩形 65"/>
          <p:cNvSpPr/>
          <p:nvPr/>
        </p:nvSpPr>
        <p:spPr>
          <a:xfrm>
            <a:off x="6289357" y="4204764"/>
            <a:ext cx="3096344" cy="923330"/>
          </a:xfrm>
          <a:prstGeom prst="rect">
            <a:avLst/>
          </a:prstGeom>
        </p:spPr>
        <p:txBody>
          <a:bodyPr wrap="squar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闭合面内电荷电量，即所有穿越闭合面的电偶极子</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留在</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闭合面内电荷电量</a:t>
            </a:r>
          </a:p>
        </p:txBody>
      </p:sp>
      <p:sp>
        <p:nvSpPr>
          <p:cNvPr id="67" name="矩形 66"/>
          <p:cNvSpPr/>
          <p:nvPr/>
        </p:nvSpPr>
        <p:spPr>
          <a:xfrm>
            <a:off x="6307142" y="5071431"/>
            <a:ext cx="3272756" cy="369332"/>
          </a:xfrm>
          <a:prstGeom prst="rect">
            <a:avLst/>
          </a:prstGeom>
        </p:spPr>
        <p:txBody>
          <a:bodyPr wrap="square">
            <a:spAutoFit/>
          </a:bodyPr>
          <a:lstStyle/>
          <a:p>
            <a:r>
              <a:rPr lang="zh-CN" altLang="en-US"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电介质极化</a:t>
            </a:r>
            <a:r>
              <a:rPr lang="en-US"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体</a:t>
            </a:r>
            <a:r>
              <a:rPr lang="en-US"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电荷密度</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8" name="矩形 67"/>
          <p:cNvSpPr/>
          <p:nvPr/>
        </p:nvSpPr>
        <p:spPr>
          <a:xfrm>
            <a:off x="6307142" y="5445224"/>
            <a:ext cx="3078559" cy="646331"/>
          </a:xfrm>
          <a:prstGeom prst="rect">
            <a:avLst/>
          </a:prstGeom>
        </p:spPr>
        <p:txBody>
          <a:bodyPr wrap="square">
            <a:spAutoFit/>
          </a:bodyPr>
          <a:lstStyle/>
          <a:p>
            <a:r>
              <a:rPr lang="zh-CN" altLang="en-US" kern="100" dirty="0">
                <a:latin typeface="Times New Roman" panose="02020603050405020304" pitchFamily="18" charset="0"/>
                <a:ea typeface="黑体" panose="02010609060101010101" pitchFamily="49" charset="-122"/>
                <a:cs typeface="Times New Roman" panose="02020603050405020304" pitchFamily="18" charset="0"/>
              </a:rPr>
              <a:t>斜柱体内穿越面元</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的电偶极子露在闭合面外的电荷电量</a:t>
            </a:r>
          </a:p>
        </p:txBody>
      </p:sp>
    </p:spTree>
    <p:extLst>
      <p:ext uri="{BB962C8B-B14F-4D97-AF65-F5344CB8AC3E}">
        <p14:creationId xmlns:p14="http://schemas.microsoft.com/office/powerpoint/2010/main" val="168102669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磁化过程与磁介质</a:t>
            </a:r>
            <a:endParaRPr lang="zh-CN" altLang="en-US" sz="2800" dirty="0"/>
          </a:p>
        </p:txBody>
      </p:sp>
      <p:sp>
        <p:nvSpPr>
          <p:cNvPr id="9" name="矩形 8"/>
          <p:cNvSpPr/>
          <p:nvPr/>
        </p:nvSpPr>
        <p:spPr>
          <a:xfrm>
            <a:off x="349119" y="1038351"/>
            <a:ext cx="5709897" cy="2246769"/>
          </a:xfrm>
          <a:prstGeom prst="rect">
            <a:avLst/>
          </a:prstGeom>
        </p:spPr>
        <p:txBody>
          <a:bodyPr wrap="square">
            <a:spAutoFit/>
          </a:bodyPr>
          <a:lstStyle/>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无外磁场：磁介质总的净电流为零，内部和表面任意局部无净电流。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lgn="just"/>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磁化过程</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：外磁场作用，产生净磁矩，磁介质总的净电流为零，内部或表面产生净电流，这些电流称为磁化电流。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用磁偶极子</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近似</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等效磁化电流的作用</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根据多极子展开</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，再用磁偶极子的磁矩计算磁化电流。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1" name="矩形 30"/>
          <p:cNvSpPr/>
          <p:nvPr/>
        </p:nvSpPr>
        <p:spPr>
          <a:xfrm>
            <a:off x="6183225" y="1542191"/>
            <a:ext cx="3508400" cy="400110"/>
          </a:xfrm>
          <a:prstGeom prst="rect">
            <a:avLst/>
          </a:prstGeom>
        </p:spPr>
        <p:txBody>
          <a:bodyPr wrap="squar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磁介质内部磁化</a:t>
            </a:r>
            <a:r>
              <a:rPr lang="en-US" altLang="zh-CN" sz="2000" kern="1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体</a:t>
            </a:r>
            <a:r>
              <a:rPr lang="en-US" altLang="zh-CN" sz="2000" kern="1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电流密度</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矩形 31"/>
          <p:cNvSpPr/>
          <p:nvPr/>
        </p:nvSpPr>
        <p:spPr>
          <a:xfrm>
            <a:off x="6167957" y="2033069"/>
            <a:ext cx="3305470" cy="400110"/>
          </a:xfrm>
          <a:prstGeom prst="rect">
            <a:avLst/>
          </a:prstGeom>
        </p:spPr>
        <p:txBody>
          <a:bodyPr wrap="squar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磁介质表面磁化面电流密度</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0" name="矩形 39"/>
          <p:cNvSpPr/>
          <p:nvPr/>
        </p:nvSpPr>
        <p:spPr>
          <a:xfrm>
            <a:off x="6161813" y="1039879"/>
            <a:ext cx="4623919" cy="400110"/>
          </a:xfrm>
          <a:prstGeom prst="rect">
            <a:avLst/>
          </a:prstGeom>
        </p:spPr>
        <p:txBody>
          <a:bodyPr wrap="squar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磁化矢量</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：单位体积内总的磁偶极矩</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 name="矩形 41"/>
              <p:cNvSpPr/>
              <p:nvPr/>
            </p:nvSpPr>
            <p:spPr>
              <a:xfrm>
                <a:off x="6200443" y="2670824"/>
                <a:ext cx="4800098" cy="1039323"/>
              </a:xfrm>
              <a:prstGeom prst="rect">
                <a:avLst/>
              </a:prstGeom>
            </p:spPr>
            <p:txBody>
              <a:bodyPr wrap="square">
                <a:spAutoFit/>
              </a:bodyPr>
              <a:lstStyle/>
              <a:p>
                <a:pPr algn="just"/>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真空形式</a:t>
                </a:r>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磁场旋度方程右端</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是总</a:t>
                </a:r>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电流</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：包括</a:t>
                </a:r>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自由电荷的电流密度</a:t>
                </a:r>
                <a:r>
                  <a:rPr lang="en-CA" altLang="zh-CN" sz="2000" b="1" i="1" kern="100" dirty="0">
                    <a:latin typeface="Times New Roman" panose="02020603050405020304" pitchFamily="18" charset="0"/>
                    <a:ea typeface="黑体" panose="02010609060101010101" pitchFamily="49" charset="-122"/>
                    <a:cs typeface="Times New Roman" panose="02020603050405020304" pitchFamily="18" charset="0"/>
                  </a:rPr>
                  <a:t>J</a:t>
                </a:r>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、极化电流密度</a:t>
                </a:r>
                <a14:m>
                  <m:oMath xmlns:m="http://schemas.openxmlformats.org/officeDocument/2006/math">
                    <m:sSub>
                      <m:sSubPr>
                        <m:ctrlPr>
                          <a:rPr lang="en-US" altLang="zh-CN" sz="2000" i="1" kern="100" smtClean="0">
                            <a:latin typeface="Cambria Math" panose="02040503050406030204" pitchFamily="18" charset="0"/>
                            <a:ea typeface="黑体" panose="02010609060101010101" pitchFamily="49" charset="-122"/>
                            <a:cs typeface="Times New Roman" panose="02020603050405020304" pitchFamily="18" charset="0"/>
                          </a:rPr>
                        </m:ctrlPr>
                      </m:sSubPr>
                      <m:e>
                        <m:r>
                          <m:rPr>
                            <m:nor/>
                          </m:rP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m:t>J</m:t>
                        </m:r>
                      </m:e>
                      <m:sub>
                        <m:r>
                          <a:rPr lang="en-US" altLang="zh-CN" sz="2000" b="0" i="1" kern="100" smtClean="0">
                            <a:latin typeface="Cambria Math" panose="02040503050406030204" pitchFamily="18" charset="0"/>
                            <a:ea typeface="黑体" panose="02010609060101010101" pitchFamily="49" charset="-122"/>
                            <a:cs typeface="Times New Roman" panose="02020603050405020304" pitchFamily="18" charset="0"/>
                          </a:rPr>
                          <m:t>𝑝</m:t>
                        </m:r>
                      </m:sub>
                    </m:sSub>
                  </m:oMath>
                </a14:m>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和磁化电流密度</a:t>
                </a:r>
                <a14:m>
                  <m:oMath xmlns:m="http://schemas.openxmlformats.org/officeDocument/2006/math">
                    <m:sSub>
                      <m:sSubPr>
                        <m:ctrlPr>
                          <a:rPr lang="en-US" altLang="zh-CN" sz="2000" i="1" kern="100">
                            <a:latin typeface="Cambria Math" panose="02040503050406030204" pitchFamily="18" charset="0"/>
                            <a:ea typeface="黑体" panose="02010609060101010101" pitchFamily="49" charset="-122"/>
                            <a:cs typeface="Times New Roman" panose="02020603050405020304" pitchFamily="18" charset="0"/>
                          </a:rPr>
                        </m:ctrlPr>
                      </m:sSubPr>
                      <m:e>
                        <m:r>
                          <m:rPr>
                            <m:nor/>
                          </m:rP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m:t>J</m:t>
                        </m:r>
                      </m:e>
                      <m:sub>
                        <m:r>
                          <a:rPr lang="en-US" altLang="zh-CN" sz="2000" b="0" i="1" kern="100" dirty="0" smtClean="0">
                            <a:latin typeface="Cambria Math" panose="02040503050406030204" pitchFamily="18" charset="0"/>
                            <a:ea typeface="黑体" panose="02010609060101010101" pitchFamily="49" charset="-122"/>
                            <a:cs typeface="Times New Roman" panose="02020603050405020304" pitchFamily="18" charset="0"/>
                          </a:rPr>
                          <m:t>𝑚</m:t>
                        </m:r>
                      </m:sub>
                    </m:sSub>
                  </m:oMath>
                </a14:m>
                <a:r>
                  <a:rPr lang="zh-CN" altLang="zh-CN" sz="2000" kern="1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方程可以写成</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2" name="矩形 41"/>
              <p:cNvSpPr>
                <a:spLocks noRot="1" noChangeAspect="1" noMove="1" noResize="1" noEditPoints="1" noAdjustHandles="1" noChangeArrowheads="1" noChangeShapeType="1" noTextEdit="1"/>
              </p:cNvSpPr>
              <p:nvPr/>
            </p:nvSpPr>
            <p:spPr>
              <a:xfrm>
                <a:off x="6200443" y="2670824"/>
                <a:ext cx="4800098" cy="1039323"/>
              </a:xfrm>
              <a:prstGeom prst="rect">
                <a:avLst/>
              </a:prstGeom>
              <a:blipFill>
                <a:blip r:embed="rId3"/>
                <a:stretch>
                  <a:fillRect l="-1269" t="-2924" r="-1269" b="-5263"/>
                </a:stretch>
              </a:blipFill>
            </p:spPr>
            <p:txBody>
              <a:bodyPr/>
              <a:lstStyle/>
              <a:p>
                <a:r>
                  <a:rPr lang="zh-CN" altLang="en-US">
                    <a:noFill/>
                  </a:rPr>
                  <a:t> </a:t>
                </a:r>
              </a:p>
            </p:txBody>
          </p:sp>
        </mc:Fallback>
      </mc:AlternateContent>
      <p:graphicFrame>
        <p:nvGraphicFramePr>
          <p:cNvPr id="43" name="对象 42"/>
          <p:cNvGraphicFramePr>
            <a:graphicFrameLocks noChangeAspect="1"/>
          </p:cNvGraphicFramePr>
          <p:nvPr>
            <p:extLst>
              <p:ext uri="{D42A27DB-BD31-4B8C-83A1-F6EECF244321}">
                <p14:modId xmlns:p14="http://schemas.microsoft.com/office/powerpoint/2010/main" val="3300215296"/>
              </p:ext>
            </p:extLst>
          </p:nvPr>
        </p:nvGraphicFramePr>
        <p:xfrm>
          <a:off x="8600492" y="5385635"/>
          <a:ext cx="1176075" cy="296575"/>
        </p:xfrm>
        <a:graphic>
          <a:graphicData uri="http://schemas.openxmlformats.org/presentationml/2006/ole">
            <mc:AlternateContent xmlns:mc="http://schemas.openxmlformats.org/markup-compatibility/2006">
              <mc:Choice xmlns:v="urn:schemas-microsoft-com:vml" Requires="v">
                <p:oleObj spid="_x0000_s13356" name="Equation" r:id="rId4" imgW="736600" imgH="203200" progId="Equation.DSMT4">
                  <p:embed/>
                </p:oleObj>
              </mc:Choice>
              <mc:Fallback>
                <p:oleObj name="Equation" r:id="rId4" imgW="736600" imgH="203200" progId="Equation.DSMT4">
                  <p:embed/>
                  <p:pic>
                    <p:nvPicPr>
                      <p:cNvPr id="43" name="对象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0492" y="5385635"/>
                        <a:ext cx="1176075"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矩形 45"/>
          <p:cNvSpPr/>
          <p:nvPr/>
        </p:nvSpPr>
        <p:spPr>
          <a:xfrm>
            <a:off x="6201825" y="4254342"/>
            <a:ext cx="1210588" cy="400110"/>
          </a:xfrm>
          <a:prstGeom prst="rect">
            <a:avLst/>
          </a:prstGeom>
        </p:spPr>
        <p:txBody>
          <a:bodyPr wrap="non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整理可得</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 name="矩形 48"/>
          <p:cNvSpPr/>
          <p:nvPr/>
        </p:nvSpPr>
        <p:spPr>
          <a:xfrm>
            <a:off x="6183225" y="5312670"/>
            <a:ext cx="1723549" cy="400110"/>
          </a:xfrm>
          <a:prstGeom prst="rect">
            <a:avLst/>
          </a:prstGeom>
        </p:spPr>
        <p:txBody>
          <a:bodyPr wrap="non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又电位移矢量</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 name="矩形 49"/>
          <p:cNvSpPr/>
          <p:nvPr/>
        </p:nvSpPr>
        <p:spPr>
          <a:xfrm>
            <a:off x="6169376" y="5948215"/>
            <a:ext cx="2492990" cy="400110"/>
          </a:xfrm>
          <a:prstGeom prst="rect">
            <a:avLst/>
          </a:prstGeom>
        </p:spPr>
        <p:txBody>
          <a:bodyPr wrap="none">
            <a:spAutoFit/>
          </a:bodyPr>
          <a:lstStyle/>
          <a:p>
            <a:r>
              <a:rPr lang="zh-CN" altLang="en-US" sz="20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媒质中磁场旋度方程</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1" name="矩形 50"/>
          <p:cNvSpPr/>
          <p:nvPr/>
        </p:nvSpPr>
        <p:spPr>
          <a:xfrm>
            <a:off x="6161814" y="4756462"/>
            <a:ext cx="1723549" cy="400110"/>
          </a:xfrm>
          <a:prstGeom prst="rect">
            <a:avLst/>
          </a:prstGeom>
        </p:spPr>
        <p:txBody>
          <a:bodyPr wrap="none">
            <a:spAutoFit/>
          </a:bodyPr>
          <a:lstStyle/>
          <a:p>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定义磁场强度</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424775516"/>
              </p:ext>
            </p:extLst>
          </p:nvPr>
        </p:nvGraphicFramePr>
        <p:xfrm>
          <a:off x="9473427" y="1573255"/>
          <a:ext cx="1293683" cy="326233"/>
        </p:xfrm>
        <a:graphic>
          <a:graphicData uri="http://schemas.openxmlformats.org/presentationml/2006/ole">
            <mc:AlternateContent xmlns:mc="http://schemas.openxmlformats.org/markup-compatibility/2006">
              <mc:Choice xmlns:v="urn:schemas-microsoft-com:vml" Requires="v">
                <p:oleObj spid="_x0000_s13357" name="Equation" r:id="rId6" imgW="698197" imgH="203112" progId="Equation.DSMT4">
                  <p:embed/>
                </p:oleObj>
              </mc:Choice>
              <mc:Fallback>
                <p:oleObj name="Equation" r:id="rId6" imgW="698197" imgH="203112"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3427" y="1573255"/>
                        <a:ext cx="1293683"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06615314"/>
              </p:ext>
            </p:extLst>
          </p:nvPr>
        </p:nvGraphicFramePr>
        <p:xfrm>
          <a:off x="9376515" y="2072006"/>
          <a:ext cx="1439925" cy="326233"/>
        </p:xfrm>
        <a:graphic>
          <a:graphicData uri="http://schemas.openxmlformats.org/presentationml/2006/ole">
            <mc:AlternateContent xmlns:mc="http://schemas.openxmlformats.org/markup-compatibility/2006">
              <mc:Choice xmlns:v="urn:schemas-microsoft-com:vml" Requires="v">
                <p:oleObj spid="_x0000_s13358" name="Equation" r:id="rId8" imgW="799753" imgH="203112" progId="Equation.DSMT4">
                  <p:embed/>
                </p:oleObj>
              </mc:Choice>
              <mc:Fallback>
                <p:oleObj name="Equation" r:id="rId8" imgW="799753" imgH="203112"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76515" y="2072006"/>
                        <a:ext cx="1439925"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64001611"/>
              </p:ext>
            </p:extLst>
          </p:nvPr>
        </p:nvGraphicFramePr>
        <p:xfrm>
          <a:off x="6324949" y="3681051"/>
          <a:ext cx="5028851" cy="481756"/>
        </p:xfrm>
        <a:graphic>
          <a:graphicData uri="http://schemas.openxmlformats.org/presentationml/2006/ole">
            <mc:AlternateContent xmlns:mc="http://schemas.openxmlformats.org/markup-compatibility/2006">
              <mc:Choice xmlns:v="urn:schemas-microsoft-com:vml" Requires="v">
                <p:oleObj spid="_x0000_s13359" name="Equation" r:id="rId10" imgW="3784600" imgH="355600" progId="Equation.DSMT4">
                  <p:embed/>
                </p:oleObj>
              </mc:Choice>
              <mc:Fallback>
                <p:oleObj name="Equation" r:id="rId10" imgW="3784600" imgH="35560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4949" y="3681051"/>
                        <a:ext cx="5028851" cy="48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49528084"/>
              </p:ext>
            </p:extLst>
          </p:nvPr>
        </p:nvGraphicFramePr>
        <p:xfrm>
          <a:off x="7608168" y="4226530"/>
          <a:ext cx="2677546" cy="529932"/>
        </p:xfrm>
        <a:graphic>
          <a:graphicData uri="http://schemas.openxmlformats.org/presentationml/2006/ole">
            <mc:AlternateContent xmlns:mc="http://schemas.openxmlformats.org/markup-compatibility/2006">
              <mc:Choice xmlns:v="urn:schemas-microsoft-com:vml" Requires="v">
                <p:oleObj spid="_x0000_s13360" name="Equation" r:id="rId12" imgW="1866090" imgH="393529" progId="Equation.DSMT4">
                  <p:embed/>
                </p:oleObj>
              </mc:Choice>
              <mc:Fallback>
                <p:oleObj name="Equation" r:id="rId12" imgW="1866090" imgH="393529"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08168" y="4226530"/>
                        <a:ext cx="2677546" cy="529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808945613"/>
              </p:ext>
            </p:extLst>
          </p:nvPr>
        </p:nvGraphicFramePr>
        <p:xfrm>
          <a:off x="8567530" y="4751019"/>
          <a:ext cx="1090289" cy="481756"/>
        </p:xfrm>
        <a:graphic>
          <a:graphicData uri="http://schemas.openxmlformats.org/presentationml/2006/ole">
            <mc:AlternateContent xmlns:mc="http://schemas.openxmlformats.org/markup-compatibility/2006">
              <mc:Choice xmlns:v="urn:schemas-microsoft-com:vml" Requires="v">
                <p:oleObj spid="_x0000_s13361" name="Equation" r:id="rId14" imgW="850531" imgH="393529" progId="Equation.DSMT4">
                  <p:embed/>
                </p:oleObj>
              </mc:Choice>
              <mc:Fallback>
                <p:oleObj name="Equation" r:id="rId14" imgW="850531" imgH="393529" progId="Equation.DSMT4">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67530" y="4751019"/>
                        <a:ext cx="1090289" cy="48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36570099"/>
              </p:ext>
            </p:extLst>
          </p:nvPr>
        </p:nvGraphicFramePr>
        <p:xfrm>
          <a:off x="8696285" y="5922608"/>
          <a:ext cx="1217066" cy="481756"/>
        </p:xfrm>
        <a:graphic>
          <a:graphicData uri="http://schemas.openxmlformats.org/presentationml/2006/ole">
            <mc:AlternateContent xmlns:mc="http://schemas.openxmlformats.org/markup-compatibility/2006">
              <mc:Choice xmlns:v="urn:schemas-microsoft-com:vml" Requires="v">
                <p:oleObj spid="_x0000_s13362" name="Equation" r:id="rId16" imgW="914003" imgH="355446" progId="Equation.DSMT4">
                  <p:embed/>
                </p:oleObj>
              </mc:Choice>
              <mc:Fallback>
                <p:oleObj name="Equation" r:id="rId16" imgW="914003" imgH="355446" progId="Equation.DSMT4">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696285" y="5922608"/>
                        <a:ext cx="1217066" cy="48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矩形 36"/>
          <p:cNvSpPr/>
          <p:nvPr/>
        </p:nvSpPr>
        <p:spPr>
          <a:xfrm>
            <a:off x="324205" y="3371467"/>
            <a:ext cx="5759723" cy="3170099"/>
          </a:xfrm>
          <a:prstGeom prst="rect">
            <a:avLst/>
          </a:prstGeom>
          <a:ln w="28575">
            <a:noFill/>
          </a:ln>
        </p:spPr>
        <p:txBody>
          <a:bodyPr wrap="square">
            <a:spAutoFit/>
          </a:bodyPr>
          <a:lstStyle/>
          <a:p>
            <a:pPr algn="ctr"/>
            <a:r>
              <a:rPr lang="zh-CN" altLang="en-US" sz="22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注 意</a:t>
            </a:r>
            <a:endParaRPr lang="en-US" altLang="zh-CN" sz="2200"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媒质中磁场旋度方程右端只包括自由电荷的电流，真空形式的方程右端是所有种类的电流。</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媒质磁化效应可以用磁化电流表征，也可以用磁场强度</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表征，可以择一使用，但同一问题不要两种都用。</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均匀磁介质内部磁化电流为零。。</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磁偶极子就一个绕着圆环的电流。磁化过程没有改变介质中正负电荷的位置分布，因此磁化不涉及电荷</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没有磁化电荷。</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2824092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磁化电流密度</a:t>
            </a:r>
            <a:endParaRPr lang="zh-CN" altLang="en-US" sz="2800" dirty="0"/>
          </a:p>
        </p:txBody>
      </p:sp>
      <p:sp>
        <p:nvSpPr>
          <p:cNvPr id="32" name="矩形 31"/>
          <p:cNvSpPr/>
          <p:nvPr/>
        </p:nvSpPr>
        <p:spPr>
          <a:xfrm>
            <a:off x="6892552" y="5817458"/>
            <a:ext cx="1830550" cy="707886"/>
          </a:xfrm>
          <a:prstGeom prst="rect">
            <a:avLst/>
          </a:prstGeom>
        </p:spPr>
        <p:txBody>
          <a:bodyPr wrap="squar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磁介质表面磁化面电荷密度</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42080909"/>
              </p:ext>
            </p:extLst>
          </p:nvPr>
        </p:nvGraphicFramePr>
        <p:xfrm>
          <a:off x="9313714" y="3183898"/>
          <a:ext cx="2629853" cy="461010"/>
        </p:xfrm>
        <a:graphic>
          <a:graphicData uri="http://schemas.openxmlformats.org/presentationml/2006/ole">
            <mc:AlternateContent xmlns:mc="http://schemas.openxmlformats.org/markup-compatibility/2006">
              <mc:Choice xmlns:v="urn:schemas-microsoft-com:vml" Requires="v">
                <p:oleObj spid="_x0000_s14386" name="Equation" r:id="rId3" imgW="1625400" imgH="279360" progId="Equation.DSMT4">
                  <p:embed/>
                </p:oleObj>
              </mc:Choice>
              <mc:Fallback>
                <p:oleObj name="Equation" r:id="rId3" imgW="1625400" imgH="279360" progId="Equation.DSMT4">
                  <p:embed/>
                  <p:pic>
                    <p:nvPicPr>
                      <p:cNvPr id="10" name="对象 9"/>
                      <p:cNvPicPr>
                        <a:picLocks noChangeAspect="1" noChangeArrowheads="1"/>
                      </p:cNvPicPr>
                      <p:nvPr/>
                    </p:nvPicPr>
                    <p:blipFill>
                      <a:blip r:embed="rId4"/>
                      <a:srcRect/>
                      <a:stretch>
                        <a:fillRect/>
                      </a:stretch>
                    </p:blipFill>
                    <p:spPr bwMode="auto">
                      <a:xfrm>
                        <a:off x="9313714" y="3183898"/>
                        <a:ext cx="2629853" cy="461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1763162827"/>
              </p:ext>
            </p:extLst>
          </p:nvPr>
        </p:nvGraphicFramePr>
        <p:xfrm>
          <a:off x="9494690" y="2049723"/>
          <a:ext cx="1460500" cy="293688"/>
        </p:xfrm>
        <a:graphic>
          <a:graphicData uri="http://schemas.openxmlformats.org/presentationml/2006/ole">
            <mc:AlternateContent xmlns:mc="http://schemas.openxmlformats.org/markup-compatibility/2006">
              <mc:Choice xmlns:v="urn:schemas-microsoft-com:vml" Requires="v">
                <p:oleObj spid="_x0000_s14387" name="Equation" r:id="rId5" imgW="812520" imgH="164880" progId="Equation.DSMT4">
                  <p:embed/>
                </p:oleObj>
              </mc:Choice>
              <mc:Fallback>
                <p:oleObj name="Equation" r:id="rId5" imgW="812520" imgH="164880" progId="Equation.DSMT4">
                  <p:embed/>
                  <p:pic>
                    <p:nvPicPr>
                      <p:cNvPr id="42" name="对象 41"/>
                      <p:cNvPicPr>
                        <a:picLocks noChangeAspect="1" noChangeArrowheads="1"/>
                      </p:cNvPicPr>
                      <p:nvPr/>
                    </p:nvPicPr>
                    <p:blipFill>
                      <a:blip r:embed="rId6"/>
                      <a:srcRect/>
                      <a:stretch>
                        <a:fillRect/>
                      </a:stretch>
                    </p:blipFill>
                    <p:spPr bwMode="auto">
                      <a:xfrm>
                        <a:off x="9494690" y="2049723"/>
                        <a:ext cx="1460500" cy="293688"/>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59" name="矩形 58"/>
              <p:cNvSpPr/>
              <p:nvPr/>
            </p:nvSpPr>
            <p:spPr>
              <a:xfrm>
                <a:off x="289909" y="3752055"/>
                <a:ext cx="6305550" cy="2834622"/>
              </a:xfrm>
              <a:prstGeom prst="rect">
                <a:avLst/>
              </a:prstGeom>
            </p:spPr>
            <p:txBody>
              <a:bodyPr wrap="square">
                <a:spAutoFit/>
              </a:bodyPr>
              <a:lstStyle/>
              <a:p>
                <a:pPr algn="just">
                  <a:lnSpc>
                    <a:spcPct val="110000"/>
                  </a:lnSpc>
                </a:pPr>
                <a:r>
                  <a:rPr lang="zh-CN" altLang="en-US" dirty="0">
                    <a:latin typeface="Times New Roman" panose="02020603050405020304" pitchFamily="18" charset="0"/>
                    <a:ea typeface="黑体" panose="02010609060101010101" pitchFamily="49" charset="-122"/>
                    <a:cs typeface="Times New Roman" panose="02020603050405020304" pitchFamily="18" charset="0"/>
                  </a:rPr>
                  <a:t>介质内任取一截面</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，边界为闭合曲线。完全在截面内磁偶极子环电流穿过截面</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两次、两次电流相反，不贡献截面内部净电流。套着闭合曲线的磁偶极子环电流只穿过截面内一次、在截面外再穿过一次，两者电量相等符号相反；前者贡献截面内的净电流，</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如果闭合曲线在磁介质的表面，后者可以形成磁介质表面的磁化面电流。</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在闭合曲线任取一个有向线元</a:t>
                </a:r>
                <a14:m>
                  <m:oMath xmlns:m="http://schemas.openxmlformats.org/officeDocument/2006/math">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d</m:t>
                    </m:r>
                    <m:r>
                      <a:rPr lang="en-US" altLang="zh-CN" b="1" i="1">
                        <a:latin typeface="Cambria Math" panose="02040503050406030204" pitchFamily="18" charset="0"/>
                        <a:ea typeface="黑体" panose="02010609060101010101" pitchFamily="49" charset="-122"/>
                        <a:cs typeface="Times New Roman" panose="02020603050405020304" pitchFamily="18" charset="0"/>
                      </a:rPr>
                      <m:t>𝒍</m:t>
                    </m:r>
                    <m:r>
                      <a:rPr lang="en-US" altLang="zh-CN" b="1" i="1">
                        <a:latin typeface="Cambria Math" panose="02040503050406030204" pitchFamily="18" charset="0"/>
                        <a:ea typeface="黑体" panose="02010609060101010101" pitchFamily="49" charset="-122"/>
                        <a:cs typeface="Times New Roman" panose="02020603050405020304" pitchFamily="18" charset="0"/>
                      </a:rPr>
                      <m:t> </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，一个斜柱体</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围绕</a:t>
                </a:r>
                <a14:m>
                  <m:oMath xmlns:m="http://schemas.openxmlformats.org/officeDocument/2006/math">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d</m:t>
                    </m:r>
                    <m:r>
                      <a:rPr lang="en-US" altLang="zh-CN" b="1" i="1">
                        <a:latin typeface="Cambria Math" panose="02040503050406030204" pitchFamily="18" charset="0"/>
                        <a:ea typeface="黑体" panose="02010609060101010101" pitchFamily="49" charset="-122"/>
                        <a:cs typeface="Times New Roman" panose="02020603050405020304" pitchFamily="18" charset="0"/>
                      </a:rPr>
                      <m:t>𝒍</m:t>
                    </m:r>
                    <m:r>
                      <a:rPr lang="en-US" altLang="zh-CN" b="1" i="1">
                        <a:latin typeface="Cambria Math" panose="02040503050406030204" pitchFamily="18" charset="0"/>
                        <a:ea typeface="黑体" panose="02010609060101010101" pitchFamily="49" charset="-122"/>
                        <a:cs typeface="Times New Roman" panose="02020603050405020304" pitchFamily="18" charset="0"/>
                      </a:rPr>
                      <m:t> </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，斜柱体</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的斜高</a:t>
                </a:r>
                <a14:m>
                  <m:oMath xmlns:m="http://schemas.openxmlformats.org/officeDocument/2006/math">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d</m:t>
                    </m:r>
                    <m:r>
                      <a:rPr lang="en-US" altLang="zh-CN" b="1" i="1">
                        <a:latin typeface="Cambria Math" panose="02040503050406030204" pitchFamily="18" charset="0"/>
                        <a:ea typeface="黑体" panose="02010609060101010101" pitchFamily="49" charset="-122"/>
                        <a:cs typeface="Times New Roman" panose="02020603050405020304" pitchFamily="18" charset="0"/>
                      </a:rPr>
                      <m:t>𝒍</m:t>
                    </m:r>
                    <m:r>
                      <a:rPr lang="en-US" altLang="zh-CN" b="1" i="1">
                        <a:latin typeface="Cambria Math" panose="02040503050406030204" pitchFamily="18" charset="0"/>
                        <a:ea typeface="黑体" panose="02010609060101010101" pitchFamily="49" charset="-122"/>
                        <a:cs typeface="Times New Roman" panose="02020603050405020304" pitchFamily="18" charset="0"/>
                      </a:rPr>
                      <m:t> </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底面</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 S</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方向与磁偶极子方向一致，大小为磁偶极子</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电流</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环的面积。所有套着</a:t>
                </a:r>
                <a:r>
                  <a:rPr lang="en-CA" altLang="zh-CN" b="1" i="1" dirty="0">
                    <a:latin typeface="Times New Roman" panose="02020603050405020304" pitchFamily="18" charset="0"/>
                    <a:ea typeface="黑体" panose="02010609060101010101" pitchFamily="49" charset="-122"/>
                    <a:cs typeface="Times New Roman" panose="02020603050405020304" pitchFamily="18" charset="0"/>
                  </a:rPr>
                  <a:t>dl</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的环电流磁偶极子沿着</a:t>
                </a:r>
                <a14:m>
                  <m:oMath xmlns:m="http://schemas.openxmlformats.org/officeDocument/2006/math">
                    <m:r>
                      <m:rPr>
                        <m:sty m:val="p"/>
                      </m:rPr>
                      <a:rPr lang="en-US" altLang="zh-CN">
                        <a:latin typeface="Cambria Math" panose="02040503050406030204" pitchFamily="18" charset="0"/>
                        <a:ea typeface="黑体" panose="02010609060101010101" pitchFamily="49" charset="-122"/>
                        <a:cs typeface="Times New Roman" panose="02020603050405020304" pitchFamily="18" charset="0"/>
                      </a:rPr>
                      <m:t>d</m:t>
                    </m:r>
                    <m:r>
                      <a:rPr lang="en-US" altLang="zh-CN" b="1" i="1">
                        <a:latin typeface="Cambria Math" panose="02040503050406030204" pitchFamily="18" charset="0"/>
                        <a:ea typeface="黑体" panose="02010609060101010101" pitchFamily="49" charset="-122"/>
                        <a:cs typeface="Times New Roman" panose="02020603050405020304" pitchFamily="18" charset="0"/>
                      </a:rPr>
                      <m:t>𝒍</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的方向排列</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59" name="矩形 58"/>
              <p:cNvSpPr>
                <a:spLocks noRot="1" noChangeAspect="1" noMove="1" noResize="1" noEditPoints="1" noAdjustHandles="1" noChangeArrowheads="1" noChangeShapeType="1" noTextEdit="1"/>
              </p:cNvSpPr>
              <p:nvPr/>
            </p:nvSpPr>
            <p:spPr>
              <a:xfrm>
                <a:off x="289909" y="3752055"/>
                <a:ext cx="6305550" cy="2834622"/>
              </a:xfrm>
              <a:prstGeom prst="rect">
                <a:avLst/>
              </a:prstGeom>
              <a:blipFill>
                <a:blip r:embed="rId7"/>
                <a:stretch>
                  <a:fillRect l="-870" t="-1505" r="-774" b="-1720"/>
                </a:stretch>
              </a:blipFill>
            </p:spPr>
            <p:txBody>
              <a:bodyPr/>
              <a:lstStyle/>
              <a:p>
                <a:r>
                  <a:rPr lang="zh-CN" altLang="en-US">
                    <a:noFill/>
                  </a:rPr>
                  <a:t> </a:t>
                </a:r>
              </a:p>
            </p:txBody>
          </p:sp>
        </mc:Fallback>
      </mc:AlternateContent>
      <p:sp>
        <p:nvSpPr>
          <p:cNvPr id="60" name="矩形 59"/>
          <p:cNvSpPr/>
          <p:nvPr/>
        </p:nvSpPr>
        <p:spPr>
          <a:xfrm>
            <a:off x="6835110" y="1979666"/>
            <a:ext cx="2749471" cy="400110"/>
          </a:xfrm>
          <a:prstGeom prst="rect">
            <a:avLst/>
          </a:prstGeom>
        </p:spPr>
        <p:txBody>
          <a:bodyPr wrap="none">
            <a:spAutoFit/>
          </a:bodyPr>
          <a:lstStyle/>
          <a:p>
            <a:r>
              <a:rPr lang="zh-CN" altLang="en-US" sz="2000" dirty="0">
                <a:latin typeface="黑体" panose="02010609060101010101" pitchFamily="49" charset="-122"/>
                <a:ea typeface="黑体" panose="02010609060101010101" pitchFamily="49" charset="-122"/>
                <a:cs typeface="Times New Roman" panose="02020603050405020304" pitchFamily="18" charset="0"/>
              </a:rPr>
              <a:t>斜柱体内磁偶极子数量</a:t>
            </a:r>
            <a:endParaRPr lang="zh-CN" altLang="en-US" sz="2000" dirty="0">
              <a:latin typeface="黑体" panose="02010609060101010101" pitchFamily="49" charset="-122"/>
              <a:ea typeface="黑体" panose="02010609060101010101" pitchFamily="49" charset="-122"/>
            </a:endParaRPr>
          </a:p>
        </p:txBody>
      </p:sp>
      <p:sp>
        <p:nvSpPr>
          <p:cNvPr id="61" name="矩形 60"/>
          <p:cNvSpPr/>
          <p:nvPr/>
        </p:nvSpPr>
        <p:spPr>
          <a:xfrm>
            <a:off x="6813996" y="1007377"/>
            <a:ext cx="4471954" cy="707886"/>
          </a:xfrm>
          <a:prstGeom prst="rect">
            <a:avLst/>
          </a:prstGeom>
        </p:spPr>
        <p:txBody>
          <a:bodyPr wrap="square">
            <a:spAutoFit/>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单位体积内有</a:t>
            </a:r>
            <a: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个磁偶极子，每个磁偶极子极矩为</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I</a:t>
            </a:r>
            <a: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b="1" i="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磁介质的磁化强度为</a:t>
            </a:r>
          </a:p>
        </p:txBody>
      </p:sp>
      <mc:AlternateContent xmlns:mc="http://schemas.openxmlformats.org/markup-compatibility/2006" xmlns:a14="http://schemas.microsoft.com/office/drawing/2010/main">
        <mc:Choice Requires="a14">
          <p:sp>
            <p:nvSpPr>
              <p:cNvPr id="63" name="矩形 62"/>
              <p:cNvSpPr/>
              <p:nvPr/>
            </p:nvSpPr>
            <p:spPr>
              <a:xfrm>
                <a:off x="6868597" y="2545827"/>
                <a:ext cx="3249608" cy="400110"/>
              </a:xfrm>
              <a:prstGeom prst="rect">
                <a:avLst/>
              </a:prstGeom>
            </p:spPr>
            <p:txBody>
              <a:bodyPr wrap="none">
                <a:spAutoFit/>
              </a:bodyPr>
              <a:lstStyle/>
              <a:p>
                <a:r>
                  <a:rPr lang="zh-CN" altLang="en-US" sz="2000" dirty="0">
                    <a:latin typeface="黑体" panose="02010609060101010101" pitchFamily="49" charset="-122"/>
                    <a:ea typeface="黑体" panose="02010609060101010101" pitchFamily="49" charset="-122"/>
                    <a:cs typeface="Times New Roman" panose="02020603050405020304" pitchFamily="18" charset="0"/>
                  </a:rPr>
                  <a:t>绕着</a:t>
                </a:r>
                <a14:m>
                  <m:oMath xmlns:m="http://schemas.openxmlformats.org/officeDocument/2006/math">
                    <m:r>
                      <m:rPr>
                        <m:sty m:val="p"/>
                      </m:rPr>
                      <a:rPr lang="en-US" altLang="zh-CN" sz="2000" b="0" i="0" smtClean="0">
                        <a:latin typeface="Cambria Math" panose="02040503050406030204" pitchFamily="18" charset="0"/>
                        <a:ea typeface="黑体" panose="02010609060101010101" pitchFamily="49" charset="-122"/>
                        <a:cs typeface="Times New Roman" panose="02020603050405020304" pitchFamily="18" charset="0"/>
                      </a:rPr>
                      <m:t>d</m:t>
                    </m:r>
                    <m:r>
                      <a:rPr lang="en-US" altLang="zh-CN" sz="2000" b="1" i="1" smtClean="0">
                        <a:latin typeface="Cambria Math" panose="02040503050406030204" pitchFamily="18" charset="0"/>
                        <a:ea typeface="黑体" panose="02010609060101010101" pitchFamily="49" charset="-122"/>
                        <a:cs typeface="Times New Roman" panose="02020603050405020304" pitchFamily="18" charset="0"/>
                      </a:rPr>
                      <m:t>𝒍</m:t>
                    </m:r>
                  </m:oMath>
                </a14:m>
                <a:r>
                  <a:rPr lang="zh-CN" altLang="en-US" sz="2000" dirty="0">
                    <a:latin typeface="黑体" panose="02010609060101010101" pitchFamily="49" charset="-122"/>
                    <a:ea typeface="黑体" panose="02010609060101010101" pitchFamily="49" charset="-122"/>
                    <a:cs typeface="Times New Roman" panose="02020603050405020304" pitchFamily="18" charset="0"/>
                  </a:rPr>
                  <a:t>穿过截面的电流强度</a:t>
                </a:r>
                <a:endParaRPr lang="zh-CN" altLang="en-US" sz="2000" dirty="0">
                  <a:latin typeface="黑体" panose="02010609060101010101" pitchFamily="49" charset="-122"/>
                  <a:ea typeface="黑体" panose="02010609060101010101" pitchFamily="49" charset="-122"/>
                </a:endParaRPr>
              </a:p>
            </p:txBody>
          </p:sp>
        </mc:Choice>
        <mc:Fallback xmlns="">
          <p:sp>
            <p:nvSpPr>
              <p:cNvPr id="63" name="矩形 62"/>
              <p:cNvSpPr>
                <a:spLocks noRot="1" noChangeAspect="1" noMove="1" noResize="1" noEditPoints="1" noAdjustHandles="1" noChangeArrowheads="1" noChangeShapeType="1" noTextEdit="1"/>
              </p:cNvSpPr>
              <p:nvPr/>
            </p:nvSpPr>
            <p:spPr>
              <a:xfrm>
                <a:off x="6868597" y="2545827"/>
                <a:ext cx="3249608" cy="400110"/>
              </a:xfrm>
              <a:prstGeom prst="rect">
                <a:avLst/>
              </a:prstGeom>
              <a:blipFill>
                <a:blip r:embed="rId8"/>
                <a:stretch>
                  <a:fillRect l="-2064" t="-12308" r="-750" b="-24615"/>
                </a:stretch>
              </a:blipFill>
            </p:spPr>
            <p:txBody>
              <a:bodyPr/>
              <a:lstStyle/>
              <a:p>
                <a:r>
                  <a:rPr lang="zh-CN" altLang="en-US">
                    <a:noFill/>
                  </a:rPr>
                  <a:t> </a:t>
                </a:r>
              </a:p>
            </p:txBody>
          </p:sp>
        </mc:Fallback>
      </mc:AlternateContent>
      <p:sp>
        <p:nvSpPr>
          <p:cNvPr id="64" name="矩形 63"/>
          <p:cNvSpPr/>
          <p:nvPr/>
        </p:nvSpPr>
        <p:spPr>
          <a:xfrm>
            <a:off x="6882290" y="2948285"/>
            <a:ext cx="2588302" cy="1015663"/>
          </a:xfrm>
          <a:prstGeom prst="rect">
            <a:avLst/>
          </a:prstGeom>
        </p:spPr>
        <p:txBody>
          <a:bodyPr wrap="square">
            <a:spAutoFit/>
          </a:bodyPr>
          <a:lstStyle/>
          <a:p>
            <a:r>
              <a:rPr lang="zh-CN" altLang="en-US" sz="2000" dirty="0">
                <a:latin typeface="黑体" panose="02010609060101010101" pitchFamily="49" charset="-122"/>
                <a:ea typeface="黑体" panose="02010609060101010101" pitchFamily="49" charset="-122"/>
                <a:cs typeface="Times New Roman" panose="02020603050405020304" pitchFamily="18" charset="0"/>
              </a:rPr>
              <a:t>所有穿过截面内电流是绕着整个闭合曲线内穿过截面的电流</a:t>
            </a:r>
            <a:endParaRPr lang="zh-CN" altLang="en-US" sz="2000" dirty="0">
              <a:latin typeface="黑体" panose="02010609060101010101" pitchFamily="49" charset="-122"/>
              <a:ea typeface="黑体" panose="02010609060101010101" pitchFamily="49" charset="-122"/>
            </a:endParaRPr>
          </a:p>
        </p:txBody>
      </p:sp>
      <p:sp>
        <p:nvSpPr>
          <p:cNvPr id="66" name="矩形 65"/>
          <p:cNvSpPr/>
          <p:nvPr/>
        </p:nvSpPr>
        <p:spPr>
          <a:xfrm>
            <a:off x="6882290" y="4034604"/>
            <a:ext cx="2022022" cy="400110"/>
          </a:xfrm>
          <a:prstGeom prst="rect">
            <a:avLst/>
          </a:prstGeom>
        </p:spPr>
        <p:txBody>
          <a:bodyPr wrap="square">
            <a:spAutoFit/>
          </a:bodyPr>
          <a:lstStyle/>
          <a:p>
            <a:r>
              <a:rPr lang="zh-CN" altLang="en-US" sz="2000" dirty="0">
                <a:latin typeface="黑体" panose="02010609060101010101" pitchFamily="49" charset="-122"/>
                <a:ea typeface="黑体" panose="02010609060101010101" pitchFamily="49" charset="-122"/>
                <a:cs typeface="Times New Roman" panose="02020603050405020304" pitchFamily="18" charset="0"/>
              </a:rPr>
              <a:t>因为</a:t>
            </a:r>
            <a:endParaRPr lang="zh-CN" altLang="en-US" sz="2000" dirty="0">
              <a:latin typeface="黑体" panose="02010609060101010101" pitchFamily="49" charset="-122"/>
              <a:ea typeface="黑体" panose="02010609060101010101" pitchFamily="49" charset="-122"/>
            </a:endParaRPr>
          </a:p>
        </p:txBody>
      </p:sp>
      <p:sp>
        <p:nvSpPr>
          <p:cNvPr id="67" name="矩形 66"/>
          <p:cNvSpPr/>
          <p:nvPr/>
        </p:nvSpPr>
        <p:spPr>
          <a:xfrm>
            <a:off x="6892552" y="4409236"/>
            <a:ext cx="2299792" cy="400110"/>
          </a:xfrm>
          <a:prstGeom prst="rect">
            <a:avLst/>
          </a:prstGeom>
        </p:spPr>
        <p:txBody>
          <a:bodyPr wrap="squar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磁化电流密度</a:t>
            </a:r>
            <a:endParaRPr lang="zh-CN" altLang="en-US" sz="2000" dirty="0">
              <a:solidFill>
                <a:srgbClr val="FF0000"/>
              </a:solidFill>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68" name="矩形 67"/>
              <p:cNvSpPr/>
              <p:nvPr/>
            </p:nvSpPr>
            <p:spPr>
              <a:xfrm>
                <a:off x="6882290" y="4778390"/>
                <a:ext cx="2473237" cy="1015663"/>
              </a:xfrm>
              <a:prstGeom prst="rect">
                <a:avLst/>
              </a:prstGeom>
            </p:spPr>
            <p:txBody>
              <a:bodyPr wrap="square">
                <a:spAutoFit/>
              </a:bodyPr>
              <a:lstStyle/>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若</a:t>
                </a:r>
                <a14:m>
                  <m:oMath xmlns:m="http://schemas.openxmlformats.org/officeDocument/2006/math">
                    <m:r>
                      <m:rPr>
                        <m:sty m:val="p"/>
                      </m:rPr>
                      <a:rPr lang="en-US" altLang="zh-CN" sz="2000">
                        <a:latin typeface="Cambria Math" panose="02040503050406030204" pitchFamily="18" charset="0"/>
                        <a:ea typeface="黑体" panose="02010609060101010101" pitchFamily="49" charset="-122"/>
                        <a:cs typeface="Times New Roman" panose="02020603050405020304" pitchFamily="18" charset="0"/>
                      </a:rPr>
                      <m:t>d</m:t>
                    </m:r>
                    <m:r>
                      <a:rPr lang="en-US" altLang="zh-CN" sz="2000" b="1" i="1">
                        <a:latin typeface="Cambria Math" panose="02040503050406030204" pitchFamily="18" charset="0"/>
                        <a:ea typeface="黑体" panose="02010609060101010101" pitchFamily="49" charset="-122"/>
                        <a:cs typeface="Times New Roman" panose="02020603050405020304" pitchFamily="18" charset="0"/>
                      </a:rPr>
                      <m:t>𝒍</m:t>
                    </m:r>
                  </m:oMath>
                </a14:m>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在磁介质表面，绕着</a:t>
                </a:r>
                <a14:m>
                  <m:oMath xmlns:m="http://schemas.openxmlformats.org/officeDocument/2006/math">
                    <m:r>
                      <m:rPr>
                        <m:sty m:val="p"/>
                      </m:rPr>
                      <a:rPr lang="en-US" altLang="zh-CN" sz="2000">
                        <a:latin typeface="Cambria Math" panose="02040503050406030204" pitchFamily="18" charset="0"/>
                        <a:ea typeface="黑体" panose="02010609060101010101" pitchFamily="49" charset="-122"/>
                        <a:cs typeface="Times New Roman" panose="02020603050405020304" pitchFamily="18" charset="0"/>
                      </a:rPr>
                      <m:t>d</m:t>
                    </m:r>
                    <m:r>
                      <a:rPr lang="en-US" altLang="zh-CN" sz="2000" b="1" i="1">
                        <a:latin typeface="Cambria Math" panose="02040503050406030204" pitchFamily="18" charset="0"/>
                        <a:ea typeface="黑体" panose="02010609060101010101" pitchFamily="49" charset="-122"/>
                        <a:cs typeface="Times New Roman" panose="02020603050405020304" pitchFamily="18" charset="0"/>
                      </a:rPr>
                      <m:t>𝒍</m:t>
                    </m:r>
                  </m:oMath>
                </a14:m>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截面外的电流</a:t>
                </a:r>
                <a:r>
                  <a:rPr lang="zh-CN" altLang="en-US" sz="2000" dirty="0">
                    <a:latin typeface="黑体" panose="02010609060101010101" pitchFamily="49" charset="-122"/>
                    <a:ea typeface="黑体" panose="02010609060101010101" pitchFamily="49" charset="-122"/>
                    <a:cs typeface="Times New Roman" panose="02020603050405020304" pitchFamily="18" charset="0"/>
                  </a:rPr>
                  <a:t>，为表面电流强度</a:t>
                </a:r>
                <a:endParaRPr lang="zh-CN" altLang="en-US" sz="2000" dirty="0">
                  <a:latin typeface="黑体" panose="02010609060101010101" pitchFamily="49" charset="-122"/>
                  <a:ea typeface="黑体" panose="02010609060101010101" pitchFamily="49" charset="-122"/>
                </a:endParaRPr>
              </a:p>
            </p:txBody>
          </p:sp>
        </mc:Choice>
        <mc:Fallback xmlns="">
          <p:sp>
            <p:nvSpPr>
              <p:cNvPr id="68" name="矩形 67"/>
              <p:cNvSpPr>
                <a:spLocks noRot="1" noChangeAspect="1" noMove="1" noResize="1" noEditPoints="1" noAdjustHandles="1" noChangeArrowheads="1" noChangeShapeType="1" noTextEdit="1"/>
              </p:cNvSpPr>
              <p:nvPr/>
            </p:nvSpPr>
            <p:spPr>
              <a:xfrm>
                <a:off x="6882290" y="4778390"/>
                <a:ext cx="2473237" cy="1015663"/>
              </a:xfrm>
              <a:prstGeom prst="rect">
                <a:avLst/>
              </a:prstGeom>
              <a:blipFill>
                <a:blip r:embed="rId9"/>
                <a:stretch>
                  <a:fillRect l="-2709" t="-4819" r="-2463" b="-10241"/>
                </a:stretch>
              </a:blipFill>
            </p:spPr>
            <p:txBody>
              <a:bodyPr/>
              <a:lstStyle/>
              <a:p>
                <a:r>
                  <a:rPr lang="zh-CN" altLang="en-US">
                    <a:noFill/>
                  </a:rPr>
                  <a:t> </a:t>
                </a:r>
              </a:p>
            </p:txBody>
          </p:sp>
        </mc:Fallback>
      </mc:AlternateContent>
      <p:pic>
        <p:nvPicPr>
          <p:cNvPr id="4" name="图片 3"/>
          <p:cNvPicPr>
            <a:picLocks noChangeAspect="1"/>
          </p:cNvPicPr>
          <p:nvPr/>
        </p:nvPicPr>
        <p:blipFill>
          <a:blip r:embed="rId10"/>
          <a:stretch>
            <a:fillRect/>
          </a:stretch>
        </p:blipFill>
        <p:spPr>
          <a:xfrm>
            <a:off x="407368" y="802532"/>
            <a:ext cx="4644461" cy="2886711"/>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3102100471"/>
              </p:ext>
            </p:extLst>
          </p:nvPr>
        </p:nvGraphicFramePr>
        <p:xfrm>
          <a:off x="9533914" y="1729644"/>
          <a:ext cx="818139" cy="241723"/>
        </p:xfrm>
        <a:graphic>
          <a:graphicData uri="http://schemas.openxmlformats.org/presentationml/2006/ole">
            <mc:AlternateContent xmlns:mc="http://schemas.openxmlformats.org/markup-compatibility/2006">
              <mc:Choice xmlns:v="urn:schemas-microsoft-com:vml" Requires="v">
                <p:oleObj spid="_x0000_s14388" name="Equation" r:id="rId11" imgW="545626" imgH="164957" progId="Equation.DSMT4">
                  <p:embed/>
                </p:oleObj>
              </mc:Choice>
              <mc:Fallback>
                <p:oleObj name="Equation" r:id="rId11" imgW="545626" imgH="164957" progId="Equation.DSMT4">
                  <p:embed/>
                  <p:pic>
                    <p:nvPicPr>
                      <p:cNvPr id="0"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33914" y="1729644"/>
                        <a:ext cx="818139" cy="2417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556298993"/>
              </p:ext>
            </p:extLst>
          </p:nvPr>
        </p:nvGraphicFramePr>
        <p:xfrm>
          <a:off x="10044423" y="2613637"/>
          <a:ext cx="1358583" cy="270669"/>
        </p:xfrm>
        <a:graphic>
          <a:graphicData uri="http://schemas.openxmlformats.org/presentationml/2006/ole">
            <mc:AlternateContent xmlns:mc="http://schemas.openxmlformats.org/markup-compatibility/2006">
              <mc:Choice xmlns:v="urn:schemas-microsoft-com:vml" Requires="v">
                <p:oleObj spid="_x0000_s14389" name="Equation" r:id="rId13" imgW="914400" imgH="164880" progId="Equation.DSMT4">
                  <p:embed/>
                </p:oleObj>
              </mc:Choice>
              <mc:Fallback>
                <p:oleObj name="Equation" r:id="rId13" imgW="914400" imgH="164880" progId="Equation.DSMT4">
                  <p:embed/>
                  <p:pic>
                    <p:nvPicPr>
                      <p:cNvPr id="0" name="Object 52"/>
                      <p:cNvPicPr>
                        <a:picLocks noChangeAspect="1" noChangeArrowheads="1"/>
                      </p:cNvPicPr>
                      <p:nvPr/>
                    </p:nvPicPr>
                    <p:blipFill>
                      <a:blip r:embed="rId14"/>
                      <a:srcRect/>
                      <a:stretch>
                        <a:fillRect/>
                      </a:stretch>
                    </p:blipFill>
                    <p:spPr bwMode="auto">
                      <a:xfrm>
                        <a:off x="10044423" y="2613637"/>
                        <a:ext cx="1358583" cy="270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1342607211"/>
              </p:ext>
            </p:extLst>
          </p:nvPr>
        </p:nvGraphicFramePr>
        <p:xfrm>
          <a:off x="9355527" y="3988296"/>
          <a:ext cx="1377791" cy="461010"/>
        </p:xfrm>
        <a:graphic>
          <a:graphicData uri="http://schemas.openxmlformats.org/presentationml/2006/ole">
            <mc:AlternateContent xmlns:mc="http://schemas.openxmlformats.org/markup-compatibility/2006">
              <mc:Choice xmlns:v="urn:schemas-microsoft-com:vml" Requires="v">
                <p:oleObj spid="_x0000_s14390" name="Equation" r:id="rId15" imgW="850680" imgH="279360" progId="Equation.DSMT4">
                  <p:embed/>
                </p:oleObj>
              </mc:Choice>
              <mc:Fallback>
                <p:oleObj name="Equation" r:id="rId15" imgW="850680" imgH="279360" progId="Equation.DSMT4">
                  <p:embed/>
                  <p:pic>
                    <p:nvPicPr>
                      <p:cNvPr id="10" name="对象 9"/>
                      <p:cNvPicPr>
                        <a:picLocks noChangeAspect="1" noChangeArrowheads="1"/>
                      </p:cNvPicPr>
                      <p:nvPr/>
                    </p:nvPicPr>
                    <p:blipFill>
                      <a:blip r:embed="rId16"/>
                      <a:srcRect/>
                      <a:stretch>
                        <a:fillRect/>
                      </a:stretch>
                    </p:blipFill>
                    <p:spPr bwMode="auto">
                      <a:xfrm>
                        <a:off x="9355527" y="3988296"/>
                        <a:ext cx="1377791" cy="461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85220791"/>
              </p:ext>
            </p:extLst>
          </p:nvPr>
        </p:nvGraphicFramePr>
        <p:xfrm>
          <a:off x="9397580" y="4463743"/>
          <a:ext cx="1293683" cy="326233"/>
        </p:xfrm>
        <a:graphic>
          <a:graphicData uri="http://schemas.openxmlformats.org/presentationml/2006/ole">
            <mc:AlternateContent xmlns:mc="http://schemas.openxmlformats.org/markup-compatibility/2006">
              <mc:Choice xmlns:v="urn:schemas-microsoft-com:vml" Requires="v">
                <p:oleObj spid="_x0000_s14391" name="Equation" r:id="rId17" imgW="698197" imgH="203112" progId="Equation.DSMT4">
                  <p:embed/>
                </p:oleObj>
              </mc:Choice>
              <mc:Fallback>
                <p:oleObj name="Equation" r:id="rId17" imgW="698197" imgH="203112" progId="Equation.DSMT4">
                  <p:embed/>
                  <p:pic>
                    <p:nvPicPr>
                      <p:cNvPr id="0" name="Object 7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97580" y="4463743"/>
                        <a:ext cx="1293683"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24126672"/>
              </p:ext>
            </p:extLst>
          </p:nvPr>
        </p:nvGraphicFramePr>
        <p:xfrm>
          <a:off x="9533914" y="5110656"/>
          <a:ext cx="520634" cy="269614"/>
        </p:xfrm>
        <a:graphic>
          <a:graphicData uri="http://schemas.openxmlformats.org/presentationml/2006/ole">
            <mc:AlternateContent xmlns:mc="http://schemas.openxmlformats.org/markup-compatibility/2006">
              <mc:Choice xmlns:v="urn:schemas-microsoft-com:vml" Requires="v">
                <p:oleObj spid="_x0000_s14392" name="Equation" r:id="rId19" imgW="380835" imgH="165028" progId="Equation.DSMT4">
                  <p:embed/>
                </p:oleObj>
              </mc:Choice>
              <mc:Fallback>
                <p:oleObj name="Equation" r:id="rId19" imgW="380835" imgH="165028" progId="Equation.DSMT4">
                  <p:embed/>
                  <p:pic>
                    <p:nvPicPr>
                      <p:cNvPr id="0" name="Object 8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533914" y="5110656"/>
                        <a:ext cx="520634"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109036192"/>
              </p:ext>
            </p:extLst>
          </p:nvPr>
        </p:nvGraphicFramePr>
        <p:xfrm>
          <a:off x="9343022" y="5991973"/>
          <a:ext cx="1423051" cy="358856"/>
        </p:xfrm>
        <a:graphic>
          <a:graphicData uri="http://schemas.openxmlformats.org/presentationml/2006/ole">
            <mc:AlternateContent xmlns:mc="http://schemas.openxmlformats.org/markup-compatibility/2006">
              <mc:Choice xmlns:v="urn:schemas-microsoft-com:vml" Requires="v">
                <p:oleObj spid="_x0000_s14393" name="Equation" r:id="rId21" imgW="710891" imgH="203112" progId="Equation.DSMT4">
                  <p:embed/>
                </p:oleObj>
              </mc:Choice>
              <mc:Fallback>
                <p:oleObj name="Equation" r:id="rId21" imgW="710891" imgH="203112" progId="Equation.DSMT4">
                  <p:embed/>
                  <p:pic>
                    <p:nvPicPr>
                      <p:cNvPr id="0" name="Object 8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343022" y="5991973"/>
                        <a:ext cx="1423051" cy="358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5717174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媒质本构方程</a:t>
            </a:r>
            <a:endParaRPr lang="zh-CN" altLang="en-US" sz="2800" dirty="0"/>
          </a:p>
        </p:txBody>
      </p:sp>
      <p:graphicFrame>
        <p:nvGraphicFramePr>
          <p:cNvPr id="20" name="对象 19"/>
          <p:cNvGraphicFramePr>
            <a:graphicFrameLocks noChangeAspect="1"/>
          </p:cNvGraphicFramePr>
          <p:nvPr>
            <p:extLst>
              <p:ext uri="{D42A27DB-BD31-4B8C-83A1-F6EECF244321}">
                <p14:modId xmlns:p14="http://schemas.microsoft.com/office/powerpoint/2010/main" val="4177023660"/>
              </p:ext>
            </p:extLst>
          </p:nvPr>
        </p:nvGraphicFramePr>
        <p:xfrm>
          <a:off x="702586" y="1177502"/>
          <a:ext cx="1472650" cy="582925"/>
        </p:xfrm>
        <a:graphic>
          <a:graphicData uri="http://schemas.openxmlformats.org/presentationml/2006/ole">
            <mc:AlternateContent xmlns:mc="http://schemas.openxmlformats.org/markup-compatibility/2006">
              <mc:Choice xmlns:v="urn:schemas-microsoft-com:vml" Requires="v">
                <p:oleObj spid="_x0000_s15428" name="Equation" r:id="rId3" imgW="914003" imgH="355446" progId="Equation.DSMT4">
                  <p:embed/>
                </p:oleObj>
              </mc:Choice>
              <mc:Fallback>
                <p:oleObj name="Equation" r:id="rId3" imgW="914003" imgH="355446" progId="Equation.DSMT4">
                  <p:embed/>
                  <p:pic>
                    <p:nvPicPr>
                      <p:cNvPr id="20" name="对象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586" y="1177502"/>
                        <a:ext cx="1472650" cy="58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矩形 36"/>
          <p:cNvSpPr/>
          <p:nvPr/>
        </p:nvSpPr>
        <p:spPr>
          <a:xfrm>
            <a:off x="6152905" y="1606777"/>
            <a:ext cx="4695623" cy="1323439"/>
          </a:xfrm>
          <a:prstGeom prst="rect">
            <a:avLst/>
          </a:prstGeom>
        </p:spPr>
        <p:txBody>
          <a:bodyPr wrap="square">
            <a:spAutoFit/>
          </a:bodyPr>
          <a:lstStyle/>
          <a:p>
            <a:pPr algn="just"/>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媒质中的麦克斯韦方程比真空的麦克斯韦方程</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D</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两个场量，为了求解方程，必须加上表征这两个场量与</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000" b="1" i="1" kern="1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kern="100" dirty="0">
                <a:latin typeface="Times New Roman" panose="02020603050405020304" pitchFamily="18" charset="0"/>
                <a:ea typeface="黑体" panose="02010609060101010101" pitchFamily="49" charset="-122"/>
                <a:cs typeface="Times New Roman" panose="02020603050405020304" pitchFamily="18" charset="0"/>
              </a:rPr>
              <a:t>关系方程，即媒质的本构（状态）方程。</a:t>
            </a:r>
            <a:endParaRPr lang="en-US" altLang="zh-CN" sz="2000" kern="1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2894638213"/>
              </p:ext>
            </p:extLst>
          </p:nvPr>
        </p:nvGraphicFramePr>
        <p:xfrm>
          <a:off x="753271" y="2565203"/>
          <a:ext cx="978700" cy="326233"/>
        </p:xfrm>
        <a:graphic>
          <a:graphicData uri="http://schemas.openxmlformats.org/presentationml/2006/ole">
            <mc:AlternateContent xmlns:mc="http://schemas.openxmlformats.org/markup-compatibility/2006">
              <mc:Choice xmlns:v="urn:schemas-microsoft-com:vml" Requires="v">
                <p:oleObj spid="_x0000_s15429" name="Equation" r:id="rId5" imgW="545863" imgH="190417" progId="Equation.DSMT4">
                  <p:embed/>
                </p:oleObj>
              </mc:Choice>
              <mc:Fallback>
                <p:oleObj name="Equation" r:id="rId5" imgW="545863" imgH="190417" progId="Equation.DSMT4">
                  <p:embed/>
                  <p:pic>
                    <p:nvPicPr>
                      <p:cNvPr id="45" name="对象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271" y="2565203"/>
                        <a:ext cx="978700"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93487283"/>
              </p:ext>
            </p:extLst>
          </p:nvPr>
        </p:nvGraphicFramePr>
        <p:xfrm>
          <a:off x="736144" y="1635472"/>
          <a:ext cx="1176075" cy="572697"/>
        </p:xfrm>
        <a:graphic>
          <a:graphicData uri="http://schemas.openxmlformats.org/presentationml/2006/ole">
            <mc:AlternateContent xmlns:mc="http://schemas.openxmlformats.org/markup-compatibility/2006">
              <mc:Choice xmlns:v="urn:schemas-microsoft-com:vml" Requires="v">
                <p:oleObj spid="_x0000_s15430" name="Equation" r:id="rId7" imgW="761669" imgH="355446" progId="Equation.DSMT4">
                  <p:embed/>
                </p:oleObj>
              </mc:Choice>
              <mc:Fallback>
                <p:oleObj name="Equation" r:id="rId7" imgW="761669" imgH="355446" progId="Equation.DSMT4">
                  <p:embed/>
                  <p:pic>
                    <p:nvPicPr>
                      <p:cNvPr id="27" name="对象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6144" y="1635472"/>
                        <a:ext cx="1176075"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18856225"/>
              </p:ext>
            </p:extLst>
          </p:nvPr>
        </p:nvGraphicFramePr>
        <p:xfrm>
          <a:off x="733921" y="2164456"/>
          <a:ext cx="889727" cy="296575"/>
        </p:xfrm>
        <a:graphic>
          <a:graphicData uri="http://schemas.openxmlformats.org/presentationml/2006/ole">
            <mc:AlternateContent xmlns:mc="http://schemas.openxmlformats.org/markup-compatibility/2006">
              <mc:Choice xmlns:v="urn:schemas-microsoft-com:vml" Requires="v">
                <p:oleObj spid="_x0000_s15431" name="Equation" r:id="rId9" imgW="507780" imgH="165028" progId="Equation.DSMT4">
                  <p:embed/>
                </p:oleObj>
              </mc:Choice>
              <mc:Fallback>
                <p:oleObj name="Equation" r:id="rId9" imgW="507780" imgH="165028" progId="Equation.DSMT4">
                  <p:embed/>
                  <p:pic>
                    <p:nvPicPr>
                      <p:cNvPr id="28" name="对象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921" y="2164456"/>
                        <a:ext cx="889727"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24896153"/>
              </p:ext>
            </p:extLst>
          </p:nvPr>
        </p:nvGraphicFramePr>
        <p:xfrm>
          <a:off x="2507512" y="1179129"/>
          <a:ext cx="2352151" cy="582925"/>
        </p:xfrm>
        <a:graphic>
          <a:graphicData uri="http://schemas.openxmlformats.org/presentationml/2006/ole">
            <mc:AlternateContent xmlns:mc="http://schemas.openxmlformats.org/markup-compatibility/2006">
              <mc:Choice xmlns:v="urn:schemas-microsoft-com:vml" Requires="v">
                <p:oleObj spid="_x0000_s15432" name="Equation" r:id="rId11" imgW="1459866" imgH="355446" progId="Equation.DSMT4">
                  <p:embed/>
                </p:oleObj>
              </mc:Choice>
              <mc:Fallback>
                <p:oleObj name="Equation" r:id="rId11" imgW="1459866" imgH="355446"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7512" y="1179129"/>
                        <a:ext cx="2352151" cy="58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392803578"/>
              </p:ext>
            </p:extLst>
          </p:nvPr>
        </p:nvGraphicFramePr>
        <p:xfrm>
          <a:off x="2542123" y="1626132"/>
          <a:ext cx="1953307" cy="582925"/>
        </p:xfrm>
        <a:graphic>
          <a:graphicData uri="http://schemas.openxmlformats.org/presentationml/2006/ole">
            <mc:AlternateContent xmlns:mc="http://schemas.openxmlformats.org/markup-compatibility/2006">
              <mc:Choice xmlns:v="urn:schemas-microsoft-com:vml" Requires="v">
                <p:oleObj spid="_x0000_s15433" name="Equation" r:id="rId13" imgW="1205977" imgH="355446" progId="Equation.DSMT4">
                  <p:embed/>
                </p:oleObj>
              </mc:Choice>
              <mc:Fallback>
                <p:oleObj name="Equation" r:id="rId13" imgW="1205977" imgH="355446"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2123" y="1626132"/>
                        <a:ext cx="1953307" cy="58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67764281"/>
              </p:ext>
            </p:extLst>
          </p:nvPr>
        </p:nvGraphicFramePr>
        <p:xfrm>
          <a:off x="2610455" y="2118537"/>
          <a:ext cx="1165848" cy="460204"/>
        </p:xfrm>
        <a:graphic>
          <a:graphicData uri="http://schemas.openxmlformats.org/presentationml/2006/ole">
            <mc:AlternateContent xmlns:mc="http://schemas.openxmlformats.org/markup-compatibility/2006">
              <mc:Choice xmlns:v="urn:schemas-microsoft-com:vml" Requires="v">
                <p:oleObj spid="_x0000_s15434" name="Equation" r:id="rId15" imgW="723586" imgH="279279" progId="Equation.DSMT4">
                  <p:embed/>
                </p:oleObj>
              </mc:Choice>
              <mc:Fallback>
                <p:oleObj name="Equation" r:id="rId15" imgW="723586" imgH="279279"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10455" y="2118537"/>
                        <a:ext cx="1165848" cy="460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021409097"/>
              </p:ext>
            </p:extLst>
          </p:nvPr>
        </p:nvGraphicFramePr>
        <p:xfrm>
          <a:off x="2564308" y="2504675"/>
          <a:ext cx="1697639" cy="460204"/>
        </p:xfrm>
        <a:graphic>
          <a:graphicData uri="http://schemas.openxmlformats.org/presentationml/2006/ole">
            <mc:AlternateContent xmlns:mc="http://schemas.openxmlformats.org/markup-compatibility/2006">
              <mc:Choice xmlns:v="urn:schemas-microsoft-com:vml" Requires="v">
                <p:oleObj spid="_x0000_s15435" name="Equation" r:id="rId17" imgW="1054100" imgH="279400" progId="Equation.DSMT4">
                  <p:embed/>
                </p:oleObj>
              </mc:Choice>
              <mc:Fallback>
                <p:oleObj name="Equation" r:id="rId17" imgW="1054100" imgH="279400" progId="Equation.DSMT4">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64308" y="2504675"/>
                        <a:ext cx="1697639" cy="460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矩形 32"/>
          <p:cNvSpPr/>
          <p:nvPr/>
        </p:nvSpPr>
        <p:spPr>
          <a:xfrm>
            <a:off x="1003464" y="850865"/>
            <a:ext cx="3775393" cy="400110"/>
          </a:xfrm>
          <a:prstGeom prst="rect">
            <a:avLst/>
          </a:prstGeom>
        </p:spPr>
        <p:txBody>
          <a:bodyPr wrap="non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媒质中麦克斯韦微分和积分方程</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1403907315"/>
              </p:ext>
            </p:extLst>
          </p:nvPr>
        </p:nvGraphicFramePr>
        <p:xfrm>
          <a:off x="6954536" y="1284444"/>
          <a:ext cx="678685" cy="269614"/>
        </p:xfrm>
        <a:graphic>
          <a:graphicData uri="http://schemas.openxmlformats.org/presentationml/2006/ole">
            <mc:AlternateContent xmlns:mc="http://schemas.openxmlformats.org/markup-compatibility/2006">
              <mc:Choice xmlns:v="urn:schemas-microsoft-com:vml" Requires="v">
                <p:oleObj spid="_x0000_s15436" name="Equation" r:id="rId19" imgW="469696" imgH="165028" progId="Equation.DSMT4">
                  <p:embed/>
                </p:oleObj>
              </mc:Choice>
              <mc:Fallback>
                <p:oleObj name="Equation" r:id="rId19" imgW="469696" imgH="165028" progId="Equation.DSMT4">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54536" y="1284444"/>
                        <a:ext cx="678685"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矩形 34"/>
          <p:cNvSpPr/>
          <p:nvPr/>
        </p:nvSpPr>
        <p:spPr>
          <a:xfrm>
            <a:off x="6913377" y="850865"/>
            <a:ext cx="3005951" cy="400110"/>
          </a:xfrm>
          <a:prstGeom prst="rect">
            <a:avLst/>
          </a:prstGeom>
        </p:spPr>
        <p:txBody>
          <a:bodyPr wrap="none">
            <a:spAutoFit/>
          </a:bodyPr>
          <a:lstStyle/>
          <a:p>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媒质的本构（状态）方程</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1268959854"/>
              </p:ext>
            </p:extLst>
          </p:nvPr>
        </p:nvGraphicFramePr>
        <p:xfrm>
          <a:off x="7798171" y="1294069"/>
          <a:ext cx="678685" cy="269614"/>
        </p:xfrm>
        <a:graphic>
          <a:graphicData uri="http://schemas.openxmlformats.org/presentationml/2006/ole">
            <mc:AlternateContent xmlns:mc="http://schemas.openxmlformats.org/markup-compatibility/2006">
              <mc:Choice xmlns:v="urn:schemas-microsoft-com:vml" Requires="v">
                <p:oleObj spid="_x0000_s15437" name="Equation" r:id="rId21" imgW="495085" imgH="190417" progId="Equation.DSMT4">
                  <p:embed/>
                </p:oleObj>
              </mc:Choice>
              <mc:Fallback>
                <p:oleObj name="Equation" r:id="rId21" imgW="495085" imgH="190417" progId="Equation.DSMT4">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798171" y="1294069"/>
                        <a:ext cx="678685"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980608556"/>
              </p:ext>
            </p:extLst>
          </p:nvPr>
        </p:nvGraphicFramePr>
        <p:xfrm>
          <a:off x="8641806" y="1284525"/>
          <a:ext cx="678685" cy="269614"/>
        </p:xfrm>
        <a:graphic>
          <a:graphicData uri="http://schemas.openxmlformats.org/presentationml/2006/ole">
            <mc:AlternateContent xmlns:mc="http://schemas.openxmlformats.org/markup-compatibility/2006">
              <mc:Choice xmlns:v="urn:schemas-microsoft-com:vml" Requires="v">
                <p:oleObj spid="_x0000_s15438" name="Equation" r:id="rId23" imgW="469696" imgH="165028" progId="Equation.DSMT4">
                  <p:embed/>
                </p:oleObj>
              </mc:Choice>
              <mc:Fallback>
                <p:oleObj name="Equation" r:id="rId23" imgW="469696" imgH="165028" progId="Equation.DSMT4">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641806" y="1284525"/>
                        <a:ext cx="678685"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矩形 2"/>
          <p:cNvSpPr>
            <a:spLocks noChangeArrowheads="1"/>
          </p:cNvSpPr>
          <p:nvPr/>
        </p:nvSpPr>
        <p:spPr bwMode="auto">
          <a:xfrm>
            <a:off x="263352" y="3186480"/>
            <a:ext cx="11521280" cy="3524042"/>
          </a:xfrm>
          <a:prstGeom prst="rect">
            <a:avLst/>
          </a:prstGeom>
          <a:noFill/>
          <a:ln w="2857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buFont typeface="Wingdings" panose="05000000000000000000" pitchFamily="2" charset="2"/>
              <a:buChar char="n"/>
            </a:pPr>
            <a:r>
              <a:rPr lang="zh-CN" altLang="zh-CN" sz="2000" dirty="0">
                <a:latin typeface="黑体" panose="02010609060101010101" pitchFamily="49" charset="-122"/>
                <a:ea typeface="黑体" panose="02010609060101010101" pitchFamily="49" charset="-122"/>
              </a:rPr>
              <a:t>介质既是电介质也是磁介质</a:t>
            </a:r>
            <a:r>
              <a:rPr lang="zh-CN" altLang="en-US" sz="2000" dirty="0">
                <a:latin typeface="黑体" panose="02010609060101010101" pitchFamily="49" charset="-122"/>
                <a:ea typeface="黑体" panose="02010609060101010101" pitchFamily="49" charset="-122"/>
              </a:rPr>
              <a:t>，导体也可以同时是介质。导体不仅有</a:t>
            </a:r>
            <a:r>
              <a:rPr lang="zh-CN" altLang="zh-CN" sz="2000" dirty="0">
                <a:latin typeface="黑体" panose="02010609060101010101" pitchFamily="49" charset="-122"/>
                <a:ea typeface="黑体" panose="02010609060101010101" pitchFamily="49" charset="-122"/>
              </a:rPr>
              <a:t>束缚电子</a:t>
            </a:r>
            <a:r>
              <a:rPr lang="zh-CN" altLang="en-US" sz="2000" dirty="0">
                <a:latin typeface="黑体" panose="02010609060101010101" pitchFamily="49" charset="-122"/>
                <a:ea typeface="黑体" panose="02010609060101010101" pitchFamily="49" charset="-122"/>
              </a:rPr>
              <a:t>对应的</a:t>
            </a:r>
            <a:r>
              <a:rPr lang="zh-CN" altLang="zh-CN" sz="2000" b="1" dirty="0">
                <a:latin typeface="黑体" panose="02010609060101010101" pitchFamily="49" charset="-122"/>
                <a:ea typeface="黑体" panose="02010609060101010101" pitchFamily="49" charset="-122"/>
              </a:rPr>
              <a:t>极化效应</a:t>
            </a:r>
            <a:r>
              <a:rPr lang="zh-CN" altLang="en-US" sz="2000" dirty="0">
                <a:latin typeface="黑体" panose="02010609060101010101" pitchFamily="49" charset="-122"/>
                <a:ea typeface="黑体" panose="02010609060101010101" pitchFamily="49" charset="-122"/>
              </a:rPr>
              <a:t>，而且</a:t>
            </a:r>
            <a:r>
              <a:rPr lang="zh-CN" altLang="zh-CN" sz="2000" b="1" dirty="0">
                <a:solidFill>
                  <a:srgbClr val="FF0000"/>
                </a:solidFill>
                <a:latin typeface="黑体" panose="02010609060101010101" pitchFamily="49" charset="-122"/>
                <a:ea typeface="黑体" panose="02010609060101010101" pitchFamily="49" charset="-122"/>
              </a:rPr>
              <a:t>自由电子</a:t>
            </a:r>
            <a:r>
              <a:rPr lang="zh-CN" altLang="en-US" sz="2000" dirty="0">
                <a:latin typeface="黑体" panose="02010609060101010101" pitchFamily="49" charset="-122"/>
                <a:ea typeface="黑体" panose="02010609060101010101" pitchFamily="49" charset="-122"/>
              </a:rPr>
              <a:t>既</a:t>
            </a:r>
            <a:r>
              <a:rPr lang="zh-CN" altLang="zh-CN" sz="2000" dirty="0">
                <a:latin typeface="黑体" panose="02010609060101010101" pitchFamily="49" charset="-122"/>
                <a:ea typeface="黑体" panose="02010609060101010101" pitchFamily="49" charset="-122"/>
              </a:rPr>
              <a:t>形成传导电流，</a:t>
            </a:r>
            <a:r>
              <a:rPr lang="zh-CN" altLang="en-US" sz="2000" dirty="0">
                <a:latin typeface="黑体" panose="02010609060101010101" pitchFamily="49" charset="-122"/>
                <a:ea typeface="黑体" panose="02010609060101010101" pitchFamily="49" charset="-122"/>
              </a:rPr>
              <a:t>也有</a:t>
            </a:r>
            <a:r>
              <a:rPr lang="zh-CN" altLang="zh-CN" sz="2000" dirty="0">
                <a:latin typeface="黑体" panose="02010609060101010101" pitchFamily="49" charset="-122"/>
                <a:ea typeface="黑体" panose="02010609060101010101" pitchFamily="49" charset="-122"/>
              </a:rPr>
              <a:t>相对于晶格正电荷的位移，形成电偶极子，</a:t>
            </a:r>
            <a:r>
              <a:rPr lang="zh-CN" altLang="zh-CN" sz="2000" b="1" dirty="0">
                <a:solidFill>
                  <a:srgbClr val="FF0000"/>
                </a:solidFill>
                <a:latin typeface="黑体" panose="02010609060101010101" pitchFamily="49" charset="-122"/>
                <a:ea typeface="黑体" panose="02010609060101010101" pitchFamily="49" charset="-122"/>
              </a:rPr>
              <a:t>产生强极化效应</a:t>
            </a:r>
            <a:r>
              <a:rPr lang="zh-CN" altLang="zh-CN" sz="2000" dirty="0">
                <a:latin typeface="黑体" panose="02010609060101010101" pitchFamily="49" charset="-122"/>
                <a:ea typeface="黑体" panose="02010609060101010101" pitchFamily="49" charset="-122"/>
              </a:rPr>
              <a:t>。导体中</a:t>
            </a:r>
            <a:r>
              <a:rPr lang="zh-CN" altLang="zh-CN" sz="2000" b="1" dirty="0">
                <a:solidFill>
                  <a:srgbClr val="FF0000"/>
                </a:solidFill>
                <a:latin typeface="黑体" panose="02010609060101010101" pitchFamily="49" charset="-122"/>
                <a:ea typeface="黑体" panose="02010609060101010101" pitchFamily="49" charset="-122"/>
              </a:rPr>
              <a:t>电子本身有</a:t>
            </a:r>
            <a:r>
              <a:rPr lang="zh-CN" altLang="en-US" sz="2000" b="1" dirty="0">
                <a:solidFill>
                  <a:srgbClr val="FF0000"/>
                </a:solidFill>
                <a:latin typeface="黑体" panose="02010609060101010101" pitchFamily="49" charset="-122"/>
                <a:ea typeface="黑体" panose="02010609060101010101" pitchFamily="49" charset="-122"/>
              </a:rPr>
              <a:t>内禀</a:t>
            </a:r>
            <a:r>
              <a:rPr lang="zh-CN" altLang="zh-CN" sz="2000" b="1" dirty="0">
                <a:solidFill>
                  <a:srgbClr val="FF0000"/>
                </a:solidFill>
                <a:latin typeface="黑体" panose="02010609060101010101" pitchFamily="49" charset="-122"/>
                <a:ea typeface="黑体" panose="02010609060101010101" pitchFamily="49" charset="-122"/>
              </a:rPr>
              <a:t>磁矩</a:t>
            </a:r>
            <a:r>
              <a:rPr lang="zh-CN" altLang="zh-CN" sz="2000" dirty="0">
                <a:latin typeface="黑体" panose="02010609060101010101" pitchFamily="49" charset="-122"/>
                <a:ea typeface="黑体" panose="02010609060101010101" pitchFamily="49" charset="-122"/>
              </a:rPr>
              <a:t>，在外磁场作用下，同样会产生宏观磁偶</a:t>
            </a:r>
            <a:r>
              <a:rPr lang="zh-CN" altLang="en-US" sz="2000" dirty="0">
                <a:latin typeface="黑体" panose="02010609060101010101" pitchFamily="49" charset="-122"/>
                <a:ea typeface="黑体" panose="02010609060101010101" pitchFamily="49" charset="-122"/>
              </a:rPr>
              <a:t>极矩</a:t>
            </a:r>
            <a:r>
              <a:rPr lang="zh-CN" altLang="zh-CN" sz="2000" dirty="0">
                <a:latin typeface="黑体" panose="02010609060101010101" pitchFamily="49" charset="-122"/>
                <a:ea typeface="黑体" panose="02010609060101010101" pitchFamily="49" charset="-122"/>
              </a:rPr>
              <a:t>，因此导体也是磁介质。</a:t>
            </a:r>
          </a:p>
          <a:p>
            <a:pPr>
              <a:buFont typeface="Wingdings" panose="05000000000000000000" pitchFamily="2" charset="2"/>
              <a:buChar char="n"/>
            </a:pPr>
            <a:r>
              <a:rPr lang="zh-CN" altLang="zh-CN" sz="2000" b="1" dirty="0">
                <a:solidFill>
                  <a:srgbClr val="FF0000"/>
                </a:solidFill>
                <a:latin typeface="黑体" panose="02010609060101010101" pitchFamily="49" charset="-122"/>
                <a:ea typeface="黑体" panose="02010609060101010101" pitchFamily="49" charset="-122"/>
              </a:rPr>
              <a:t>媒质与电磁场的相互作用包含传导、极化和磁化三种过程</a:t>
            </a:r>
            <a:r>
              <a:rPr lang="zh-CN" altLang="zh-CN" sz="2000" dirty="0">
                <a:latin typeface="黑体" panose="02010609060101010101" pitchFamily="49" charset="-122"/>
                <a:ea typeface="黑体" panose="02010609060101010101" pitchFamily="49" charset="-122"/>
              </a:rPr>
              <a:t>，传导过程用欧姆定律表征，极化效应利用极化</a:t>
            </a:r>
            <a:r>
              <a:rPr lang="zh-CN" altLang="en-US" sz="2000" dirty="0">
                <a:latin typeface="黑体" panose="02010609060101010101" pitchFamily="49" charset="-122"/>
                <a:ea typeface="黑体" panose="02010609060101010101" pitchFamily="49" charset="-122"/>
              </a:rPr>
              <a:t>的</a:t>
            </a:r>
            <a:r>
              <a:rPr lang="zh-CN" altLang="zh-CN" sz="2000" dirty="0">
                <a:latin typeface="黑体" panose="02010609060101010101" pitchFamily="49" charset="-122"/>
                <a:ea typeface="黑体" panose="02010609060101010101" pitchFamily="49" charset="-122"/>
              </a:rPr>
              <a:t>电荷和电流等效，磁化效应利用磁化电流等效</a:t>
            </a:r>
            <a:r>
              <a:rPr lang="zh-CN" altLang="en-US" sz="2000" dirty="0">
                <a:latin typeface="黑体" panose="02010609060101010101" pitchFamily="49" charset="-122"/>
                <a:ea typeface="黑体" panose="02010609060101010101" pitchFamily="49" charset="-122"/>
              </a:rPr>
              <a:t>；本构方程</a:t>
            </a:r>
            <a:r>
              <a:rPr lang="zh-CN" altLang="zh-CN" sz="2000" dirty="0">
                <a:latin typeface="黑体" panose="02010609060101010101" pitchFamily="49" charset="-122"/>
                <a:ea typeface="黑体" panose="02010609060101010101" pitchFamily="49" charset="-122"/>
              </a:rPr>
              <a:t>反映了媒质的传导、极化和磁化特性</a:t>
            </a:r>
            <a:r>
              <a:rPr lang="zh-CN" altLang="en-US" sz="2000" dirty="0">
                <a:latin typeface="黑体" panose="02010609060101010101" pitchFamily="49" charset="-122"/>
                <a:ea typeface="黑体" panose="02010609060101010101" pitchFamily="49" charset="-122"/>
              </a:rPr>
              <a:t>，其中的电导率、介电常数和磁导率</a:t>
            </a:r>
            <a:r>
              <a:rPr lang="zh-CN" altLang="zh-CN" sz="2000" dirty="0">
                <a:latin typeface="黑体" panose="02010609060101010101" pitchFamily="49" charset="-122"/>
                <a:ea typeface="黑体" panose="02010609060101010101" pitchFamily="49" charset="-122"/>
              </a:rPr>
              <a:t>为媒质的电磁特性参数</a:t>
            </a:r>
            <a:endParaRPr lang="en-US" altLang="zh-CN" sz="2000" dirty="0">
              <a:latin typeface="黑体" panose="02010609060101010101" pitchFamily="49" charset="-122"/>
              <a:ea typeface="黑体" panose="02010609060101010101" pitchFamily="49" charset="-122"/>
            </a:endParaRPr>
          </a:p>
          <a:p>
            <a:pPr>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媒质的电偶极矩、磁偶极矩决定了介电常数和磁导率，自然材料产生电偶极矩和磁偶极矩的单元是原子或分子</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尺度</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，通过技术手段，在更大尺度上形成电偶极矩或磁偶极矩，就构造了人工电磁材料</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超材料</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上述方程只是线性各向同性媒质的本构方程。复杂媒质有复杂的本构方程，例如各向异性媒质的电导率、介电常数或磁导率是张量</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矩阵</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0769718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关系图</a:t>
            </a:r>
            <a:endParaRPr lang="zh-CN" altLang="en-US" sz="2800" dirty="0"/>
          </a:p>
        </p:txBody>
      </p:sp>
      <p:sp>
        <p:nvSpPr>
          <p:cNvPr id="35" name="矩形 34"/>
          <p:cNvSpPr/>
          <p:nvPr/>
        </p:nvSpPr>
        <p:spPr>
          <a:xfrm>
            <a:off x="7248128" y="1628800"/>
            <a:ext cx="4536504" cy="4093428"/>
          </a:xfrm>
          <a:prstGeom prst="rect">
            <a:avLst/>
          </a:prstGeom>
        </p:spPr>
        <p:txBody>
          <a:bodyPr wrap="square">
            <a:spAutoFit/>
          </a:bodyPr>
          <a:lstStyle/>
          <a:p>
            <a:pPr algn="ctr"/>
            <a:r>
              <a:rPr lang="zh-CN" altLang="en-US" sz="22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问 题</a:t>
            </a:r>
            <a:endParaRPr lang="en-US" altLang="zh-CN" sz="22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外界电磁场对媒质中质子的作用效果为什么不如电子？量级大概差多少？</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磁场作用于导体会发生什么：霍尔效应、涡旋电流。</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非线性媒质的本构参数可能有多少？</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相对介电常数能否为负值？</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是否有不加外磁场就有磁矩的材料？</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是否有不加外电场就有极矩的材料？</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介电常数或磁导率是否会与媒质的温度有关？</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介电常数或磁导率是否与电场或磁场的频率有关？</a:t>
            </a:r>
          </a:p>
        </p:txBody>
      </p:sp>
      <p:pic>
        <p:nvPicPr>
          <p:cNvPr id="19" name="图片 18"/>
          <p:cNvPicPr>
            <a:picLocks noChangeAspect="1"/>
          </p:cNvPicPr>
          <p:nvPr/>
        </p:nvPicPr>
        <p:blipFill>
          <a:blip r:embed="rId2"/>
          <a:stretch>
            <a:fillRect/>
          </a:stretch>
        </p:blipFill>
        <p:spPr>
          <a:xfrm>
            <a:off x="551384" y="975024"/>
            <a:ext cx="6277851" cy="5706271"/>
          </a:xfrm>
          <a:prstGeom prst="rect">
            <a:avLst/>
          </a:prstGeom>
        </p:spPr>
      </p:pic>
    </p:spTree>
    <p:extLst>
      <p:ext uri="{BB962C8B-B14F-4D97-AF65-F5344CB8AC3E}">
        <p14:creationId xmlns:p14="http://schemas.microsoft.com/office/powerpoint/2010/main" val="361669489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endParaRPr lang="zh-CN" altLang="en-US" sz="2800" dirty="0"/>
          </a:p>
        </p:txBody>
      </p:sp>
      <p:sp>
        <p:nvSpPr>
          <p:cNvPr id="35" name="矩形 34"/>
          <p:cNvSpPr/>
          <p:nvPr/>
        </p:nvSpPr>
        <p:spPr>
          <a:xfrm>
            <a:off x="568193" y="2017131"/>
            <a:ext cx="5955476" cy="369332"/>
          </a:xfrm>
          <a:prstGeom prst="rect">
            <a:avLst/>
          </a:prstGeom>
        </p:spPr>
        <p:txBody>
          <a:bodyPr wrap="none">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解</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由于媒质是无耗，媒质电导率</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为零，媒质没有电流</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 name="矩形 2"/>
              <p:cNvSpPr>
                <a:spLocks noChangeArrowheads="1"/>
              </p:cNvSpPr>
              <p:nvPr/>
            </p:nvSpPr>
            <p:spPr bwMode="auto">
              <a:xfrm>
                <a:off x="568193" y="5101363"/>
                <a:ext cx="7256825" cy="1258806"/>
              </a:xfrm>
              <a:prstGeom prst="rect">
                <a:avLst/>
              </a:prstGeom>
              <a:noFill/>
              <a:ln w="2857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just">
                  <a:buNone/>
                </a:pPr>
                <a:r>
                  <a:rPr lang="zh-CN" altLang="en-US" sz="2000" dirty="0">
                    <a:latin typeface="黑体" panose="02010609060101010101" pitchFamily="49" charset="-122"/>
                    <a:ea typeface="黑体" panose="02010609060101010101" pitchFamily="49" charset="-122"/>
                  </a:rPr>
                  <a:t>由此可见，如果磁场与时间有关，其对应的电场可以由麦克斯韦方程确定，反之亦然。</a:t>
                </a:r>
                <a:r>
                  <a:rPr lang="zh-CN" altLang="zh-CN" sz="2000" dirty="0">
                    <a:latin typeface="黑体" panose="02010609060101010101" pitchFamily="49" charset="-122"/>
                    <a:ea typeface="黑体" panose="02010609060101010101" pitchFamily="49" charset="-122"/>
                  </a:rPr>
                  <a:t>电场与磁场相互垂直，两者随时间的变化规律一样，</a:t>
                </a:r>
                <a:r>
                  <a:rPr lang="zh-CN" altLang="en-US" sz="2000" dirty="0">
                    <a:latin typeface="黑体" panose="02010609060101010101" pitchFamily="49" charset="-122"/>
                    <a:ea typeface="黑体" panose="02010609060101010101" pitchFamily="49" charset="-122"/>
                  </a:rPr>
                  <a:t>而且电场与磁场振幅的比值为</a:t>
                </a:r>
                <a14:m>
                  <m:oMath xmlns:m="http://schemas.openxmlformats.org/officeDocument/2006/math">
                    <m:r>
                      <m:rPr>
                        <m:sty m:val="p"/>
                      </m:rPr>
                      <a:rPr lang="el-GR" altLang="zh-CN" sz="2000" i="1" smtClean="0">
                        <a:latin typeface="Cambria Math" panose="02040503050406030204" pitchFamily="18" charset="0"/>
                        <a:ea typeface="Cambria Math" panose="02040503050406030204" pitchFamily="18" charset="0"/>
                      </a:rPr>
                      <m:t>η</m:t>
                    </m:r>
                    <m:r>
                      <a:rPr lang="en-US" altLang="zh-CN" sz="2000" b="0" i="1" smtClean="0">
                        <a:latin typeface="Cambria Math" panose="02040503050406030204" pitchFamily="18" charset="0"/>
                        <a:ea typeface="Cambria Math" panose="02040503050406030204" pitchFamily="18" charset="0"/>
                      </a:rPr>
                      <m:t>=</m:t>
                    </m:r>
                    <m:rad>
                      <m:radPr>
                        <m:degHide m:val="on"/>
                        <m:ctrlPr>
                          <a:rPr lang="zh-CN" altLang="en-US" sz="2000" i="1" smtClean="0">
                            <a:latin typeface="Cambria Math" panose="02040503050406030204" pitchFamily="18" charset="0"/>
                            <a:ea typeface="黑体" panose="02010609060101010101" pitchFamily="49" charset="-122"/>
                          </a:rPr>
                        </m:ctrlPr>
                      </m:radPr>
                      <m:deg/>
                      <m:e>
                        <m:r>
                          <a:rPr lang="zh-CN" altLang="en-US" sz="2000" i="1" smtClean="0">
                            <a:latin typeface="Cambria Math" panose="02040503050406030204" pitchFamily="18" charset="0"/>
                            <a:ea typeface="黑体" panose="02010609060101010101" pitchFamily="49" charset="-122"/>
                          </a:rPr>
                          <m:t>𝜇</m:t>
                        </m:r>
                        <m:r>
                          <a:rPr lang="en-US" altLang="zh-CN" sz="2000" b="0" i="1" smtClean="0">
                            <a:latin typeface="Cambria Math" panose="02040503050406030204" pitchFamily="18" charset="0"/>
                            <a:ea typeface="黑体" panose="02010609060101010101" pitchFamily="49" charset="-122"/>
                          </a:rPr>
                          <m:t>/</m:t>
                        </m:r>
                        <m:r>
                          <a:rPr lang="zh-CN" altLang="en-US" sz="2000" i="1" smtClean="0">
                            <a:latin typeface="Cambria Math" panose="02040503050406030204" pitchFamily="18" charset="0"/>
                            <a:ea typeface="黑体" panose="02010609060101010101" pitchFamily="49" charset="-122"/>
                          </a:rPr>
                          <m:t>𝜀</m:t>
                        </m:r>
                      </m:e>
                    </m:rad>
                  </m:oMath>
                </a14:m>
                <a:r>
                  <a:rPr lang="zh-CN" altLang="en-US" sz="2000" dirty="0">
                    <a:latin typeface="黑体" panose="02010609060101010101" pitchFamily="49" charset="-122"/>
                    <a:ea typeface="黑体" panose="02010609060101010101" pitchFamily="49" charset="-122"/>
                  </a:rPr>
                  <a:t>，因此</a:t>
                </a:r>
                <a14:m>
                  <m:oMath xmlns:m="http://schemas.openxmlformats.org/officeDocument/2006/math">
                    <m:r>
                      <a:rPr lang="zh-CN" altLang="en-US" sz="2000" i="1" smtClean="0">
                        <a:latin typeface="Cambria Math" panose="02040503050406030204" pitchFamily="18" charset="0"/>
                        <a:ea typeface="黑体" panose="02010609060101010101" pitchFamily="49" charset="-122"/>
                      </a:rPr>
                      <m:t>𝜂</m:t>
                    </m:r>
                  </m:oMath>
                </a14:m>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又称为波阻抗。</a:t>
                </a:r>
                <a:endParaRPr lang="en-US" altLang="zh-CN" sz="2000" dirty="0">
                  <a:latin typeface="黑体" panose="02010609060101010101" pitchFamily="49" charset="-122"/>
                  <a:ea typeface="黑体" panose="02010609060101010101" pitchFamily="49" charset="-122"/>
                </a:endParaRPr>
              </a:p>
            </p:txBody>
          </p:sp>
        </mc:Choice>
        <mc:Fallback xmlns="">
          <p:sp>
            <p:nvSpPr>
              <p:cNvPr id="54" name="矩形 2"/>
              <p:cNvSpPr>
                <a:spLocks noRot="1" noChangeAspect="1" noMove="1" noResize="1" noEditPoints="1" noAdjustHandles="1" noChangeArrowheads="1" noChangeShapeType="1" noTextEdit="1"/>
              </p:cNvSpPr>
              <p:nvPr/>
            </p:nvSpPr>
            <p:spPr bwMode="auto">
              <a:xfrm>
                <a:off x="568193" y="5101363"/>
                <a:ext cx="7256825" cy="1258806"/>
              </a:xfrm>
              <a:prstGeom prst="rect">
                <a:avLst/>
              </a:prstGeom>
              <a:blipFill>
                <a:blip r:embed="rId3"/>
                <a:stretch>
                  <a:fillRect l="-669" t="-4265" r="-585" b="-6161"/>
                </a:stretch>
              </a:blip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642606" y="990724"/>
                <a:ext cx="6173474" cy="929550"/>
              </a:xfrm>
              <a:prstGeom prst="rect">
                <a:avLst/>
              </a:prstGeom>
            </p:spPr>
            <p:txBody>
              <a:bodyPr wrap="square">
                <a:spAutoFit/>
              </a:bodyPr>
              <a:lstStyle/>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1.4.1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】已知无耗媒质的介电常数</a:t>
                </a:r>
                <a:r>
                  <a:rPr lang="zh-CN" altLang="en-US" kern="100" dirty="0">
                    <a:latin typeface="Times New Roman" panose="02020603050405020304" pitchFamily="18" charset="0"/>
                    <a:ea typeface="黑体" panose="02010609060101010101" pitchFamily="49" charset="-122"/>
                    <a:cs typeface="Times New Roman" panose="02020603050405020304" pitchFamily="18" charset="0"/>
                  </a:rPr>
                  <a:t>为</a:t>
                </a:r>
                <a:r>
                  <a:rPr lang="el-GR" altLang="zh-CN" kern="100" dirty="0">
                    <a:latin typeface="Times New Roman" panose="02020603050405020304" pitchFamily="18" charset="0"/>
                    <a:ea typeface="黑体" panose="02010609060101010101" pitchFamily="49" charset="-122"/>
                    <a:cs typeface="Times New Roman" panose="02020603050405020304" pitchFamily="18" charset="0"/>
                  </a:rPr>
                  <a:t>ε</a:t>
                </a:r>
                <a:r>
                  <a:rPr lang="zh-CN" altLang="en-US" kern="100" dirty="0">
                    <a:latin typeface="Times New Roman" panose="02020603050405020304" pitchFamily="18" charset="0"/>
                    <a:ea typeface="黑体" panose="02010609060101010101" pitchFamily="49" charset="-122"/>
                    <a:cs typeface="Times New Roman" panose="02020603050405020304" pitchFamily="18" charset="0"/>
                  </a:rPr>
                  <a:t>，磁导率为</a:t>
                </a:r>
                <a:r>
                  <a:rPr lang="el-GR" altLang="zh-CN" kern="100" dirty="0">
                    <a:latin typeface="Times New Roman" panose="02020603050405020304" pitchFamily="18" charset="0"/>
                    <a:ea typeface="黑体" panose="02010609060101010101" pitchFamily="49" charset="-122"/>
                    <a:cs typeface="Times New Roman" panose="02020603050405020304" pitchFamily="18" charset="0"/>
                  </a:rPr>
                  <a:t>μ</a:t>
                </a:r>
                <a:r>
                  <a:rPr lang="zh-CN" altLang="en-US" kern="100" dirty="0">
                    <a:latin typeface="Times New Roman" panose="02020603050405020304" pitchFamily="18" charset="0"/>
                    <a:ea typeface="黑体" panose="02010609060101010101" pitchFamily="49" charset="-122"/>
                    <a:cs typeface="Times New Roman" panose="02020603050405020304" pitchFamily="18" charset="0"/>
                  </a:rPr>
                  <a:t>，媒质中的磁场为                                ，其中</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zh-CN" altLang="en-US" i="1" smtClean="0">
                        <a:latin typeface="Cambria Math" panose="02040503050406030204" pitchFamily="18" charset="0"/>
                        <a:ea typeface="黑体" panose="02010609060101010101" pitchFamily="49" charset="-122"/>
                      </a:rPr>
                      <m:t>𝜔</m:t>
                    </m:r>
                    <m:rad>
                      <m:radPr>
                        <m:degHide m:val="on"/>
                        <m:ctrlPr>
                          <a:rPr lang="zh-CN" altLang="en-US" i="1">
                            <a:latin typeface="Cambria Math" panose="02040503050406030204" pitchFamily="18" charset="0"/>
                            <a:ea typeface="黑体" panose="02010609060101010101" pitchFamily="49" charset="-122"/>
                          </a:rPr>
                        </m:ctrlPr>
                      </m:radPr>
                      <m:deg/>
                      <m:e>
                        <m:r>
                          <a:rPr lang="zh-CN" altLang="en-US" i="1">
                            <a:latin typeface="Cambria Math" panose="02040503050406030204" pitchFamily="18" charset="0"/>
                            <a:ea typeface="黑体" panose="02010609060101010101" pitchFamily="49" charset="-122"/>
                          </a:rPr>
                          <m:t>𝜇𝜀</m:t>
                        </m:r>
                      </m:e>
                    </m:rad>
                  </m:oMath>
                </a14:m>
                <a:r>
                  <a:rPr lang="zh-CN" altLang="en-US" kern="100" dirty="0">
                    <a:latin typeface="Times New Roman" panose="02020603050405020304" pitchFamily="18" charset="0"/>
                    <a:ea typeface="黑体" panose="02010609060101010101" pitchFamily="49" charset="-122"/>
                    <a:cs typeface="Times New Roman" panose="02020603050405020304" pitchFamily="18" charset="0"/>
                  </a:rPr>
                  <a:t>，求电场强度。</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37" name="矩形 36"/>
              <p:cNvSpPr>
                <a:spLocks noRot="1" noChangeAspect="1" noMove="1" noResize="1" noEditPoints="1" noAdjustHandles="1" noChangeArrowheads="1" noChangeShapeType="1" noTextEdit="1"/>
              </p:cNvSpPr>
              <p:nvPr/>
            </p:nvSpPr>
            <p:spPr>
              <a:xfrm>
                <a:off x="642606" y="990724"/>
                <a:ext cx="6173474" cy="929550"/>
              </a:xfrm>
              <a:prstGeom prst="rect">
                <a:avLst/>
              </a:prstGeom>
              <a:blipFill>
                <a:blip r:embed="rId4"/>
                <a:stretch>
                  <a:fillRect l="-790" t="-5263" r="-888" b="-8553"/>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3466587352"/>
              </p:ext>
            </p:extLst>
          </p:nvPr>
        </p:nvGraphicFramePr>
        <p:xfrm>
          <a:off x="1834692" y="1314081"/>
          <a:ext cx="2055574" cy="296575"/>
        </p:xfrm>
        <a:graphic>
          <a:graphicData uri="http://schemas.openxmlformats.org/presentationml/2006/ole">
            <mc:AlternateContent xmlns:mc="http://schemas.openxmlformats.org/markup-compatibility/2006">
              <mc:Choice xmlns:v="urn:schemas-microsoft-com:vml" Requires="v">
                <p:oleObj spid="_x0000_s16422" name="Equation" r:id="rId5" imgW="1256755" imgH="203112" progId="Equation.DSMT4">
                  <p:embed/>
                </p:oleObj>
              </mc:Choice>
              <mc:Fallback>
                <p:oleObj name="Equation" r:id="rId5" imgW="1256755" imgH="203112"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4692" y="1314081"/>
                        <a:ext cx="2055574"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278786922"/>
              </p:ext>
            </p:extLst>
          </p:nvPr>
        </p:nvGraphicFramePr>
        <p:xfrm>
          <a:off x="2573999" y="2364191"/>
          <a:ext cx="1635125" cy="530225"/>
        </p:xfrm>
        <a:graphic>
          <a:graphicData uri="http://schemas.openxmlformats.org/presentationml/2006/ole">
            <mc:AlternateContent xmlns:mc="http://schemas.openxmlformats.org/markup-compatibility/2006">
              <mc:Choice xmlns:v="urn:schemas-microsoft-com:vml" Requires="v">
                <p:oleObj spid="_x0000_s16423" name="Equation" r:id="rId7" imgW="1104840" imgH="355320" progId="Equation.DSMT4">
                  <p:embed/>
                </p:oleObj>
              </mc:Choice>
              <mc:Fallback>
                <p:oleObj name="Equation" r:id="rId7" imgW="1104840" imgH="355320" progId="Equation.DSMT4">
                  <p:embed/>
                  <p:pic>
                    <p:nvPicPr>
                      <p:cNvPr id="0" name="Object 10"/>
                      <p:cNvPicPr>
                        <a:picLocks noChangeAspect="1" noChangeArrowheads="1"/>
                      </p:cNvPicPr>
                      <p:nvPr/>
                    </p:nvPicPr>
                    <p:blipFill>
                      <a:blip r:embed="rId8"/>
                      <a:srcRect/>
                      <a:stretch>
                        <a:fillRect/>
                      </a:stretch>
                    </p:blipFill>
                    <p:spPr bwMode="auto">
                      <a:xfrm>
                        <a:off x="2573999" y="2364191"/>
                        <a:ext cx="1635125"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p:cNvSpPr/>
          <p:nvPr/>
        </p:nvSpPr>
        <p:spPr>
          <a:xfrm>
            <a:off x="568193" y="2418180"/>
            <a:ext cx="2031325" cy="406265"/>
          </a:xfrm>
          <a:prstGeom prst="rect">
            <a:avLst/>
          </a:prstGeom>
        </p:spPr>
        <p:txBody>
          <a:bodyPr wrap="non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磁场旋度方程变为</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矩形 16"/>
          <p:cNvSpPr/>
          <p:nvPr/>
        </p:nvSpPr>
        <p:spPr>
          <a:xfrm>
            <a:off x="592645" y="2786155"/>
            <a:ext cx="1107996" cy="406265"/>
          </a:xfrm>
          <a:prstGeom prst="rect">
            <a:avLst/>
          </a:prstGeom>
        </p:spPr>
        <p:txBody>
          <a:bodyPr wrap="non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磁场旋度</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矩形 18"/>
          <p:cNvSpPr/>
          <p:nvPr/>
        </p:nvSpPr>
        <p:spPr>
          <a:xfrm>
            <a:off x="592645" y="3269962"/>
            <a:ext cx="1107996" cy="406265"/>
          </a:xfrm>
          <a:prstGeom prst="rect">
            <a:avLst/>
          </a:prstGeom>
        </p:spPr>
        <p:txBody>
          <a:bodyPr wrap="non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电场强度</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152146580"/>
              </p:ext>
            </p:extLst>
          </p:nvPr>
        </p:nvGraphicFramePr>
        <p:xfrm>
          <a:off x="2087397" y="2772462"/>
          <a:ext cx="2937864" cy="520634"/>
        </p:xfrm>
        <a:graphic>
          <a:graphicData uri="http://schemas.openxmlformats.org/presentationml/2006/ole">
            <mc:AlternateContent xmlns:mc="http://schemas.openxmlformats.org/markup-compatibility/2006">
              <mc:Choice xmlns:v="urn:schemas-microsoft-com:vml" Requires="v">
                <p:oleObj spid="_x0000_s16424" name="Equation" r:id="rId9" imgW="2043813" imgH="355446" progId="Equation.DSMT4">
                  <p:embed/>
                </p:oleObj>
              </mc:Choice>
              <mc:Fallback>
                <p:oleObj name="Equation" r:id="rId9" imgW="2043813" imgH="355446"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7397" y="2772462"/>
                        <a:ext cx="2937864"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06489207"/>
              </p:ext>
            </p:extLst>
          </p:nvPr>
        </p:nvGraphicFramePr>
        <p:xfrm>
          <a:off x="2087397" y="3226089"/>
          <a:ext cx="5754866" cy="520634"/>
        </p:xfrm>
        <a:graphic>
          <a:graphicData uri="http://schemas.openxmlformats.org/presentationml/2006/ole">
            <mc:AlternateContent xmlns:mc="http://schemas.openxmlformats.org/markup-compatibility/2006">
              <mc:Choice xmlns:v="urn:schemas-microsoft-com:vml" Requires="v">
                <p:oleObj spid="_x0000_s16425" name="Equation" r:id="rId11" imgW="3937000" imgH="355600" progId="Equation.DSMT4">
                  <p:embed/>
                </p:oleObj>
              </mc:Choice>
              <mc:Fallback>
                <p:oleObj name="Equation" r:id="rId11" imgW="3937000" imgH="3556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7397" y="3226089"/>
                        <a:ext cx="5754866"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22"/>
          <p:cNvSpPr/>
          <p:nvPr/>
        </p:nvSpPr>
        <p:spPr>
          <a:xfrm>
            <a:off x="592645" y="3817218"/>
            <a:ext cx="6943515" cy="369332"/>
          </a:xfrm>
          <a:prstGeom prst="rect">
            <a:avLst/>
          </a:prstGeom>
        </p:spPr>
        <p:txBody>
          <a:bodyPr wrap="squar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上式中              它只与媒质的本构参数有关，也称为媒质本征阻抗   </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矩形 25"/>
          <p:cNvSpPr/>
          <p:nvPr/>
        </p:nvSpPr>
        <p:spPr>
          <a:xfrm>
            <a:off x="572314" y="4412182"/>
            <a:ext cx="877163" cy="406265"/>
          </a:xfrm>
          <a:prstGeom prst="rect">
            <a:avLst/>
          </a:prstGeom>
        </p:spPr>
        <p:txBody>
          <a:bodyPr wrap="non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真空中</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1601013449"/>
              </p:ext>
            </p:extLst>
          </p:nvPr>
        </p:nvGraphicFramePr>
        <p:xfrm>
          <a:off x="1404838" y="3661071"/>
          <a:ext cx="821209" cy="629967"/>
        </p:xfrm>
        <a:graphic>
          <a:graphicData uri="http://schemas.openxmlformats.org/presentationml/2006/ole">
            <mc:AlternateContent xmlns:mc="http://schemas.openxmlformats.org/markup-compatibility/2006">
              <mc:Choice xmlns:v="urn:schemas-microsoft-com:vml" Requires="v">
                <p:oleObj spid="_x0000_s16426" name="Equation" r:id="rId13" imgW="469696" imgH="393529" progId="Equation.DSMT4">
                  <p:embed/>
                </p:oleObj>
              </mc:Choice>
              <mc:Fallback>
                <p:oleObj name="Equation" r:id="rId13" imgW="469696" imgH="393529" progId="Equation.DSMT4">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4838" y="3661071"/>
                        <a:ext cx="821209" cy="6299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395282992"/>
              </p:ext>
            </p:extLst>
          </p:nvPr>
        </p:nvGraphicFramePr>
        <p:xfrm>
          <a:off x="1436744" y="4267751"/>
          <a:ext cx="2413318" cy="705485"/>
        </p:xfrm>
        <a:graphic>
          <a:graphicData uri="http://schemas.openxmlformats.org/presentationml/2006/ole">
            <mc:AlternateContent xmlns:mc="http://schemas.openxmlformats.org/markup-compatibility/2006">
              <mc:Choice xmlns:v="urn:schemas-microsoft-com:vml" Requires="v">
                <p:oleObj spid="_x0000_s16427" name="Equation" r:id="rId15" imgW="1498320" imgH="431640" progId="Equation.DSMT4">
                  <p:embed/>
                </p:oleObj>
              </mc:Choice>
              <mc:Fallback>
                <p:oleObj name="Equation" r:id="rId15" imgW="1498320" imgH="431640" progId="Equation.DSMT4">
                  <p:embed/>
                  <p:pic>
                    <p:nvPicPr>
                      <p:cNvPr id="0" name="Object 34"/>
                      <p:cNvPicPr>
                        <a:picLocks noChangeAspect="1" noChangeArrowheads="1"/>
                      </p:cNvPicPr>
                      <p:nvPr/>
                    </p:nvPicPr>
                    <p:blipFill>
                      <a:blip r:embed="rId16"/>
                      <a:srcRect/>
                      <a:stretch>
                        <a:fillRect/>
                      </a:stretch>
                    </p:blipFill>
                    <p:spPr bwMode="auto">
                      <a:xfrm>
                        <a:off x="1436744" y="4267751"/>
                        <a:ext cx="2413318" cy="705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990129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864096"/>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媒质界面处的电磁场边界条件</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思路</a:t>
            </a:r>
            <a:endParaRPr lang="zh-CN" altLang="en-US" sz="2800" dirty="0"/>
          </a:p>
        </p:txBody>
      </p:sp>
      <p:sp>
        <p:nvSpPr>
          <p:cNvPr id="37" name="矩形 36"/>
          <p:cNvSpPr/>
          <p:nvPr/>
        </p:nvSpPr>
        <p:spPr>
          <a:xfrm>
            <a:off x="7392144" y="1947312"/>
            <a:ext cx="4104456" cy="2862322"/>
          </a:xfrm>
          <a:prstGeom prst="rect">
            <a:avLst/>
          </a:prstGeom>
        </p:spPr>
        <p:txBody>
          <a:bodyPr wrap="square">
            <a:spAutoFit/>
          </a:bodyPr>
          <a:lstStyle/>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边界条件表征了媒质界面</a:t>
            </a:r>
            <a:r>
              <a:rPr lang="zh-CN" altLang="zh-CN" sz="2000" dirty="0">
                <a:latin typeface="黑体" panose="02010609060101010101" pitchFamily="49" charset="-122"/>
                <a:ea typeface="黑体" panose="02010609060101010101" pitchFamily="49" charset="-122"/>
              </a:rPr>
              <a:t>两侧电场和磁场的关系</a:t>
            </a:r>
            <a:r>
              <a:rPr lang="zh-CN" altLang="en-US" sz="2000" dirty="0">
                <a:latin typeface="黑体" panose="02010609060101010101" pitchFamily="49" charset="-122"/>
                <a:ea typeface="黑体" panose="02010609060101010101" pitchFamily="49" charset="-122"/>
              </a:rPr>
              <a:t>。</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边界条件</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来源于媒质界面的极化电荷和磁化电流</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。极化电荷产生法向电场，造成电场法向不连续，磁化电流产生切向磁感应强度，造成磁感应强度切向不连续。</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lgn="just"/>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场强不连续，麦克斯韦微分方程不能用，由边界条件代替其作用</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335360" y="1196752"/>
            <a:ext cx="6927382" cy="5283596"/>
          </a:xfrm>
          <a:prstGeom prst="rect">
            <a:avLst/>
          </a:prstGeom>
        </p:spPr>
      </p:pic>
      <p:sp>
        <p:nvSpPr>
          <p:cNvPr id="4" name="矩形 3"/>
          <p:cNvSpPr/>
          <p:nvPr/>
        </p:nvSpPr>
        <p:spPr>
          <a:xfrm>
            <a:off x="7392144" y="1916832"/>
            <a:ext cx="4104456" cy="2232248"/>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219860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媒质界面处的电磁场边界条件</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电场边界条件</a:t>
            </a:r>
            <a:endParaRPr lang="zh-CN" altLang="en-US" sz="2800" dirty="0"/>
          </a:p>
        </p:txBody>
      </p:sp>
      <p:pic>
        <p:nvPicPr>
          <p:cNvPr id="3" name="图片 2"/>
          <p:cNvPicPr>
            <a:picLocks noChangeAspect="1"/>
          </p:cNvPicPr>
          <p:nvPr/>
        </p:nvPicPr>
        <p:blipFill>
          <a:blip r:embed="rId3"/>
          <a:stretch>
            <a:fillRect/>
          </a:stretch>
        </p:blipFill>
        <p:spPr>
          <a:xfrm>
            <a:off x="1820579" y="763960"/>
            <a:ext cx="8114558" cy="2304256"/>
          </a:xfrm>
          <a:prstGeom prst="rect">
            <a:avLst/>
          </a:prstGeom>
        </p:spPr>
      </p:pic>
      <p:sp>
        <p:nvSpPr>
          <p:cNvPr id="7" name="Rectangle 2"/>
          <p:cNvSpPr>
            <a:spLocks noChangeArrowheads="1"/>
          </p:cNvSpPr>
          <p:nvPr/>
        </p:nvSpPr>
        <p:spPr bwMode="auto">
          <a:xfrm>
            <a:off x="1524000" y="3635203"/>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endParaRPr lang="zh-CN" altLang="en-US" sz="200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11" name="文本框 13"/>
              <p:cNvSpPr txBox="1">
                <a:spLocks noChangeArrowheads="1"/>
              </p:cNvSpPr>
              <p:nvPr/>
            </p:nvSpPr>
            <p:spPr bwMode="auto">
              <a:xfrm>
                <a:off x="192088" y="4411272"/>
                <a:ext cx="6047928"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表面电荷只产生法向电场，不影响切向电场，切向电场连续，因此界面</a:t>
                </a:r>
                <a:r>
                  <a:rPr lang="zh-CN" altLang="en-US" sz="2000" dirty="0">
                    <a:solidFill>
                      <a:srgbClr val="FF0000"/>
                    </a:solidFill>
                    <a:latin typeface="黑体" panose="02010609060101010101" pitchFamily="49" charset="-122"/>
                    <a:ea typeface="黑体" panose="02010609060101010101" pitchFamily="49" charset="-122"/>
                  </a:rPr>
                  <a:t>电场切向边界条件是</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panose="02040503050406030204" pitchFamily="18" charset="0"/>
                            <a:ea typeface="黑体" panose="02010609060101010101" pitchFamily="49" charset="-122"/>
                          </a:rPr>
                          <m:t>𝐸</m:t>
                        </m:r>
                      </m:e>
                      <m:sub>
                        <m:r>
                          <a:rPr lang="en-US" altLang="zh-CN" sz="2000" i="1">
                            <a:latin typeface="Cambria Math" panose="02040503050406030204" pitchFamily="18" charset="0"/>
                            <a:ea typeface="黑体" panose="02010609060101010101" pitchFamily="49" charset="-122"/>
                          </a:rPr>
                          <m:t>1</m:t>
                        </m:r>
                        <m:r>
                          <a:rPr lang="en-US" altLang="zh-CN" sz="2000" i="1">
                            <a:latin typeface="Cambria Math" panose="02040503050406030204" pitchFamily="18" charset="0"/>
                            <a:ea typeface="黑体" panose="02010609060101010101" pitchFamily="49" charset="-122"/>
                          </a:rPr>
                          <m:t>𝑡</m:t>
                        </m:r>
                      </m:sub>
                    </m:sSub>
                    <m:r>
                      <a:rPr lang="en-US" altLang="zh-CN" sz="2000" i="1">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panose="02040503050406030204" pitchFamily="18" charset="0"/>
                            <a:ea typeface="黑体" panose="02010609060101010101" pitchFamily="49" charset="-122"/>
                          </a:rPr>
                          <m:t>𝐸</m:t>
                        </m:r>
                      </m:e>
                      <m:sub>
                        <m:r>
                          <a:rPr lang="en-US" altLang="zh-CN" sz="2000" i="1">
                            <a:latin typeface="Cambria Math" panose="02040503050406030204" pitchFamily="18" charset="0"/>
                            <a:ea typeface="黑体" panose="02010609060101010101" pitchFamily="49" charset="-122"/>
                          </a:rPr>
                          <m:t>2</m:t>
                        </m:r>
                        <m:r>
                          <a:rPr lang="en-US" altLang="zh-CN" sz="2000" i="1">
                            <a:latin typeface="Cambria Math" panose="02040503050406030204" pitchFamily="18" charset="0"/>
                            <a:ea typeface="黑体" panose="02010609060101010101" pitchFamily="49" charset="-122"/>
                          </a:rPr>
                          <m:t>𝑡</m:t>
                        </m:r>
                      </m:sub>
                    </m:sSub>
                    <m:r>
                      <a:rPr lang="zh-CN" altLang="en-US" sz="2000" i="1">
                        <a:latin typeface="Cambria Math" panose="02040503050406030204" pitchFamily="18" charset="0"/>
                        <a:ea typeface="黑体" panose="02010609060101010101" pitchFamily="49" charset="-122"/>
                      </a:rPr>
                      <m:t>，</m:t>
                    </m:r>
                  </m:oMath>
                </a14:m>
                <a:r>
                  <a:rPr lang="zh-CN" altLang="en-US" sz="2000" dirty="0">
                    <a:solidFill>
                      <a:srgbClr val="FF0000"/>
                    </a:solidFill>
                    <a:latin typeface="黑体" panose="02010609060101010101" pitchFamily="49" charset="-122"/>
                    <a:ea typeface="黑体" panose="02010609060101010101" pitchFamily="49" charset="-122"/>
                  </a:rPr>
                  <a:t>即</a:t>
                </a:r>
                <a:endParaRPr lang="zh-CN" altLang="en-US" sz="2000" dirty="0">
                  <a:latin typeface="黑体" panose="02010609060101010101" pitchFamily="49" charset="-122"/>
                  <a:ea typeface="黑体" panose="02010609060101010101" pitchFamily="49" charset="-122"/>
                </a:endParaRPr>
              </a:p>
            </p:txBody>
          </p:sp>
        </mc:Choice>
        <mc:Fallback xmlns="">
          <p:sp>
            <p:nvSpPr>
              <p:cNvPr id="11" name="文本框 13"/>
              <p:cNvSpPr txBox="1">
                <a:spLocks noRot="1" noChangeAspect="1" noMove="1" noResize="1" noEditPoints="1" noAdjustHandles="1" noChangeArrowheads="1" noChangeShapeType="1" noTextEdit="1"/>
              </p:cNvSpPr>
              <p:nvPr/>
            </p:nvSpPr>
            <p:spPr bwMode="auto">
              <a:xfrm>
                <a:off x="192088" y="4411272"/>
                <a:ext cx="6047928" cy="707886"/>
              </a:xfrm>
              <a:prstGeom prst="rect">
                <a:avLst/>
              </a:prstGeom>
              <a:blipFill>
                <a:blip r:embed="rId4"/>
                <a:stretch>
                  <a:fillRect l="-1109" t="-5172" r="-1008" b="-129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 name="文本框 14"/>
          <p:cNvSpPr txBox="1">
            <a:spLocks noChangeArrowheads="1"/>
          </p:cNvSpPr>
          <p:nvPr/>
        </p:nvSpPr>
        <p:spPr bwMode="auto">
          <a:xfrm>
            <a:off x="245003" y="5394367"/>
            <a:ext cx="59420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表面电荷法向电场，增加媒质</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中法向电场减少媒质</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的法向电场，法向电场</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点乘法向</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的改变量是</a:t>
            </a:r>
          </a:p>
        </p:txBody>
      </p:sp>
      <p:grpSp>
        <p:nvGrpSpPr>
          <p:cNvPr id="4" name="组合 3"/>
          <p:cNvGrpSpPr/>
          <p:nvPr/>
        </p:nvGrpSpPr>
        <p:grpSpPr>
          <a:xfrm>
            <a:off x="280684" y="3119198"/>
            <a:ext cx="5975920" cy="1323439"/>
            <a:chOff x="280684" y="3032573"/>
            <a:chExt cx="5975920" cy="1323439"/>
          </a:xfrm>
        </p:grpSpPr>
        <p:sp>
          <p:nvSpPr>
            <p:cNvPr id="9" name="文本框 1"/>
            <p:cNvSpPr txBox="1">
              <a:spLocks noChangeArrowheads="1"/>
            </p:cNvSpPr>
            <p:nvPr/>
          </p:nvSpPr>
          <p:spPr bwMode="auto">
            <a:xfrm>
              <a:off x="280684" y="3032573"/>
              <a:ext cx="597592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原问题</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的两种媒质用它们的极化面电荷代替后，</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界面两侧都是真空。电场可以看成无表面电荷的原场加上表面电荷的场。表面电荷包括自由电荷和极化电荷，其面密度</a:t>
              </a:r>
            </a:p>
          </p:txBody>
        </p:sp>
        <p:graphicFrame>
          <p:nvGraphicFramePr>
            <p:cNvPr id="5" name="对象 4"/>
            <p:cNvGraphicFramePr>
              <a:graphicFrameLocks noChangeAspect="1"/>
            </p:cNvGraphicFramePr>
            <p:nvPr>
              <p:extLst>
                <p:ext uri="{D42A27DB-BD31-4B8C-83A1-F6EECF244321}">
                  <p14:modId xmlns:p14="http://schemas.microsoft.com/office/powerpoint/2010/main" val="3659576988"/>
                </p:ext>
              </p:extLst>
            </p:nvPr>
          </p:nvGraphicFramePr>
          <p:xfrm>
            <a:off x="2660930" y="4011635"/>
            <a:ext cx="3528226" cy="296575"/>
          </p:xfrm>
          <a:graphic>
            <a:graphicData uri="http://schemas.openxmlformats.org/presentationml/2006/ole">
              <mc:AlternateContent xmlns:mc="http://schemas.openxmlformats.org/markup-compatibility/2006">
                <mc:Choice xmlns:v="urn:schemas-microsoft-com:vml" Requires="v">
                  <p:oleObj spid="_x0000_s17446" name="Equation" r:id="rId5" imgW="2209800" imgH="203200" progId="Equation.DSMT4">
                    <p:embed/>
                  </p:oleObj>
                </mc:Choice>
                <mc:Fallback>
                  <p:oleObj name="Equation" r:id="rId5" imgW="2209800" imgH="203200" progId="Equation.DSMT4">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0930" y="4011635"/>
                          <a:ext cx="3528226"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0" name="对象 19"/>
          <p:cNvGraphicFramePr>
            <a:graphicFrameLocks noChangeAspect="1"/>
          </p:cNvGraphicFramePr>
          <p:nvPr>
            <p:extLst>
              <p:ext uri="{D42A27DB-BD31-4B8C-83A1-F6EECF244321}">
                <p14:modId xmlns:p14="http://schemas.microsoft.com/office/powerpoint/2010/main" val="1915737739"/>
              </p:ext>
            </p:extLst>
          </p:nvPr>
        </p:nvGraphicFramePr>
        <p:xfrm>
          <a:off x="2715069" y="5090849"/>
          <a:ext cx="1619915" cy="326233"/>
        </p:xfrm>
        <a:graphic>
          <a:graphicData uri="http://schemas.openxmlformats.org/presentationml/2006/ole">
            <mc:AlternateContent xmlns:mc="http://schemas.openxmlformats.org/markup-compatibility/2006">
              <mc:Choice xmlns:v="urn:schemas-microsoft-com:vml" Requires="v">
                <p:oleObj spid="_x0000_s17447" name="Equation" r:id="rId7" imgW="952087" imgH="203112" progId="Equation.DSMT4">
                  <p:embed/>
                </p:oleObj>
              </mc:Choice>
              <mc:Fallback>
                <p:oleObj name="Equation" r:id="rId7" imgW="952087" imgH="203112"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5069" y="5090849"/>
                        <a:ext cx="1619915"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073789249"/>
              </p:ext>
            </p:extLst>
          </p:nvPr>
        </p:nvGraphicFramePr>
        <p:xfrm>
          <a:off x="695400" y="6059336"/>
          <a:ext cx="4602033" cy="633889"/>
        </p:xfrm>
        <a:graphic>
          <a:graphicData uri="http://schemas.openxmlformats.org/presentationml/2006/ole">
            <mc:AlternateContent xmlns:mc="http://schemas.openxmlformats.org/markup-compatibility/2006">
              <mc:Choice xmlns:v="urn:schemas-microsoft-com:vml" Requires="v">
                <p:oleObj spid="_x0000_s17448" name="Equation" r:id="rId9" imgW="2616120" imgH="393480" progId="Equation.DSMT4">
                  <p:embed/>
                </p:oleObj>
              </mc:Choice>
              <mc:Fallback>
                <p:oleObj name="Equation" r:id="rId9" imgW="2616120" imgH="393480" progId="Equation.DSMT4">
                  <p:embed/>
                  <p:pic>
                    <p:nvPicPr>
                      <p:cNvPr id="0" name="Object 44"/>
                      <p:cNvPicPr>
                        <a:picLocks noChangeAspect="1" noChangeArrowheads="1"/>
                      </p:cNvPicPr>
                      <p:nvPr/>
                    </p:nvPicPr>
                    <p:blipFill>
                      <a:blip r:embed="rId10"/>
                      <a:srcRect/>
                      <a:stretch>
                        <a:fillRect/>
                      </a:stretch>
                    </p:blipFill>
                    <p:spPr bwMode="auto">
                      <a:xfrm>
                        <a:off x="695400" y="6059336"/>
                        <a:ext cx="4602033" cy="633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文本框 13"/>
          <p:cNvSpPr txBox="1">
            <a:spLocks noChangeArrowheads="1"/>
          </p:cNvSpPr>
          <p:nvPr/>
        </p:nvSpPr>
        <p:spPr bwMode="auto">
          <a:xfrm>
            <a:off x="6672064" y="3097903"/>
            <a:ext cx="46284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整理后可得，界面</a:t>
            </a:r>
            <a:r>
              <a:rPr lang="zh-CN" altLang="en-US" sz="2000" dirty="0">
                <a:solidFill>
                  <a:srgbClr val="FF0000"/>
                </a:solidFill>
                <a:latin typeface="黑体" panose="02010609060101010101" pitchFamily="49" charset="-122"/>
                <a:ea typeface="黑体" panose="02010609060101010101" pitchFamily="49" charset="-122"/>
              </a:rPr>
              <a:t>电场法向边界条件</a:t>
            </a:r>
          </a:p>
        </p:txBody>
      </p:sp>
      <p:graphicFrame>
        <p:nvGraphicFramePr>
          <p:cNvPr id="25" name="对象 24"/>
          <p:cNvGraphicFramePr>
            <a:graphicFrameLocks noChangeAspect="1"/>
          </p:cNvGraphicFramePr>
          <p:nvPr>
            <p:extLst>
              <p:ext uri="{D42A27DB-BD31-4B8C-83A1-F6EECF244321}">
                <p14:modId xmlns:p14="http://schemas.microsoft.com/office/powerpoint/2010/main" val="3426630595"/>
              </p:ext>
            </p:extLst>
          </p:nvPr>
        </p:nvGraphicFramePr>
        <p:xfrm>
          <a:off x="8267637" y="3540973"/>
          <a:ext cx="1777406" cy="326233"/>
        </p:xfrm>
        <a:graphic>
          <a:graphicData uri="http://schemas.openxmlformats.org/presentationml/2006/ole">
            <mc:AlternateContent xmlns:mc="http://schemas.openxmlformats.org/markup-compatibility/2006">
              <mc:Choice xmlns:v="urn:schemas-microsoft-com:vml" Requires="v">
                <p:oleObj spid="_x0000_s17449" name="Equation" r:id="rId11" imgW="977476" imgH="203112" progId="Equation.DSMT4">
                  <p:embed/>
                </p:oleObj>
              </mc:Choice>
              <mc:Fallback>
                <p:oleObj name="Equation" r:id="rId11" imgW="977476" imgH="203112" progId="Equation.DSMT4">
                  <p:embed/>
                  <p:pic>
                    <p:nvPicPr>
                      <p:cNvPr id="0" name="Object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67637" y="3540973"/>
                        <a:ext cx="1777406"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文本框 13"/>
          <p:cNvSpPr txBox="1">
            <a:spLocks noChangeArrowheads="1"/>
          </p:cNvSpPr>
          <p:nvPr/>
        </p:nvSpPr>
        <p:spPr bwMode="auto">
          <a:xfrm>
            <a:off x="6672065" y="3961083"/>
            <a:ext cx="44644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理想导体</a:t>
            </a:r>
            <a:r>
              <a:rPr lang="zh-CN" altLang="en-US" sz="2000" dirty="0">
                <a:latin typeface="黑体" panose="02010609060101010101" pitchFamily="49" charset="-122"/>
                <a:ea typeface="黑体" panose="02010609060101010101" pitchFamily="49" charset="-122"/>
              </a:rPr>
              <a:t>，其内部电场和电位移矢量为零，其外表面</a:t>
            </a:r>
            <a:r>
              <a:rPr lang="zh-CN" altLang="en-US" sz="2000" dirty="0">
                <a:solidFill>
                  <a:srgbClr val="FF0000"/>
                </a:solidFill>
                <a:latin typeface="黑体" panose="02010609060101010101" pitchFamily="49" charset="-122"/>
                <a:ea typeface="黑体" panose="02010609060101010101" pitchFamily="49" charset="-122"/>
              </a:rPr>
              <a:t>电场的边界条件是</a:t>
            </a:r>
          </a:p>
        </p:txBody>
      </p:sp>
      <p:graphicFrame>
        <p:nvGraphicFramePr>
          <p:cNvPr id="30" name="对象 29"/>
          <p:cNvGraphicFramePr>
            <a:graphicFrameLocks noChangeAspect="1"/>
          </p:cNvGraphicFramePr>
          <p:nvPr>
            <p:extLst>
              <p:ext uri="{D42A27DB-BD31-4B8C-83A1-F6EECF244321}">
                <p14:modId xmlns:p14="http://schemas.microsoft.com/office/powerpoint/2010/main" val="4086415806"/>
              </p:ext>
            </p:extLst>
          </p:nvPr>
        </p:nvGraphicFramePr>
        <p:xfrm>
          <a:off x="7851479" y="4741478"/>
          <a:ext cx="917026" cy="291589"/>
        </p:xfrm>
        <a:graphic>
          <a:graphicData uri="http://schemas.openxmlformats.org/presentationml/2006/ole">
            <mc:AlternateContent xmlns:mc="http://schemas.openxmlformats.org/markup-compatibility/2006">
              <mc:Choice xmlns:v="urn:schemas-microsoft-com:vml" Requires="v">
                <p:oleObj spid="_x0000_s17450" name="Equation" r:id="rId13" imgW="545760" imgH="164880" progId="Equation.DSMT4">
                  <p:embed/>
                </p:oleObj>
              </mc:Choice>
              <mc:Fallback>
                <p:oleObj name="Equation" r:id="rId13" imgW="545760" imgH="164880" progId="Equation.DSMT4">
                  <p:embed/>
                  <p:pic>
                    <p:nvPicPr>
                      <p:cNvPr id="20" name="对象 19"/>
                      <p:cNvPicPr>
                        <a:picLocks noChangeAspect="1" noChangeArrowheads="1"/>
                      </p:cNvPicPr>
                      <p:nvPr/>
                    </p:nvPicPr>
                    <p:blipFill>
                      <a:blip r:embed="rId14"/>
                      <a:srcRect/>
                      <a:stretch>
                        <a:fillRect/>
                      </a:stretch>
                    </p:blipFill>
                    <p:spPr bwMode="auto">
                      <a:xfrm>
                        <a:off x="7851479" y="4741478"/>
                        <a:ext cx="917026" cy="291589"/>
                      </a:xfrm>
                      <a:prstGeom prst="rect">
                        <a:avLst/>
                      </a:prstGeom>
                      <a:noFill/>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1564801663"/>
              </p:ext>
            </p:extLst>
          </p:nvPr>
        </p:nvGraphicFramePr>
        <p:xfrm>
          <a:off x="8898457" y="4700487"/>
          <a:ext cx="1004362" cy="357091"/>
        </p:xfrm>
        <a:graphic>
          <a:graphicData uri="http://schemas.openxmlformats.org/presentationml/2006/ole">
            <mc:AlternateContent xmlns:mc="http://schemas.openxmlformats.org/markup-compatibility/2006">
              <mc:Choice xmlns:v="urn:schemas-microsoft-com:vml" Requires="v">
                <p:oleObj spid="_x0000_s17451" name="Equation" r:id="rId15" imgW="558720" imgH="203040" progId="Equation.DSMT4">
                  <p:embed/>
                </p:oleObj>
              </mc:Choice>
              <mc:Fallback>
                <p:oleObj name="Equation" r:id="rId15" imgW="558720" imgH="203040" progId="Equation.DSMT4">
                  <p:embed/>
                  <p:pic>
                    <p:nvPicPr>
                      <p:cNvPr id="25" name="对象 24"/>
                      <p:cNvPicPr>
                        <a:picLocks noChangeAspect="1" noChangeArrowheads="1"/>
                      </p:cNvPicPr>
                      <p:nvPr/>
                    </p:nvPicPr>
                    <p:blipFill>
                      <a:blip r:embed="rId16"/>
                      <a:srcRect/>
                      <a:stretch>
                        <a:fillRect/>
                      </a:stretch>
                    </p:blipFill>
                    <p:spPr bwMode="auto">
                      <a:xfrm>
                        <a:off x="8898457" y="4700487"/>
                        <a:ext cx="1004362" cy="357091"/>
                      </a:xfrm>
                      <a:prstGeom prst="rect">
                        <a:avLst/>
                      </a:prstGeom>
                      <a:noFill/>
                    </p:spPr>
                  </p:pic>
                </p:oleObj>
              </mc:Fallback>
            </mc:AlternateContent>
          </a:graphicData>
        </a:graphic>
      </p:graphicFrame>
      <p:sp>
        <p:nvSpPr>
          <p:cNvPr id="34" name="文本框 13"/>
          <p:cNvSpPr txBox="1">
            <a:spLocks noChangeArrowheads="1"/>
          </p:cNvSpPr>
          <p:nvPr/>
        </p:nvSpPr>
        <p:spPr bwMode="auto">
          <a:xfrm>
            <a:off x="6656660" y="5551504"/>
            <a:ext cx="4464496" cy="101566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界面法向单位矢量的方向规定：</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）媒质</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指向媒质</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）理想导体情况下，指向导体外。</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8" name="矩形 7"/>
          <p:cNvSpPr/>
          <p:nvPr/>
        </p:nvSpPr>
        <p:spPr>
          <a:xfrm>
            <a:off x="6672064" y="3977564"/>
            <a:ext cx="4495462" cy="115447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6556925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媒质界面处的电磁场边界条件</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磁场边界条件</a:t>
            </a:r>
            <a:endParaRPr lang="zh-CN" altLang="en-US" sz="2800" dirty="0"/>
          </a:p>
        </p:txBody>
      </p:sp>
      <p:sp>
        <p:nvSpPr>
          <p:cNvPr id="11" name="文本框 13"/>
          <p:cNvSpPr txBox="1">
            <a:spLocks noChangeArrowheads="1"/>
          </p:cNvSpPr>
          <p:nvPr/>
        </p:nvSpPr>
        <p:spPr bwMode="auto">
          <a:xfrm>
            <a:off x="192088" y="4472619"/>
            <a:ext cx="63141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表面电流只产生切向磁感应强度，因此法向磁感应强度连续。界面</a:t>
            </a:r>
            <a:r>
              <a:rPr lang="zh-CN" altLang="en-US" sz="2000" dirty="0">
                <a:solidFill>
                  <a:srgbClr val="FF0000"/>
                </a:solidFill>
                <a:latin typeface="黑体" panose="02010609060101010101" pitchFamily="49" charset="-122"/>
                <a:ea typeface="黑体" panose="02010609060101010101" pitchFamily="49" charset="-122"/>
              </a:rPr>
              <a:t>磁场法向边界条件</a:t>
            </a:r>
            <a:r>
              <a:rPr lang="zh-CN" altLang="en-US" sz="2000" dirty="0">
                <a:latin typeface="黑体" panose="02010609060101010101" pitchFamily="49" charset="-122"/>
                <a:ea typeface="黑体" panose="02010609060101010101" pitchFamily="49" charset="-122"/>
              </a:rPr>
              <a:t>是</a:t>
            </a:r>
          </a:p>
        </p:txBody>
      </p:sp>
      <p:sp>
        <p:nvSpPr>
          <p:cNvPr id="12" name="文本框 14"/>
          <p:cNvSpPr txBox="1">
            <a:spLocks noChangeArrowheads="1"/>
          </p:cNvSpPr>
          <p:nvPr/>
        </p:nvSpPr>
        <p:spPr bwMode="auto">
          <a:xfrm>
            <a:off x="245002" y="5263963"/>
            <a:ext cx="63101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表面电流的切向磁感应强度，增加媒质</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的切向磁感应强度减少媒质</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的切向磁感应强度，切向磁感应强度的改变量是</a:t>
            </a:r>
          </a:p>
        </p:txBody>
      </p:sp>
      <p:sp>
        <p:nvSpPr>
          <p:cNvPr id="26" name="文本框 13"/>
          <p:cNvSpPr txBox="1">
            <a:spLocks noChangeArrowheads="1"/>
          </p:cNvSpPr>
          <p:nvPr/>
        </p:nvSpPr>
        <p:spPr bwMode="auto">
          <a:xfrm>
            <a:off x="6614527" y="4090410"/>
            <a:ext cx="16385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整理后可得</a:t>
            </a:r>
            <a:endParaRPr lang="zh-CN" altLang="en-US" sz="2000" dirty="0">
              <a:solidFill>
                <a:srgbClr val="FF0000"/>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3"/>
          <a:stretch>
            <a:fillRect/>
          </a:stretch>
        </p:blipFill>
        <p:spPr>
          <a:xfrm>
            <a:off x="2078946" y="780528"/>
            <a:ext cx="7649643" cy="2267266"/>
          </a:xfrm>
          <a:prstGeom prst="rect">
            <a:avLst/>
          </a:prstGeom>
        </p:spPr>
      </p:pic>
      <p:grpSp>
        <p:nvGrpSpPr>
          <p:cNvPr id="5" name="组合 4"/>
          <p:cNvGrpSpPr/>
          <p:nvPr/>
        </p:nvGrpSpPr>
        <p:grpSpPr>
          <a:xfrm>
            <a:off x="170312" y="3093239"/>
            <a:ext cx="6335960" cy="1323439"/>
            <a:chOff x="192088" y="3227933"/>
            <a:chExt cx="6335960" cy="1323439"/>
          </a:xfrm>
        </p:grpSpPr>
        <p:sp>
          <p:nvSpPr>
            <p:cNvPr id="7" name="Rectangle 2"/>
            <p:cNvSpPr>
              <a:spLocks noChangeArrowheads="1"/>
            </p:cNvSpPr>
            <p:nvPr/>
          </p:nvSpPr>
          <p:spPr bwMode="auto">
            <a:xfrm>
              <a:off x="1524000" y="3564483"/>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9" name="文本框 1"/>
            <p:cNvSpPr txBox="1">
              <a:spLocks noChangeArrowheads="1"/>
            </p:cNvSpPr>
            <p:nvPr/>
          </p:nvSpPr>
          <p:spPr bwMode="auto">
            <a:xfrm>
              <a:off x="192088" y="3227933"/>
              <a:ext cx="633596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原问题</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两种媒质用它们的磁化面电流代替后</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，界面两侧都是真空。磁场为无表面电流的原场加上表面电流的场。表面电流包括自由电荷面电流和磁化面电流，总面电流密度</a:t>
              </a:r>
            </a:p>
          </p:txBody>
        </p:sp>
        <p:graphicFrame>
          <p:nvGraphicFramePr>
            <p:cNvPr id="8" name="对象 7"/>
            <p:cNvGraphicFramePr>
              <a:graphicFrameLocks noChangeAspect="1"/>
            </p:cNvGraphicFramePr>
            <p:nvPr>
              <p:extLst>
                <p:ext uri="{D42A27DB-BD31-4B8C-83A1-F6EECF244321}">
                  <p14:modId xmlns:p14="http://schemas.microsoft.com/office/powerpoint/2010/main" val="1917433150"/>
                </p:ext>
              </p:extLst>
            </p:nvPr>
          </p:nvGraphicFramePr>
          <p:xfrm>
            <a:off x="1854971" y="4208291"/>
            <a:ext cx="4241029" cy="326233"/>
          </p:xfrm>
          <a:graphic>
            <a:graphicData uri="http://schemas.openxmlformats.org/presentationml/2006/ole">
              <mc:AlternateContent xmlns:mc="http://schemas.openxmlformats.org/markup-compatibility/2006">
                <mc:Choice xmlns:v="urn:schemas-microsoft-com:vml" Requires="v">
                  <p:oleObj spid="_x0000_s18482" name="Equation" r:id="rId4" imgW="2311400" imgH="203200" progId="Equation.DSMT4">
                    <p:embed/>
                  </p:oleObj>
                </mc:Choice>
                <mc:Fallback>
                  <p:oleObj name="Equation" r:id="rId4" imgW="2311400" imgH="2032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4971" y="4208291"/>
                          <a:ext cx="4241029"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对象 12"/>
          <p:cNvGraphicFramePr>
            <a:graphicFrameLocks noChangeAspect="1"/>
          </p:cNvGraphicFramePr>
          <p:nvPr>
            <p:extLst>
              <p:ext uri="{D42A27DB-BD31-4B8C-83A1-F6EECF244321}">
                <p14:modId xmlns:p14="http://schemas.microsoft.com/office/powerpoint/2010/main" val="4220750163"/>
              </p:ext>
            </p:extLst>
          </p:nvPr>
        </p:nvGraphicFramePr>
        <p:xfrm>
          <a:off x="4329105" y="4837424"/>
          <a:ext cx="1619915" cy="326233"/>
        </p:xfrm>
        <a:graphic>
          <a:graphicData uri="http://schemas.openxmlformats.org/presentationml/2006/ole">
            <mc:AlternateContent xmlns:mc="http://schemas.openxmlformats.org/markup-compatibility/2006">
              <mc:Choice xmlns:v="urn:schemas-microsoft-com:vml" Requires="v">
                <p:oleObj spid="_x0000_s18483" name="Equation" r:id="rId6" imgW="901309" imgH="203112" progId="Equation.DSMT4">
                  <p:embed/>
                </p:oleObj>
              </mc:Choice>
              <mc:Fallback>
                <p:oleObj name="Equation" r:id="rId6" imgW="901309" imgH="203112"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29105" y="4837424"/>
                        <a:ext cx="1619915"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098009809"/>
              </p:ext>
            </p:extLst>
          </p:nvPr>
        </p:nvGraphicFramePr>
        <p:xfrm>
          <a:off x="244213" y="6245930"/>
          <a:ext cx="6018436" cy="326233"/>
        </p:xfrm>
        <a:graphic>
          <a:graphicData uri="http://schemas.openxmlformats.org/presentationml/2006/ole">
            <mc:AlternateContent xmlns:mc="http://schemas.openxmlformats.org/markup-compatibility/2006">
              <mc:Choice xmlns:v="urn:schemas-microsoft-com:vml" Requires="v">
                <p:oleObj spid="_x0000_s18484" name="Equation" r:id="rId8" imgW="3403600" imgH="203200" progId="Equation.DSMT4">
                  <p:embed/>
                </p:oleObj>
              </mc:Choice>
              <mc:Fallback>
                <p:oleObj name="Equation" r:id="rId8" imgW="3403600" imgH="20320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213" y="6245930"/>
                        <a:ext cx="6018436"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文本框 13"/>
          <p:cNvSpPr txBox="1">
            <a:spLocks noChangeArrowheads="1"/>
          </p:cNvSpPr>
          <p:nvPr/>
        </p:nvSpPr>
        <p:spPr bwMode="auto">
          <a:xfrm>
            <a:off x="6614527" y="3175754"/>
            <a:ext cx="45220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括号外的</a:t>
            </a:r>
            <a:r>
              <a:rPr lang="en-US" altLang="zh-CN" sz="2000" b="1" i="1"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sz="2000" dirty="0">
                <a:latin typeface="黑体" panose="02010609060101010101" pitchFamily="49" charset="-122"/>
                <a:ea typeface="黑体" panose="02010609060101010101" pitchFamily="49" charset="-122"/>
              </a:rPr>
              <a:t>是单位矢量，且与括号内矢量垂直，因此前式变为</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31" name="对象 30"/>
          <p:cNvGraphicFramePr>
            <a:graphicFrameLocks noChangeAspect="1"/>
          </p:cNvGraphicFramePr>
          <p:nvPr>
            <p:extLst>
              <p:ext uri="{D42A27DB-BD31-4B8C-83A1-F6EECF244321}">
                <p14:modId xmlns:p14="http://schemas.microsoft.com/office/powerpoint/2010/main" val="1451331005"/>
              </p:ext>
            </p:extLst>
          </p:nvPr>
        </p:nvGraphicFramePr>
        <p:xfrm>
          <a:off x="6677524" y="3841307"/>
          <a:ext cx="4873260" cy="324628"/>
        </p:xfrm>
        <a:graphic>
          <a:graphicData uri="http://schemas.openxmlformats.org/presentationml/2006/ole">
            <mc:AlternateContent xmlns:mc="http://schemas.openxmlformats.org/markup-compatibility/2006">
              <mc:Choice xmlns:v="urn:schemas-microsoft-com:vml" Requires="v">
                <p:oleObj spid="_x0000_s18485" name="Equation" r:id="rId10" imgW="2755800" imgH="203040" progId="Equation.DSMT4">
                  <p:embed/>
                </p:oleObj>
              </mc:Choice>
              <mc:Fallback>
                <p:oleObj name="Equation" r:id="rId10" imgW="2755800" imgH="203040" progId="Equation.DSMT4">
                  <p:embed/>
                  <p:pic>
                    <p:nvPicPr>
                      <p:cNvPr id="15" name="对象 14"/>
                      <p:cNvPicPr>
                        <a:picLocks noChangeAspect="1" noChangeArrowheads="1"/>
                      </p:cNvPicPr>
                      <p:nvPr/>
                    </p:nvPicPr>
                    <p:blipFill>
                      <a:blip r:embed="rId11"/>
                      <a:srcRect/>
                      <a:stretch>
                        <a:fillRect/>
                      </a:stretch>
                    </p:blipFill>
                    <p:spPr bwMode="auto">
                      <a:xfrm>
                        <a:off x="6677524" y="3841307"/>
                        <a:ext cx="4873260" cy="324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27368954"/>
              </p:ext>
            </p:extLst>
          </p:nvPr>
        </p:nvGraphicFramePr>
        <p:xfrm>
          <a:off x="8235113" y="4151192"/>
          <a:ext cx="1874774" cy="326549"/>
        </p:xfrm>
        <a:graphic>
          <a:graphicData uri="http://schemas.openxmlformats.org/presentationml/2006/ole">
            <mc:AlternateContent xmlns:mc="http://schemas.openxmlformats.org/markup-compatibility/2006">
              <mc:Choice xmlns:v="urn:schemas-microsoft-com:vml" Requires="v">
                <p:oleObj spid="_x0000_s18486" name="Equation" r:id="rId12" imgW="1054080" imgH="203040" progId="Equation.DSMT4">
                  <p:embed/>
                </p:oleObj>
              </mc:Choice>
              <mc:Fallback>
                <p:oleObj name="Equation" r:id="rId12" imgW="1054080" imgH="203040" progId="Equation.DSMT4">
                  <p:embed/>
                  <p:pic>
                    <p:nvPicPr>
                      <p:cNvPr id="0" name="Object 26"/>
                      <p:cNvPicPr>
                        <a:picLocks noChangeAspect="1" noChangeArrowheads="1"/>
                      </p:cNvPicPr>
                      <p:nvPr/>
                    </p:nvPicPr>
                    <p:blipFill>
                      <a:blip r:embed="rId13"/>
                      <a:srcRect/>
                      <a:stretch>
                        <a:fillRect/>
                      </a:stretch>
                    </p:blipFill>
                    <p:spPr bwMode="auto">
                      <a:xfrm>
                        <a:off x="8235113" y="4151192"/>
                        <a:ext cx="1874774" cy="3265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文本框 13"/>
          <p:cNvSpPr txBox="1">
            <a:spLocks noChangeArrowheads="1"/>
          </p:cNvSpPr>
          <p:nvPr/>
        </p:nvSpPr>
        <p:spPr bwMode="auto">
          <a:xfrm>
            <a:off x="6617223" y="4501569"/>
            <a:ext cx="45193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非理想导体，界面不能存在自由电荷面电流，非理想导体界面</a:t>
            </a:r>
            <a:r>
              <a:rPr lang="zh-CN" altLang="en-US" sz="2000" dirty="0">
                <a:solidFill>
                  <a:srgbClr val="FF0000"/>
                </a:solidFill>
                <a:latin typeface="黑体" panose="02010609060101010101" pitchFamily="49" charset="-122"/>
                <a:ea typeface="黑体" panose="02010609060101010101" pitchFamily="49" charset="-122"/>
              </a:rPr>
              <a:t>磁场切向边界条件是</a:t>
            </a:r>
          </a:p>
        </p:txBody>
      </p:sp>
      <p:grpSp>
        <p:nvGrpSpPr>
          <p:cNvPr id="3" name="组合 2"/>
          <p:cNvGrpSpPr/>
          <p:nvPr/>
        </p:nvGrpSpPr>
        <p:grpSpPr>
          <a:xfrm>
            <a:off x="6620344" y="5600269"/>
            <a:ext cx="4733456" cy="997083"/>
            <a:chOff x="6622741" y="4858000"/>
            <a:chExt cx="4733456" cy="997083"/>
          </a:xfrm>
        </p:grpSpPr>
        <p:sp>
          <p:nvSpPr>
            <p:cNvPr id="29" name="文本框 13"/>
            <p:cNvSpPr txBox="1">
              <a:spLocks noChangeArrowheads="1"/>
            </p:cNvSpPr>
            <p:nvPr/>
          </p:nvSpPr>
          <p:spPr bwMode="auto">
            <a:xfrm>
              <a:off x="6622741" y="4858000"/>
              <a:ext cx="473345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理想导体：内部电场和电位移矢量为零，理想导体外表面</a:t>
              </a:r>
              <a:r>
                <a:rPr lang="zh-CN" altLang="en-US" sz="2000" dirty="0">
                  <a:solidFill>
                    <a:srgbClr val="FF0000"/>
                  </a:solidFill>
                  <a:latin typeface="黑体" panose="02010609060101010101" pitchFamily="49" charset="-122"/>
                  <a:ea typeface="黑体" panose="02010609060101010101" pitchFamily="49" charset="-122"/>
                </a:rPr>
                <a:t>磁场边界条件是</a:t>
              </a:r>
            </a:p>
          </p:txBody>
        </p:sp>
        <p:graphicFrame>
          <p:nvGraphicFramePr>
            <p:cNvPr id="32" name="对象 31"/>
            <p:cNvGraphicFramePr>
              <a:graphicFrameLocks noChangeAspect="1"/>
            </p:cNvGraphicFramePr>
            <p:nvPr>
              <p:extLst>
                <p:ext uri="{D42A27DB-BD31-4B8C-83A1-F6EECF244321}">
                  <p14:modId xmlns:p14="http://schemas.microsoft.com/office/powerpoint/2010/main" val="3654075264"/>
                </p:ext>
              </p:extLst>
            </p:nvPr>
          </p:nvGraphicFramePr>
          <p:xfrm>
            <a:off x="7505580" y="5534238"/>
            <a:ext cx="900890" cy="265081"/>
          </p:xfrm>
          <a:graphic>
            <a:graphicData uri="http://schemas.openxmlformats.org/presentationml/2006/ole">
              <mc:AlternateContent xmlns:mc="http://schemas.openxmlformats.org/markup-compatibility/2006">
                <mc:Choice xmlns:v="urn:schemas-microsoft-com:vml" Requires="v">
                  <p:oleObj spid="_x0000_s18487" name="Equation" r:id="rId14" imgW="495000" imgH="164880" progId="Equation.DSMT4">
                    <p:embed/>
                  </p:oleObj>
                </mc:Choice>
                <mc:Fallback>
                  <p:oleObj name="Equation" r:id="rId14" imgW="495000" imgH="164880" progId="Equation.DSMT4">
                    <p:embed/>
                    <p:pic>
                      <p:nvPicPr>
                        <p:cNvPr id="32" name="对象 31"/>
                        <p:cNvPicPr>
                          <a:picLocks noChangeAspect="1" noChangeArrowheads="1"/>
                        </p:cNvPicPr>
                        <p:nvPr/>
                      </p:nvPicPr>
                      <p:blipFill>
                        <a:blip r:embed="rId15"/>
                        <a:srcRect/>
                        <a:stretch>
                          <a:fillRect/>
                        </a:stretch>
                      </p:blipFill>
                      <p:spPr bwMode="auto">
                        <a:xfrm>
                          <a:off x="7505580" y="5534238"/>
                          <a:ext cx="900890" cy="2650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1086510574"/>
                </p:ext>
              </p:extLst>
            </p:nvPr>
          </p:nvGraphicFramePr>
          <p:xfrm>
            <a:off x="9087676" y="5528534"/>
            <a:ext cx="1106424" cy="326549"/>
          </p:xfrm>
          <a:graphic>
            <a:graphicData uri="http://schemas.openxmlformats.org/presentationml/2006/ole">
              <mc:AlternateContent xmlns:mc="http://schemas.openxmlformats.org/markup-compatibility/2006">
                <mc:Choice xmlns:v="urn:schemas-microsoft-com:vml" Requires="v">
                  <p:oleObj spid="_x0000_s18488" name="Equation" r:id="rId16" imgW="622080" imgH="203040" progId="Equation.DSMT4">
                    <p:embed/>
                  </p:oleObj>
                </mc:Choice>
                <mc:Fallback>
                  <p:oleObj name="Equation" r:id="rId16" imgW="622080" imgH="203040" progId="Equation.DSMT4">
                    <p:embed/>
                    <p:pic>
                      <p:nvPicPr>
                        <p:cNvPr id="17" name="对象 16"/>
                        <p:cNvPicPr>
                          <a:picLocks noChangeAspect="1" noChangeArrowheads="1"/>
                        </p:cNvPicPr>
                        <p:nvPr/>
                      </p:nvPicPr>
                      <p:blipFill>
                        <a:blip r:embed="rId17"/>
                        <a:srcRect/>
                        <a:stretch>
                          <a:fillRect/>
                        </a:stretch>
                      </p:blipFill>
                      <p:spPr bwMode="auto">
                        <a:xfrm>
                          <a:off x="9087676" y="5528534"/>
                          <a:ext cx="1106424" cy="3265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7" name="对象 36"/>
          <p:cNvGraphicFramePr>
            <a:graphicFrameLocks noChangeAspect="1"/>
          </p:cNvGraphicFramePr>
          <p:nvPr>
            <p:extLst>
              <p:ext uri="{D42A27DB-BD31-4B8C-83A1-F6EECF244321}">
                <p14:modId xmlns:p14="http://schemas.microsoft.com/office/powerpoint/2010/main" val="1558513245"/>
              </p:ext>
            </p:extLst>
          </p:nvPr>
        </p:nvGraphicFramePr>
        <p:xfrm>
          <a:off x="7953628" y="5180152"/>
          <a:ext cx="1784494" cy="326549"/>
        </p:xfrm>
        <a:graphic>
          <a:graphicData uri="http://schemas.openxmlformats.org/presentationml/2006/ole">
            <mc:AlternateContent xmlns:mc="http://schemas.openxmlformats.org/markup-compatibility/2006">
              <mc:Choice xmlns:v="urn:schemas-microsoft-com:vml" Requires="v">
                <p:oleObj spid="_x0000_s18489" name="Equation" r:id="rId18" imgW="1002960" imgH="203040" progId="Equation.DSMT4">
                  <p:embed/>
                </p:oleObj>
              </mc:Choice>
              <mc:Fallback>
                <p:oleObj name="Equation" r:id="rId18" imgW="1002960" imgH="203040" progId="Equation.DSMT4">
                  <p:embed/>
                  <p:pic>
                    <p:nvPicPr>
                      <p:cNvPr id="17" name="对象 16"/>
                      <p:cNvPicPr>
                        <a:picLocks noChangeAspect="1" noChangeArrowheads="1"/>
                      </p:cNvPicPr>
                      <p:nvPr/>
                    </p:nvPicPr>
                    <p:blipFill>
                      <a:blip r:embed="rId19"/>
                      <a:srcRect/>
                      <a:stretch>
                        <a:fillRect/>
                      </a:stretch>
                    </p:blipFill>
                    <p:spPr bwMode="auto">
                      <a:xfrm>
                        <a:off x="7953628" y="5180152"/>
                        <a:ext cx="1784494" cy="3265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6614527" y="5600269"/>
            <a:ext cx="4594041" cy="1069091"/>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956784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568424"/>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媒质中的麦克斯韦方程、本构方程、边界条件</a:t>
            </a:r>
            <a:endParaRPr lang="zh-CN" altLang="en-US" sz="2800" dirty="0"/>
          </a:p>
        </p:txBody>
      </p:sp>
      <p:graphicFrame>
        <p:nvGraphicFramePr>
          <p:cNvPr id="20" name="对象 19"/>
          <p:cNvGraphicFramePr>
            <a:graphicFrameLocks noChangeAspect="1"/>
          </p:cNvGraphicFramePr>
          <p:nvPr>
            <p:extLst>
              <p:ext uri="{D42A27DB-BD31-4B8C-83A1-F6EECF244321}">
                <p14:modId xmlns:p14="http://schemas.microsoft.com/office/powerpoint/2010/main" val="129386599"/>
              </p:ext>
            </p:extLst>
          </p:nvPr>
        </p:nvGraphicFramePr>
        <p:xfrm>
          <a:off x="353585" y="1172664"/>
          <a:ext cx="1338773" cy="529932"/>
        </p:xfrm>
        <a:graphic>
          <a:graphicData uri="http://schemas.openxmlformats.org/presentationml/2006/ole">
            <mc:AlternateContent xmlns:mc="http://schemas.openxmlformats.org/markup-compatibility/2006">
              <mc:Choice xmlns:v="urn:schemas-microsoft-com:vml" Requires="v">
                <p:oleObj spid="_x0000_s19590" name="Equation" r:id="rId3" imgW="914003" imgH="355446" progId="Equation.DSMT4">
                  <p:embed/>
                </p:oleObj>
              </mc:Choice>
              <mc:Fallback>
                <p:oleObj name="Equation" r:id="rId3" imgW="914003" imgH="355446" progId="Equation.DSMT4">
                  <p:embed/>
                  <p:pic>
                    <p:nvPicPr>
                      <p:cNvPr id="20" name="对象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585" y="1172664"/>
                        <a:ext cx="1338773" cy="529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954097407"/>
              </p:ext>
            </p:extLst>
          </p:nvPr>
        </p:nvGraphicFramePr>
        <p:xfrm>
          <a:off x="441510" y="2428870"/>
          <a:ext cx="808843" cy="269614"/>
        </p:xfrm>
        <a:graphic>
          <a:graphicData uri="http://schemas.openxmlformats.org/presentationml/2006/ole">
            <mc:AlternateContent xmlns:mc="http://schemas.openxmlformats.org/markup-compatibility/2006">
              <mc:Choice xmlns:v="urn:schemas-microsoft-com:vml" Requires="v">
                <p:oleObj spid="_x0000_s19591" name="Equation" r:id="rId5" imgW="545863" imgH="190417" progId="Equation.DSMT4">
                  <p:embed/>
                </p:oleObj>
              </mc:Choice>
              <mc:Fallback>
                <p:oleObj name="Equation" r:id="rId5" imgW="545863" imgH="190417" progId="Equation.DSMT4">
                  <p:embed/>
                  <p:pic>
                    <p:nvPicPr>
                      <p:cNvPr id="21" name="对象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510" y="2428870"/>
                        <a:ext cx="808843"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91590605"/>
              </p:ext>
            </p:extLst>
          </p:nvPr>
        </p:nvGraphicFramePr>
        <p:xfrm>
          <a:off x="392912" y="1561556"/>
          <a:ext cx="1069159" cy="520634"/>
        </p:xfrm>
        <a:graphic>
          <a:graphicData uri="http://schemas.openxmlformats.org/presentationml/2006/ole">
            <mc:AlternateContent xmlns:mc="http://schemas.openxmlformats.org/markup-compatibility/2006">
              <mc:Choice xmlns:v="urn:schemas-microsoft-com:vml" Requires="v">
                <p:oleObj spid="_x0000_s19592" name="Equation" r:id="rId7" imgW="761669" imgH="355446" progId="Equation.DSMT4">
                  <p:embed/>
                </p:oleObj>
              </mc:Choice>
              <mc:Fallback>
                <p:oleObj name="Equation" r:id="rId7" imgW="761669" imgH="355446" progId="Equation.DSMT4">
                  <p:embed/>
                  <p:pic>
                    <p:nvPicPr>
                      <p:cNvPr id="23" name="对象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912" y="1561556"/>
                        <a:ext cx="1069159"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302662025"/>
              </p:ext>
            </p:extLst>
          </p:nvPr>
        </p:nvGraphicFramePr>
        <p:xfrm>
          <a:off x="443313" y="2109494"/>
          <a:ext cx="735312" cy="245104"/>
        </p:xfrm>
        <a:graphic>
          <a:graphicData uri="http://schemas.openxmlformats.org/presentationml/2006/ole">
            <mc:AlternateContent xmlns:mc="http://schemas.openxmlformats.org/markup-compatibility/2006">
              <mc:Choice xmlns:v="urn:schemas-microsoft-com:vml" Requires="v">
                <p:oleObj spid="_x0000_s19593" name="Equation" r:id="rId9" imgW="507780" imgH="165028" progId="Equation.DSMT4">
                  <p:embed/>
                </p:oleObj>
              </mc:Choice>
              <mc:Fallback>
                <p:oleObj name="Equation" r:id="rId9" imgW="507780" imgH="165028" progId="Equation.DSMT4">
                  <p:embed/>
                  <p:pic>
                    <p:nvPicPr>
                      <p:cNvPr id="24" name="对象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313" y="2109494"/>
                        <a:ext cx="735312" cy="245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04706568"/>
              </p:ext>
            </p:extLst>
          </p:nvPr>
        </p:nvGraphicFramePr>
        <p:xfrm>
          <a:off x="1822340" y="1122956"/>
          <a:ext cx="2138319" cy="529932"/>
        </p:xfrm>
        <a:graphic>
          <a:graphicData uri="http://schemas.openxmlformats.org/presentationml/2006/ole">
            <mc:AlternateContent xmlns:mc="http://schemas.openxmlformats.org/markup-compatibility/2006">
              <mc:Choice xmlns:v="urn:schemas-microsoft-com:vml" Requires="v">
                <p:oleObj spid="_x0000_s19594" name="Equation" r:id="rId11" imgW="1459866" imgH="355446" progId="Equation.DSMT4">
                  <p:embed/>
                </p:oleObj>
              </mc:Choice>
              <mc:Fallback>
                <p:oleObj name="Equation" r:id="rId11" imgW="1459866" imgH="355446" progId="Equation.DSMT4">
                  <p:embed/>
                  <p:pic>
                    <p:nvPicPr>
                      <p:cNvPr id="5" name="对象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22340" y="1122956"/>
                        <a:ext cx="2138319" cy="529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43216221"/>
              </p:ext>
            </p:extLst>
          </p:nvPr>
        </p:nvGraphicFramePr>
        <p:xfrm>
          <a:off x="1838821" y="1547659"/>
          <a:ext cx="1775734" cy="529932"/>
        </p:xfrm>
        <a:graphic>
          <a:graphicData uri="http://schemas.openxmlformats.org/presentationml/2006/ole">
            <mc:AlternateContent xmlns:mc="http://schemas.openxmlformats.org/markup-compatibility/2006">
              <mc:Choice xmlns:v="urn:schemas-microsoft-com:vml" Requires="v">
                <p:oleObj spid="_x0000_s19595" name="Equation" r:id="rId13" imgW="1205977" imgH="355446" progId="Equation.DSMT4">
                  <p:embed/>
                </p:oleObj>
              </mc:Choice>
              <mc:Fallback>
                <p:oleObj name="Equation" r:id="rId13" imgW="1205977" imgH="355446" progId="Equation.DSMT4">
                  <p:embed/>
                  <p:pic>
                    <p:nvPicPr>
                      <p:cNvPr id="8"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8821" y="1547659"/>
                        <a:ext cx="1775734" cy="529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151248665"/>
              </p:ext>
            </p:extLst>
          </p:nvPr>
        </p:nvGraphicFramePr>
        <p:xfrm>
          <a:off x="1871360" y="1969824"/>
          <a:ext cx="1059862" cy="418367"/>
        </p:xfrm>
        <a:graphic>
          <a:graphicData uri="http://schemas.openxmlformats.org/presentationml/2006/ole">
            <mc:AlternateContent xmlns:mc="http://schemas.openxmlformats.org/markup-compatibility/2006">
              <mc:Choice xmlns:v="urn:schemas-microsoft-com:vml" Requires="v">
                <p:oleObj spid="_x0000_s19596" name="Equation" r:id="rId15" imgW="723586" imgH="279279" progId="Equation.DSMT4">
                  <p:embed/>
                </p:oleObj>
              </mc:Choice>
              <mc:Fallback>
                <p:oleObj name="Equation" r:id="rId15" imgW="723586" imgH="279279" progId="Equation.DSMT4">
                  <p:embed/>
                  <p:pic>
                    <p:nvPicPr>
                      <p:cNvPr id="11"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71360" y="1969824"/>
                        <a:ext cx="1059862" cy="418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59995657"/>
              </p:ext>
            </p:extLst>
          </p:nvPr>
        </p:nvGraphicFramePr>
        <p:xfrm>
          <a:off x="1849385" y="2329864"/>
          <a:ext cx="1543308" cy="418367"/>
        </p:xfrm>
        <a:graphic>
          <a:graphicData uri="http://schemas.openxmlformats.org/presentationml/2006/ole">
            <mc:AlternateContent xmlns:mc="http://schemas.openxmlformats.org/markup-compatibility/2006">
              <mc:Choice xmlns:v="urn:schemas-microsoft-com:vml" Requires="v">
                <p:oleObj spid="_x0000_s19597" name="Equation" r:id="rId17" imgW="1054100" imgH="279400" progId="Equation.DSMT4">
                  <p:embed/>
                </p:oleObj>
              </mc:Choice>
              <mc:Fallback>
                <p:oleObj name="Equation" r:id="rId17" imgW="1054100" imgH="279400" progId="Equation.DSMT4">
                  <p:embed/>
                  <p:pic>
                    <p:nvPicPr>
                      <p:cNvPr id="15" name="对象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9385" y="2329864"/>
                        <a:ext cx="1543308" cy="418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矩形 32"/>
          <p:cNvSpPr/>
          <p:nvPr/>
        </p:nvSpPr>
        <p:spPr>
          <a:xfrm>
            <a:off x="185569" y="791186"/>
            <a:ext cx="4288353"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媒质中麦克斯韦方程和电荷守恒方程</a:t>
            </a:r>
            <a:endParaRPr lang="zh-CN" altLang="en-US" sz="2000" dirty="0">
              <a:latin typeface="黑体" panose="02010609060101010101" pitchFamily="49" charset="-122"/>
              <a:ea typeface="黑体" panose="02010609060101010101" pitchFamily="49"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971542942"/>
              </p:ext>
            </p:extLst>
          </p:nvPr>
        </p:nvGraphicFramePr>
        <p:xfrm>
          <a:off x="505054" y="3573016"/>
          <a:ext cx="746554" cy="296575"/>
        </p:xfrm>
        <a:graphic>
          <a:graphicData uri="http://schemas.openxmlformats.org/presentationml/2006/ole">
            <mc:AlternateContent xmlns:mc="http://schemas.openxmlformats.org/markup-compatibility/2006">
              <mc:Choice xmlns:v="urn:schemas-microsoft-com:vml" Requires="v">
                <p:oleObj spid="_x0000_s19598" name="Equation" r:id="rId19" imgW="469696" imgH="165028" progId="Equation.DSMT4">
                  <p:embed/>
                </p:oleObj>
              </mc:Choice>
              <mc:Fallback>
                <p:oleObj name="Equation" r:id="rId19" imgW="469696" imgH="165028" progId="Equation.DSMT4">
                  <p:embed/>
                  <p:pic>
                    <p:nvPicPr>
                      <p:cNvPr id="18" name="对象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5054" y="3573016"/>
                        <a:ext cx="746554"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矩形 34"/>
          <p:cNvSpPr/>
          <p:nvPr/>
        </p:nvSpPr>
        <p:spPr>
          <a:xfrm>
            <a:off x="835498" y="3825744"/>
            <a:ext cx="2236510"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媒质界面边界条件</a:t>
            </a:r>
            <a:endParaRPr lang="zh-CN" altLang="en-US" sz="2000" dirty="0">
              <a:latin typeface="黑体" panose="02010609060101010101" pitchFamily="49" charset="-122"/>
              <a:ea typeface="黑体" panose="02010609060101010101" pitchFamily="49" charset="-122"/>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2950802550"/>
              </p:ext>
            </p:extLst>
          </p:nvPr>
        </p:nvGraphicFramePr>
        <p:xfrm>
          <a:off x="1348689" y="3592266"/>
          <a:ext cx="746554" cy="296575"/>
        </p:xfrm>
        <a:graphic>
          <a:graphicData uri="http://schemas.openxmlformats.org/presentationml/2006/ole">
            <mc:AlternateContent xmlns:mc="http://schemas.openxmlformats.org/markup-compatibility/2006">
              <mc:Choice xmlns:v="urn:schemas-microsoft-com:vml" Requires="v">
                <p:oleObj spid="_x0000_s19599" name="Equation" r:id="rId21" imgW="495085" imgH="190417" progId="Equation.DSMT4">
                  <p:embed/>
                </p:oleObj>
              </mc:Choice>
              <mc:Fallback>
                <p:oleObj name="Equation" r:id="rId21" imgW="495085" imgH="190417" progId="Equation.DSMT4">
                  <p:embed/>
                  <p:pic>
                    <p:nvPicPr>
                      <p:cNvPr id="25" name="对象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48689" y="3592266"/>
                        <a:ext cx="746554"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931865684"/>
              </p:ext>
            </p:extLst>
          </p:nvPr>
        </p:nvGraphicFramePr>
        <p:xfrm>
          <a:off x="2192324" y="3573097"/>
          <a:ext cx="746554" cy="296575"/>
        </p:xfrm>
        <a:graphic>
          <a:graphicData uri="http://schemas.openxmlformats.org/presentationml/2006/ole">
            <mc:AlternateContent xmlns:mc="http://schemas.openxmlformats.org/markup-compatibility/2006">
              <mc:Choice xmlns:v="urn:schemas-microsoft-com:vml" Requires="v">
                <p:oleObj spid="_x0000_s19600" name="Equation" r:id="rId23" imgW="469696" imgH="165028" progId="Equation.DSMT4">
                  <p:embed/>
                </p:oleObj>
              </mc:Choice>
              <mc:Fallback>
                <p:oleObj name="Equation" r:id="rId23" imgW="469696" imgH="165028" progId="Equation.DSMT4">
                  <p:embed/>
                  <p:pic>
                    <p:nvPicPr>
                      <p:cNvPr id="27" name="对象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92324" y="3573097"/>
                        <a:ext cx="746554"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矩形 2"/>
          <p:cNvSpPr>
            <a:spLocks noChangeArrowheads="1"/>
          </p:cNvSpPr>
          <p:nvPr/>
        </p:nvSpPr>
        <p:spPr bwMode="auto">
          <a:xfrm>
            <a:off x="5375920" y="1229885"/>
            <a:ext cx="5574969" cy="3524042"/>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buFont typeface="Wingdings" panose="05000000000000000000" pitchFamily="2" charset="2"/>
              <a:buChar char="n"/>
            </a:pP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媒质的麦克斯韦积分方程组，采用类似</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例</a:t>
            </a:r>
            <a:r>
              <a:rPr lang="en-CA" altLang="zh-CN" sz="2000" kern="100" dirty="0">
                <a:latin typeface="黑体" panose="02010609060101010101" pitchFamily="49" charset="-122"/>
                <a:ea typeface="黑体" panose="02010609060101010101" pitchFamily="49" charset="-122"/>
                <a:cs typeface="Times New Roman" panose="02020603050405020304" pitchFamily="18" charset="0"/>
              </a:rPr>
              <a:t>1.3.1</a:t>
            </a:r>
            <a:r>
              <a:rPr lang="en-US" altLang="zh-CN"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的方法，推导上述的边界条件。</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每个积分方程对应一个边界条件。</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四个边界条件不是独立的：时变场中，</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磁场法向边界条件与电场切向边界条件等效</a:t>
            </a: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电极化矢量法向边界条件与磁场切向边界条件等效。</a:t>
            </a:r>
            <a:endParaRPr lang="en-US" altLang="zh-CN" sz="2000"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边界条件反映了界面极化面电荷和磁化面电流的作用，也就是说极化面电荷和磁化面电流的作用包含在边界条件中。</a:t>
            </a:r>
            <a:endParaRPr lang="en-US" altLang="zh-CN" sz="2000" kern="100" dirty="0">
              <a:latin typeface="黑体" panose="02010609060101010101" pitchFamily="49" charset="-122"/>
              <a:ea typeface="黑体" panose="02010609060101010101" pitchFamily="49" charset="-122"/>
              <a:cs typeface="Times New Roman" panose="02020603050405020304" pitchFamily="18" charset="0"/>
            </a:endParaRPr>
          </a:p>
          <a:p>
            <a:pPr>
              <a:buFont typeface="Wingdings" panose="05000000000000000000" pitchFamily="2" charset="2"/>
              <a:buChar char="n"/>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左边方程是宏观电磁场的基础</a:t>
            </a:r>
            <a:endParaRPr lang="en-US" altLang="zh-CN" sz="2000" dirty="0">
              <a:latin typeface="黑体" panose="02010609060101010101" pitchFamily="49" charset="-122"/>
              <a:ea typeface="黑体" panose="02010609060101010101" pitchFamily="49" charset="-122"/>
            </a:endParaRPr>
          </a:p>
        </p:txBody>
      </p:sp>
      <p:sp>
        <p:nvSpPr>
          <p:cNvPr id="19" name="矩形 18"/>
          <p:cNvSpPr/>
          <p:nvPr/>
        </p:nvSpPr>
        <p:spPr>
          <a:xfrm>
            <a:off x="859763" y="3131136"/>
            <a:ext cx="198002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媒质的本构方程</a:t>
            </a:r>
            <a:endParaRPr lang="zh-CN" altLang="en-US" sz="2000" dirty="0">
              <a:latin typeface="黑体" panose="02010609060101010101" pitchFamily="49" charset="-122"/>
              <a:ea typeface="黑体" panose="02010609060101010101" pitchFamily="49" charset="-122"/>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4024338851"/>
              </p:ext>
            </p:extLst>
          </p:nvPr>
        </p:nvGraphicFramePr>
        <p:xfrm>
          <a:off x="532551" y="4818532"/>
          <a:ext cx="1619915" cy="326233"/>
        </p:xfrm>
        <a:graphic>
          <a:graphicData uri="http://schemas.openxmlformats.org/presentationml/2006/ole">
            <mc:AlternateContent xmlns:mc="http://schemas.openxmlformats.org/markup-compatibility/2006">
              <mc:Choice xmlns:v="urn:schemas-microsoft-com:vml" Requires="v">
                <p:oleObj spid="_x0000_s19601" name="Equation" r:id="rId25" imgW="952087" imgH="203112" progId="Equation.DSMT4">
                  <p:embed/>
                </p:oleObj>
              </mc:Choice>
              <mc:Fallback>
                <p:oleObj name="Equation" r:id="rId25" imgW="952087" imgH="203112" progId="Equation.DSMT4">
                  <p:embed/>
                  <p:pic>
                    <p:nvPicPr>
                      <p:cNvPr id="20" name="对象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2551" y="4818532"/>
                        <a:ext cx="1619915"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文本框 13"/>
          <p:cNvSpPr txBox="1">
            <a:spLocks noChangeArrowheads="1"/>
          </p:cNvSpPr>
          <p:nvPr/>
        </p:nvSpPr>
        <p:spPr bwMode="auto">
          <a:xfrm>
            <a:off x="408649" y="4201458"/>
            <a:ext cx="20267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非理想导体界面</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29" name="文本框 13"/>
          <p:cNvSpPr txBox="1">
            <a:spLocks noChangeArrowheads="1"/>
          </p:cNvSpPr>
          <p:nvPr/>
        </p:nvSpPr>
        <p:spPr bwMode="auto">
          <a:xfrm>
            <a:off x="2439358" y="4201458"/>
            <a:ext cx="22884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理想导体表面</a:t>
            </a:r>
            <a:endParaRPr lang="zh-CN" altLang="en-US" sz="2000" dirty="0">
              <a:solidFill>
                <a:srgbClr val="FF0000"/>
              </a:solidFill>
              <a:latin typeface="黑体" panose="02010609060101010101" pitchFamily="49" charset="-122"/>
              <a:ea typeface="黑体" panose="02010609060101010101" pitchFamily="49" charset="-122"/>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3028477140"/>
              </p:ext>
            </p:extLst>
          </p:nvPr>
        </p:nvGraphicFramePr>
        <p:xfrm>
          <a:off x="533991" y="5407023"/>
          <a:ext cx="1777406" cy="326233"/>
        </p:xfrm>
        <a:graphic>
          <a:graphicData uri="http://schemas.openxmlformats.org/presentationml/2006/ole">
            <mc:AlternateContent xmlns:mc="http://schemas.openxmlformats.org/markup-compatibility/2006">
              <mc:Choice xmlns:v="urn:schemas-microsoft-com:vml" Requires="v">
                <p:oleObj spid="_x0000_s19602" name="Equation" r:id="rId27" imgW="977476" imgH="203112" progId="Equation.DSMT4">
                  <p:embed/>
                </p:oleObj>
              </mc:Choice>
              <mc:Fallback>
                <p:oleObj name="Equation" r:id="rId27" imgW="977476" imgH="203112" progId="Equation.DSMT4">
                  <p:embed/>
                  <p:pic>
                    <p:nvPicPr>
                      <p:cNvPr id="25" name="对象 2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3991" y="5407023"/>
                        <a:ext cx="1777406"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4104555874"/>
              </p:ext>
            </p:extLst>
          </p:nvPr>
        </p:nvGraphicFramePr>
        <p:xfrm>
          <a:off x="2504658" y="4849107"/>
          <a:ext cx="927782" cy="265081"/>
        </p:xfrm>
        <a:graphic>
          <a:graphicData uri="http://schemas.openxmlformats.org/presentationml/2006/ole">
            <mc:AlternateContent xmlns:mc="http://schemas.openxmlformats.org/markup-compatibility/2006">
              <mc:Choice xmlns:v="urn:schemas-microsoft-com:vml" Requires="v">
                <p:oleObj spid="_x0000_s19603" name="Equation" r:id="rId29" imgW="545760" imgH="164880" progId="Equation.DSMT4">
                  <p:embed/>
                </p:oleObj>
              </mc:Choice>
              <mc:Fallback>
                <p:oleObj name="Equation" r:id="rId29" imgW="545760" imgH="164880" progId="Equation.DSMT4">
                  <p:embed/>
                  <p:pic>
                    <p:nvPicPr>
                      <p:cNvPr id="30" name="对象 29"/>
                      <p:cNvPicPr>
                        <a:picLocks noChangeAspect="1" noChangeArrowheads="1"/>
                      </p:cNvPicPr>
                      <p:nvPr/>
                    </p:nvPicPr>
                    <p:blipFill>
                      <a:blip r:embed="rId30"/>
                      <a:srcRect/>
                      <a:stretch>
                        <a:fillRect/>
                      </a:stretch>
                    </p:blipFill>
                    <p:spPr bwMode="auto">
                      <a:xfrm>
                        <a:off x="2504658" y="4849107"/>
                        <a:ext cx="927782" cy="2650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1502639539"/>
              </p:ext>
            </p:extLst>
          </p:nvPr>
        </p:nvGraphicFramePr>
        <p:xfrm>
          <a:off x="2528526" y="5405904"/>
          <a:ext cx="1016144" cy="324628"/>
        </p:xfrm>
        <a:graphic>
          <a:graphicData uri="http://schemas.openxmlformats.org/presentationml/2006/ole">
            <mc:AlternateContent xmlns:mc="http://schemas.openxmlformats.org/markup-compatibility/2006">
              <mc:Choice xmlns:v="urn:schemas-microsoft-com:vml" Requires="v">
                <p:oleObj spid="_x0000_s19604" name="Equation" r:id="rId31" imgW="558720" imgH="203040" progId="Equation.DSMT4">
                  <p:embed/>
                </p:oleObj>
              </mc:Choice>
              <mc:Fallback>
                <p:oleObj name="Equation" r:id="rId31" imgW="558720" imgH="203040" progId="Equation.DSMT4">
                  <p:embed/>
                  <p:pic>
                    <p:nvPicPr>
                      <p:cNvPr id="32" name="对象 31"/>
                      <p:cNvPicPr>
                        <a:picLocks noChangeAspect="1" noChangeArrowheads="1"/>
                      </p:cNvPicPr>
                      <p:nvPr/>
                    </p:nvPicPr>
                    <p:blipFill>
                      <a:blip r:embed="rId32"/>
                      <a:srcRect/>
                      <a:stretch>
                        <a:fillRect/>
                      </a:stretch>
                    </p:blipFill>
                    <p:spPr bwMode="auto">
                      <a:xfrm>
                        <a:off x="2528526" y="5405904"/>
                        <a:ext cx="1016144" cy="324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781470119"/>
              </p:ext>
            </p:extLst>
          </p:nvPr>
        </p:nvGraphicFramePr>
        <p:xfrm>
          <a:off x="2518104" y="5156782"/>
          <a:ext cx="900890" cy="265081"/>
        </p:xfrm>
        <a:graphic>
          <a:graphicData uri="http://schemas.openxmlformats.org/presentationml/2006/ole">
            <mc:AlternateContent xmlns:mc="http://schemas.openxmlformats.org/markup-compatibility/2006">
              <mc:Choice xmlns:v="urn:schemas-microsoft-com:vml" Requires="v">
                <p:oleObj spid="_x0000_s19605" name="Equation" r:id="rId33" imgW="495000" imgH="164880" progId="Equation.DSMT4">
                  <p:embed/>
                </p:oleObj>
              </mc:Choice>
              <mc:Fallback>
                <p:oleObj name="Equation" r:id="rId33" imgW="495000" imgH="164880" progId="Equation.DSMT4">
                  <p:embed/>
                  <p:pic>
                    <p:nvPicPr>
                      <p:cNvPr id="32" name="对象 31"/>
                      <p:cNvPicPr>
                        <a:picLocks noChangeAspect="1" noChangeArrowheads="1"/>
                      </p:cNvPicPr>
                      <p:nvPr/>
                    </p:nvPicPr>
                    <p:blipFill>
                      <a:blip r:embed="rId34"/>
                      <a:srcRect/>
                      <a:stretch>
                        <a:fillRect/>
                      </a:stretch>
                    </p:blipFill>
                    <p:spPr bwMode="auto">
                      <a:xfrm>
                        <a:off x="2518104" y="5156782"/>
                        <a:ext cx="900890" cy="2650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3683961007"/>
              </p:ext>
            </p:extLst>
          </p:nvPr>
        </p:nvGraphicFramePr>
        <p:xfrm>
          <a:off x="532551" y="5132011"/>
          <a:ext cx="1619915" cy="326233"/>
        </p:xfrm>
        <a:graphic>
          <a:graphicData uri="http://schemas.openxmlformats.org/presentationml/2006/ole">
            <mc:AlternateContent xmlns:mc="http://schemas.openxmlformats.org/markup-compatibility/2006">
              <mc:Choice xmlns:v="urn:schemas-microsoft-com:vml" Requires="v">
                <p:oleObj spid="_x0000_s19606" name="Equation" r:id="rId35" imgW="901309" imgH="203112" progId="Equation.DSMT4">
                  <p:embed/>
                </p:oleObj>
              </mc:Choice>
              <mc:Fallback>
                <p:oleObj name="Equation" r:id="rId35" imgW="901309" imgH="203112" progId="Equation.DSMT4">
                  <p:embed/>
                  <p:pic>
                    <p:nvPicPr>
                      <p:cNvPr id="13" name="对象 1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32551" y="5132011"/>
                        <a:ext cx="1619915" cy="326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351754126"/>
              </p:ext>
            </p:extLst>
          </p:nvPr>
        </p:nvGraphicFramePr>
        <p:xfrm>
          <a:off x="2498171" y="4557096"/>
          <a:ext cx="1106424" cy="326549"/>
        </p:xfrm>
        <a:graphic>
          <a:graphicData uri="http://schemas.openxmlformats.org/presentationml/2006/ole">
            <mc:AlternateContent xmlns:mc="http://schemas.openxmlformats.org/markup-compatibility/2006">
              <mc:Choice xmlns:v="urn:schemas-microsoft-com:vml" Requires="v">
                <p:oleObj spid="_x0000_s19607" name="Equation" r:id="rId37" imgW="622080" imgH="203040" progId="Equation.DSMT4">
                  <p:embed/>
                </p:oleObj>
              </mc:Choice>
              <mc:Fallback>
                <p:oleObj name="Equation" r:id="rId37" imgW="622080" imgH="203040" progId="Equation.DSMT4">
                  <p:embed/>
                  <p:pic>
                    <p:nvPicPr>
                      <p:cNvPr id="36" name="对象 35"/>
                      <p:cNvPicPr>
                        <a:picLocks noChangeAspect="1" noChangeArrowheads="1"/>
                      </p:cNvPicPr>
                      <p:nvPr/>
                    </p:nvPicPr>
                    <p:blipFill>
                      <a:blip r:embed="rId38"/>
                      <a:srcRect/>
                      <a:stretch>
                        <a:fillRect/>
                      </a:stretch>
                    </p:blipFill>
                    <p:spPr bwMode="auto">
                      <a:xfrm>
                        <a:off x="2498171" y="4557096"/>
                        <a:ext cx="1106424" cy="3265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1636521216"/>
              </p:ext>
            </p:extLst>
          </p:nvPr>
        </p:nvGraphicFramePr>
        <p:xfrm>
          <a:off x="532347" y="4582336"/>
          <a:ext cx="1622267" cy="296863"/>
        </p:xfrm>
        <a:graphic>
          <a:graphicData uri="http://schemas.openxmlformats.org/presentationml/2006/ole">
            <mc:AlternateContent xmlns:mc="http://schemas.openxmlformats.org/markup-compatibility/2006">
              <mc:Choice xmlns:v="urn:schemas-microsoft-com:vml" Requires="v">
                <p:oleObj spid="_x0000_s19608" name="Equation" r:id="rId39" imgW="1002960" imgH="203040" progId="Equation.DSMT4">
                  <p:embed/>
                </p:oleObj>
              </mc:Choice>
              <mc:Fallback>
                <p:oleObj name="Equation" r:id="rId39" imgW="1002960" imgH="203040" progId="Equation.DSMT4">
                  <p:embed/>
                  <p:pic>
                    <p:nvPicPr>
                      <p:cNvPr id="37" name="对象 36"/>
                      <p:cNvPicPr>
                        <a:picLocks noChangeAspect="1" noChangeArrowheads="1"/>
                      </p:cNvPicPr>
                      <p:nvPr/>
                    </p:nvPicPr>
                    <p:blipFill>
                      <a:blip r:embed="rId40"/>
                      <a:srcRect/>
                      <a:stretch>
                        <a:fillRect/>
                      </a:stretch>
                    </p:blipFill>
                    <p:spPr bwMode="auto">
                      <a:xfrm>
                        <a:off x="532347" y="4582336"/>
                        <a:ext cx="1622267"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31"/>
          <p:cNvGraphicFramePr>
            <a:graphicFrameLocks noChangeAspect="1"/>
          </p:cNvGraphicFramePr>
          <p:nvPr>
            <p:extLst>
              <p:ext uri="{D42A27DB-BD31-4B8C-83A1-F6EECF244321}">
                <p14:modId xmlns:p14="http://schemas.microsoft.com/office/powerpoint/2010/main" val="4050045879"/>
              </p:ext>
            </p:extLst>
          </p:nvPr>
        </p:nvGraphicFramePr>
        <p:xfrm>
          <a:off x="441510" y="2676725"/>
          <a:ext cx="922193" cy="486352"/>
        </p:xfrm>
        <a:graphic>
          <a:graphicData uri="http://schemas.openxmlformats.org/presentationml/2006/ole">
            <mc:AlternateContent xmlns:mc="http://schemas.openxmlformats.org/markup-compatibility/2006">
              <mc:Choice xmlns:v="urn:schemas-microsoft-com:vml" Requires="v">
                <p:oleObj spid="_x0000_s19609" name="Equation" r:id="rId41" imgW="748975" imgH="393529" progId="Equation.DSMT4">
                  <p:embed/>
                </p:oleObj>
              </mc:Choice>
              <mc:Fallback>
                <p:oleObj name="Equation" r:id="rId41" imgW="748975" imgH="393529" progId="Equation.DSMT4">
                  <p:embed/>
                  <p:pic>
                    <p:nvPicPr>
                      <p:cNvPr id="46" name="对象 3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41510" y="2676725"/>
                        <a:ext cx="922193" cy="486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1998973888"/>
              </p:ext>
            </p:extLst>
          </p:nvPr>
        </p:nvGraphicFramePr>
        <p:xfrm>
          <a:off x="1827880" y="2587154"/>
          <a:ext cx="2016432" cy="571824"/>
        </p:xfrm>
        <a:graphic>
          <a:graphicData uri="http://schemas.openxmlformats.org/presentationml/2006/ole">
            <mc:AlternateContent xmlns:mc="http://schemas.openxmlformats.org/markup-compatibility/2006">
              <mc:Choice xmlns:v="urn:schemas-microsoft-com:vml" Requires="v">
                <p:oleObj spid="_x0000_s19610" name="Equation" r:id="rId43" imgW="1269449" imgH="355446" progId="Equation.DSMT4">
                  <p:embed/>
                </p:oleObj>
              </mc:Choice>
              <mc:Fallback>
                <p:oleObj name="Equation" r:id="rId43" imgW="1269449" imgH="355446" progId="Equation.DSMT4">
                  <p:embed/>
                  <p:pic>
                    <p:nvPicPr>
                      <p:cNvPr id="39" name="对象 38"/>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827880" y="2587154"/>
                        <a:ext cx="2016432" cy="571824"/>
                      </a:xfrm>
                      <a:prstGeom prst="rect">
                        <a:avLst/>
                      </a:prstGeom>
                      <a:noFill/>
                    </p:spPr>
                  </p:pic>
                </p:oleObj>
              </mc:Fallback>
            </mc:AlternateContent>
          </a:graphicData>
        </a:graphic>
      </p:graphicFrame>
      <p:sp>
        <p:nvSpPr>
          <p:cNvPr id="44" name="矩形 43"/>
          <p:cNvSpPr/>
          <p:nvPr/>
        </p:nvSpPr>
        <p:spPr>
          <a:xfrm>
            <a:off x="975179" y="5705644"/>
            <a:ext cx="1723549" cy="400110"/>
          </a:xfrm>
          <a:prstGeom prst="rect">
            <a:avLst/>
          </a:prstGeom>
        </p:spPr>
        <p:txBody>
          <a:bodyPr wrap="none">
            <a:spAutoFit/>
          </a:bodyPr>
          <a:lstStyle/>
          <a:p>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洛伦兹力公式</a:t>
            </a:r>
            <a:endParaRPr lang="zh-CN" altLang="en-US" sz="2000" dirty="0">
              <a:latin typeface="黑体" panose="02010609060101010101" pitchFamily="49" charset="-122"/>
              <a:ea typeface="黑体" panose="02010609060101010101" pitchFamily="49" charset="-122"/>
            </a:endParaRPr>
          </a:p>
        </p:txBody>
      </p:sp>
      <p:graphicFrame>
        <p:nvGraphicFramePr>
          <p:cNvPr id="45" name="对象 44"/>
          <p:cNvGraphicFramePr>
            <a:graphicFrameLocks noChangeAspect="1"/>
          </p:cNvGraphicFramePr>
          <p:nvPr>
            <p:extLst>
              <p:ext uri="{D42A27DB-BD31-4B8C-83A1-F6EECF244321}">
                <p14:modId xmlns:p14="http://schemas.microsoft.com/office/powerpoint/2010/main" val="4148945323"/>
              </p:ext>
            </p:extLst>
          </p:nvPr>
        </p:nvGraphicFramePr>
        <p:xfrm>
          <a:off x="942484" y="6206062"/>
          <a:ext cx="1472650" cy="296575"/>
        </p:xfrm>
        <a:graphic>
          <a:graphicData uri="http://schemas.openxmlformats.org/presentationml/2006/ole">
            <mc:AlternateContent xmlns:mc="http://schemas.openxmlformats.org/markup-compatibility/2006">
              <mc:Choice xmlns:v="urn:schemas-microsoft-com:vml" Requires="v">
                <p:oleObj spid="_x0000_s19611" name="Equation" r:id="rId45" imgW="952087" imgH="190417" progId="Equation.DSMT4">
                  <p:embed/>
                </p:oleObj>
              </mc:Choice>
              <mc:Fallback>
                <p:oleObj name="Equation" r:id="rId45" imgW="952087" imgH="190417" progId="Equation.DSMT4">
                  <p:embed/>
                  <p:pic>
                    <p:nvPicPr>
                      <p:cNvPr id="6" name="对象 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942484" y="6206062"/>
                        <a:ext cx="1472650" cy="29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5992988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0741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媒质界面处的电磁场边界条件</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r>
              <a:rPr lang="en-US" altLang="zh-CN" sz="2800" dirty="0">
                <a:solidFill>
                  <a:srgbClr val="FF0000"/>
                </a:solidFill>
                <a:latin typeface="黑体" panose="02010609060101010101" pitchFamily="49" charset="-122"/>
                <a:ea typeface="黑体" panose="02010609060101010101" pitchFamily="49" charset="-122"/>
              </a:rPr>
              <a:t>-1</a:t>
            </a:r>
            <a:endParaRPr lang="zh-CN" altLang="en-US" sz="2800" dirty="0"/>
          </a:p>
        </p:txBody>
      </p:sp>
      <p:sp>
        <p:nvSpPr>
          <p:cNvPr id="22" name="Rectangle 32"/>
          <p:cNvSpPr>
            <a:spLocks noChangeArrowheads="1"/>
          </p:cNvSpPr>
          <p:nvPr/>
        </p:nvSpPr>
        <p:spPr bwMode="auto">
          <a:xfrm>
            <a:off x="0" y="-138499"/>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baseline="-25000" dirty="0"/>
          </a:p>
        </p:txBody>
      </p:sp>
      <p:sp>
        <p:nvSpPr>
          <p:cNvPr id="35" name="矩形 34"/>
          <p:cNvSpPr/>
          <p:nvPr/>
        </p:nvSpPr>
        <p:spPr>
          <a:xfrm>
            <a:off x="326269" y="4624137"/>
            <a:ext cx="1685077"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        </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7" name="矩形 16"/>
          <p:cNvSpPr/>
          <p:nvPr/>
        </p:nvSpPr>
        <p:spPr>
          <a:xfrm>
            <a:off x="6778133" y="3860420"/>
            <a:ext cx="1915909"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）电场磁场比值</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9" name="矩形 18"/>
          <p:cNvSpPr/>
          <p:nvPr/>
        </p:nvSpPr>
        <p:spPr>
          <a:xfrm>
            <a:off x="452606" y="5223334"/>
            <a:ext cx="2031325"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电场只有径向分量</a:t>
            </a:r>
            <a:endParaRPr lang="zh-CN" altLang="en-US" dirty="0">
              <a:solidFill>
                <a:srgbClr val="FF0000"/>
              </a:solidFill>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26" name="矩形 25"/>
              <p:cNvSpPr/>
              <p:nvPr/>
            </p:nvSpPr>
            <p:spPr>
              <a:xfrm>
                <a:off x="6778133" y="4443454"/>
                <a:ext cx="4790475" cy="646331"/>
              </a:xfrm>
              <a:prstGeom prst="rect">
                <a:avLst/>
              </a:prstGeom>
            </p:spPr>
            <p:txBody>
              <a:bodyPr wrap="square">
                <a:spAutoFit/>
              </a:bodyPr>
              <a:lstStyle/>
              <a:p>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）内导体表面</a:t>
                </a:r>
                <a14:m>
                  <m:oMath xmlns:m="http://schemas.openxmlformats.org/officeDocument/2006/math">
                    <m:sSub>
                      <m:sSubPr>
                        <m:ctrlPr>
                          <a:rPr lang="en-US" altLang="zh-CN" i="1" dirty="0" smtClean="0">
                            <a:latin typeface="Cambria Math" panose="02040503050406030204" pitchFamily="18" charset="0"/>
                            <a:ea typeface="黑体" panose="02010609060101010101" pitchFamily="49" charset="-122"/>
                          </a:rPr>
                        </m:ctrlPr>
                      </m:sSubPr>
                      <m:e>
                        <m:r>
                          <a:rPr lang="en-US" altLang="zh-CN" b="1" i="1" dirty="0" smtClean="0">
                            <a:latin typeface="Cambria Math" panose="02040503050406030204" pitchFamily="18" charset="0"/>
                            <a:ea typeface="黑体" panose="02010609060101010101" pitchFamily="49" charset="-122"/>
                          </a:rPr>
                          <m:t>𝒏</m:t>
                        </m:r>
                        <m:r>
                          <a:rPr lang="en-US" altLang="zh-CN" b="1" i="1" dirty="0" smtClean="0">
                            <a:latin typeface="Cambria Math" panose="02040503050406030204" pitchFamily="18" charset="0"/>
                            <a:ea typeface="黑体" panose="02010609060101010101" pitchFamily="49" charset="-122"/>
                          </a:rPr>
                          <m:t>=</m:t>
                        </m:r>
                        <m:r>
                          <a:rPr lang="en-US" altLang="zh-CN" b="1" i="1" dirty="0" smtClean="0">
                            <a:latin typeface="Cambria Math" panose="02040503050406030204" pitchFamily="18" charset="0"/>
                            <a:ea typeface="黑体" panose="02010609060101010101" pitchFamily="49" charset="-122"/>
                          </a:rPr>
                          <m:t>𝒂</m:t>
                        </m:r>
                      </m:e>
                      <m:sub>
                        <m:r>
                          <a:rPr lang="en-US" altLang="zh-CN" b="0" i="1" dirty="0" smtClean="0">
                            <a:latin typeface="Cambria Math" panose="02040503050406030204" pitchFamily="18" charset="0"/>
                            <a:ea typeface="黑体" panose="02010609060101010101" pitchFamily="49" charset="-122"/>
                          </a:rPr>
                          <m:t>𝑅</m:t>
                        </m:r>
                      </m:sub>
                    </m:sSub>
                  </m:oMath>
                </a14:m>
                <a:r>
                  <a:rPr lang="zh-CN" altLang="en-US" dirty="0">
                    <a:latin typeface="黑体" panose="02010609060101010101" pitchFamily="49" charset="-122"/>
                    <a:ea typeface="黑体" panose="02010609060101010101" pitchFamily="49" charset="-122"/>
                  </a:rPr>
                  <a:t>，面电流密度和总电流分别为</a:t>
                </a:r>
                <a:endParaRPr lang="zh-CN" altLang="en-US" dirty="0">
                  <a:solidFill>
                    <a:srgbClr val="FF0000"/>
                  </a:solidFill>
                  <a:latin typeface="黑体" panose="02010609060101010101" pitchFamily="49" charset="-122"/>
                  <a:ea typeface="黑体" panose="02010609060101010101" pitchFamily="49" charset="-122"/>
                </a:endParaRPr>
              </a:p>
            </p:txBody>
          </p:sp>
        </mc:Choice>
        <mc:Fallback xmlns="">
          <p:sp>
            <p:nvSpPr>
              <p:cNvPr id="26" name="矩形 25"/>
              <p:cNvSpPr>
                <a:spLocks noRot="1" noChangeAspect="1" noMove="1" noResize="1" noEditPoints="1" noAdjustHandles="1" noChangeArrowheads="1" noChangeShapeType="1" noTextEdit="1"/>
              </p:cNvSpPr>
              <p:nvPr/>
            </p:nvSpPr>
            <p:spPr>
              <a:xfrm>
                <a:off x="6778133" y="4443454"/>
                <a:ext cx="4790475" cy="646331"/>
              </a:xfrm>
              <a:prstGeom prst="rect">
                <a:avLst/>
              </a:prstGeom>
              <a:blipFill>
                <a:blip r:embed="rId3"/>
                <a:stretch>
                  <a:fillRect l="-1145" t="-7547" b="-14151"/>
                </a:stretch>
              </a:blipFill>
            </p:spPr>
            <p:txBody>
              <a:bodyPr/>
              <a:lstStyle/>
              <a:p>
                <a:r>
                  <a:rPr lang="zh-CN" altLang="en-US">
                    <a:noFill/>
                  </a:rPr>
                  <a:t> </a:t>
                </a:r>
              </a:p>
            </p:txBody>
          </p:sp>
        </mc:Fallback>
      </mc:AlternateContent>
      <p:pic>
        <p:nvPicPr>
          <p:cNvPr id="28" name="图片 27"/>
          <p:cNvPicPr/>
          <p:nvPr/>
        </p:nvPicPr>
        <p:blipFill>
          <a:blip r:embed="rId4">
            <a:extLst>
              <a:ext uri="{28A0092B-C50C-407E-A947-70E740481C1C}">
                <a14:useLocalDpi xmlns:a14="http://schemas.microsoft.com/office/drawing/2010/main" val="0"/>
              </a:ext>
            </a:extLst>
          </a:blip>
          <a:stretch>
            <a:fillRect/>
          </a:stretch>
        </p:blipFill>
        <p:spPr>
          <a:xfrm>
            <a:off x="6729420" y="951431"/>
            <a:ext cx="3223067" cy="1777428"/>
          </a:xfrm>
          <a:prstGeom prst="rect">
            <a:avLst/>
          </a:prstGeom>
        </p:spPr>
      </p:pic>
      <p:graphicFrame>
        <p:nvGraphicFramePr>
          <p:cNvPr id="9" name="对象 8"/>
          <p:cNvGraphicFramePr>
            <a:graphicFrameLocks noChangeAspect="1"/>
          </p:cNvGraphicFramePr>
          <p:nvPr>
            <p:extLst>
              <p:ext uri="{D42A27DB-BD31-4B8C-83A1-F6EECF244321}">
                <p14:modId xmlns:p14="http://schemas.microsoft.com/office/powerpoint/2010/main" val="625712598"/>
              </p:ext>
            </p:extLst>
          </p:nvPr>
        </p:nvGraphicFramePr>
        <p:xfrm>
          <a:off x="1424336" y="4574917"/>
          <a:ext cx="2055574" cy="572697"/>
        </p:xfrm>
        <a:graphic>
          <a:graphicData uri="http://schemas.openxmlformats.org/presentationml/2006/ole">
            <mc:AlternateContent xmlns:mc="http://schemas.openxmlformats.org/markup-compatibility/2006">
              <mc:Choice xmlns:v="urn:schemas-microsoft-com:vml" Requires="v">
                <p:oleObj spid="_x0000_s20524" name="Equation" r:id="rId5" imgW="1282700" imgH="355600" progId="Equation.DSMT4">
                  <p:embed/>
                </p:oleObj>
              </mc:Choice>
              <mc:Fallback>
                <p:oleObj name="Equation" r:id="rId5" imgW="1282700" imgH="355600" progId="Equation.DSMT4">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4336" y="4574917"/>
                        <a:ext cx="2055574"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847432800"/>
              </p:ext>
            </p:extLst>
          </p:nvPr>
        </p:nvGraphicFramePr>
        <p:xfrm>
          <a:off x="2468666" y="5168779"/>
          <a:ext cx="3845255" cy="613604"/>
        </p:xfrm>
        <a:graphic>
          <a:graphicData uri="http://schemas.openxmlformats.org/presentationml/2006/ole">
            <mc:AlternateContent xmlns:mc="http://schemas.openxmlformats.org/markup-compatibility/2006">
              <mc:Choice xmlns:v="urn:schemas-microsoft-com:vml" Requires="v">
                <p:oleObj spid="_x0000_s20525" name="Equation" r:id="rId7" imgW="2387600" imgH="381000" progId="Equation.DSMT4">
                  <p:embed/>
                </p:oleObj>
              </mc:Choice>
              <mc:Fallback>
                <p:oleObj name="Equation" r:id="rId7" imgW="2387600" imgH="381000" progId="Equation.DSMT4">
                  <p:embed/>
                  <p:pic>
                    <p:nvPicPr>
                      <p:cNvPr id="13"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8666" y="5168779"/>
                        <a:ext cx="3845255" cy="613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631953123"/>
              </p:ext>
            </p:extLst>
          </p:nvPr>
        </p:nvGraphicFramePr>
        <p:xfrm>
          <a:off x="563360" y="5695716"/>
          <a:ext cx="5880375" cy="613604"/>
        </p:xfrm>
        <a:graphic>
          <a:graphicData uri="http://schemas.openxmlformats.org/presentationml/2006/ole">
            <mc:AlternateContent xmlns:mc="http://schemas.openxmlformats.org/markup-compatibility/2006">
              <mc:Choice xmlns:v="urn:schemas-microsoft-com:vml" Requires="v">
                <p:oleObj spid="_x0000_s20526" name="Equation" r:id="rId9" imgW="3644900" imgH="381000" progId="Equation.DSMT4">
                  <p:embed/>
                </p:oleObj>
              </mc:Choice>
              <mc:Fallback>
                <p:oleObj name="Equation" r:id="rId9" imgW="3644900" imgH="381000" progId="Equation.DSMT4">
                  <p:embed/>
                  <p:pic>
                    <p:nvPicPr>
                      <p:cNvPr id="18"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360" y="5695716"/>
                        <a:ext cx="5880375" cy="613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852292373"/>
              </p:ext>
            </p:extLst>
          </p:nvPr>
        </p:nvGraphicFramePr>
        <p:xfrm>
          <a:off x="8710229" y="3736847"/>
          <a:ext cx="1738547" cy="634059"/>
        </p:xfrm>
        <a:graphic>
          <a:graphicData uri="http://schemas.openxmlformats.org/presentationml/2006/ole">
            <mc:AlternateContent xmlns:mc="http://schemas.openxmlformats.org/markup-compatibility/2006">
              <mc:Choice xmlns:v="urn:schemas-microsoft-com:vml" Requires="v">
                <p:oleObj spid="_x0000_s20527" name="Equation" r:id="rId11" imgW="1066337" imgH="393529" progId="Equation.DSMT4">
                  <p:embed/>
                </p:oleObj>
              </mc:Choice>
              <mc:Fallback>
                <p:oleObj name="Equation" r:id="rId11" imgW="1066337" imgH="393529" progId="Equation.DSMT4">
                  <p:embed/>
                  <p:pic>
                    <p:nvPicPr>
                      <p:cNvPr id="29" name="对象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10229" y="3736847"/>
                        <a:ext cx="1738547" cy="634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482156"/>
              </p:ext>
            </p:extLst>
          </p:nvPr>
        </p:nvGraphicFramePr>
        <p:xfrm>
          <a:off x="6822243" y="5042852"/>
          <a:ext cx="4702254" cy="629967"/>
        </p:xfrm>
        <a:graphic>
          <a:graphicData uri="http://schemas.openxmlformats.org/presentationml/2006/ole">
            <mc:AlternateContent xmlns:mc="http://schemas.openxmlformats.org/markup-compatibility/2006">
              <mc:Choice xmlns:v="urn:schemas-microsoft-com:vml" Requires="v">
                <p:oleObj spid="_x0000_s20528" name="Equation" r:id="rId13" imgW="2692400" imgH="381000" progId="Equation.DSMT4">
                  <p:embed/>
                </p:oleObj>
              </mc:Choice>
              <mc:Fallback>
                <p:oleObj name="Equation" r:id="rId13" imgW="2692400" imgH="381000" progId="Equation.DSMT4">
                  <p:embed/>
                  <p:pic>
                    <p:nvPicPr>
                      <p:cNvPr id="33" name="对象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22243" y="5042852"/>
                        <a:ext cx="4702254" cy="6299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766072198"/>
              </p:ext>
            </p:extLst>
          </p:nvPr>
        </p:nvGraphicFramePr>
        <p:xfrm>
          <a:off x="6822243" y="5688364"/>
          <a:ext cx="4269154" cy="692964"/>
        </p:xfrm>
        <a:graphic>
          <a:graphicData uri="http://schemas.openxmlformats.org/presentationml/2006/ole">
            <mc:AlternateContent xmlns:mc="http://schemas.openxmlformats.org/markup-compatibility/2006">
              <mc:Choice xmlns:v="urn:schemas-microsoft-com:vml" Requires="v">
                <p:oleObj spid="_x0000_s20529" name="Equation" r:id="rId15" imgW="2197100" imgH="381000" progId="Equation.DSMT4">
                  <p:embed/>
                </p:oleObj>
              </mc:Choice>
              <mc:Fallback>
                <p:oleObj name="Equation" r:id="rId15" imgW="2197100" imgH="381000" progId="Equation.DSMT4">
                  <p:embed/>
                  <p:pic>
                    <p:nvPicPr>
                      <p:cNvPr id="36" name="对象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22243" y="5688364"/>
                        <a:ext cx="4269154" cy="6929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7" name="矩形 26"/>
              <p:cNvSpPr/>
              <p:nvPr/>
            </p:nvSpPr>
            <p:spPr>
              <a:xfrm>
                <a:off x="379865" y="768982"/>
                <a:ext cx="6292199" cy="3423758"/>
              </a:xfrm>
              <a:prstGeom prst="rect">
                <a:avLst/>
              </a:prstGeom>
            </p:spPr>
            <p:txBody>
              <a:bodyPr wrap="square">
                <a:spAutoFit/>
              </a:bodyPr>
              <a:lstStyle/>
              <a:p>
                <a:pPr>
                  <a:lnSpc>
                    <a:spcPct val="120000"/>
                  </a:lnSpc>
                </a:pPr>
                <a:r>
                  <a:rPr lang="zh-CN" altLang="zh-CN"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1.5.1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】已知同轴线内导体的半径为</a:t>
                </a:r>
                <a:r>
                  <a:rPr lang="en-CA" altLang="zh-CN" dirty="0">
                    <a:latin typeface="Times New Roman" panose="02020603050405020304" pitchFamily="18" charset="0"/>
                    <a:ea typeface="黑体" panose="02010609060101010101" pitchFamily="49" charset="-122"/>
                    <a:cs typeface="Times New Roman" panose="02020603050405020304" pitchFamily="18" charset="0"/>
                  </a:rPr>
                  <a:t>a</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，外导体的内径为</a:t>
                </a:r>
                <a:r>
                  <a:rPr lang="en-CA" altLang="zh-CN" dirty="0">
                    <a:latin typeface="Times New Roman" panose="02020603050405020304" pitchFamily="18" charset="0"/>
                    <a:ea typeface="黑体" panose="02010609060101010101" pitchFamily="49" charset="-122"/>
                    <a:cs typeface="Times New Roman" panose="02020603050405020304" pitchFamily="18" charset="0"/>
                  </a:rPr>
                  <a:t>b</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，同轴线内外导体均为理想导体，内外导体之间填充相对介电常数为</a:t>
                </a:r>
                <a14:m>
                  <m:oMath xmlns:m="http://schemas.openxmlformats.org/officeDocument/2006/math">
                    <m:sSub>
                      <m:sSubPr>
                        <m:ctrlPr>
                          <a:rPr lang="en-US" altLang="zh-CN" i="1" smtClean="0">
                            <a:latin typeface="Cambria Math" panose="02040503050406030204" pitchFamily="18" charset="0"/>
                            <a:ea typeface="黑体" panose="02010609060101010101" pitchFamily="49" charset="-122"/>
                          </a:rPr>
                        </m:ctrlPr>
                      </m:sSubPr>
                      <m:e>
                        <m:r>
                          <a:rPr lang="zh-CN" altLang="en-US" i="1" smtClean="0">
                            <a:latin typeface="Cambria Math" panose="02040503050406030204" pitchFamily="18" charset="0"/>
                            <a:ea typeface="黑体" panose="02010609060101010101" pitchFamily="49" charset="-122"/>
                          </a:rPr>
                          <m:t>𝜀</m:t>
                        </m:r>
                      </m:e>
                      <m:sub>
                        <m:r>
                          <a:rPr lang="en-US" altLang="zh-CN" b="0" i="1" smtClean="0">
                            <a:latin typeface="Cambria Math" panose="02040503050406030204" pitchFamily="18" charset="0"/>
                            <a:ea typeface="黑体" panose="02010609060101010101" pitchFamily="49" charset="-122"/>
                          </a:rPr>
                          <m:t>𝑟</m:t>
                        </m:r>
                      </m:sub>
                    </m:sSub>
                    <m:r>
                      <a:rPr lang="zh-CN" altLang="en-US" i="1">
                        <a:latin typeface="Cambria Math" panose="02040503050406030204" pitchFamily="18" charset="0"/>
                        <a:ea typeface="黑体" panose="02010609060101010101" pitchFamily="49" charset="-122"/>
                      </a:rPr>
                      <m:t>、</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磁导率为</a:t>
                </a:r>
                <a14:m>
                  <m:oMath xmlns:m="http://schemas.openxmlformats.org/officeDocument/2006/math">
                    <m:sSub>
                      <m:sSubPr>
                        <m:ctrlPr>
                          <a:rPr lang="en-US" altLang="zh-CN" i="1">
                            <a:latin typeface="Cambria Math" panose="02040503050406030204" pitchFamily="18" charset="0"/>
                            <a:ea typeface="黑体" panose="02010609060101010101" pitchFamily="49" charset="-122"/>
                          </a:rPr>
                        </m:ctrlPr>
                      </m:sSubPr>
                      <m:e>
                        <m:r>
                          <m:rPr>
                            <m:sty m:val="p"/>
                          </m:rPr>
                          <a:rPr lang="el-GR" altLang="zh-CN" i="1" smtClean="0">
                            <a:latin typeface="Cambria Math" panose="02040503050406030204" pitchFamily="18" charset="0"/>
                            <a:ea typeface="黑体" panose="02010609060101010101" pitchFamily="49" charset="-122"/>
                          </a:rPr>
                          <m:t>μ</m:t>
                        </m:r>
                      </m:e>
                      <m:sub>
                        <m:r>
                          <a:rPr lang="en-US" altLang="zh-CN" i="1">
                            <a:latin typeface="Cambria Math" panose="02040503050406030204" pitchFamily="18" charset="0"/>
                            <a:ea typeface="黑体" panose="02010609060101010101" pitchFamily="49" charset="-122"/>
                          </a:rPr>
                          <m:t>𝑟</m:t>
                        </m:r>
                      </m:sub>
                    </m:sSub>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的理想介质，同轴线内外导体之间的电场为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其中 </a:t>
                </a:r>
                <a14:m>
                  <m:oMath xmlns:m="http://schemas.openxmlformats.org/officeDocument/2006/math">
                    <m: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黑体" panose="02010609060101010101" pitchFamily="49" charset="-122"/>
                      </a:rPr>
                      <m:t>𝜔</m:t>
                    </m:r>
                    <m:rad>
                      <m:radPr>
                        <m:degHide m:val="on"/>
                        <m:ctrlPr>
                          <a:rPr lang="zh-CN" altLang="en-US" i="1">
                            <a:latin typeface="Cambria Math" panose="02040503050406030204" pitchFamily="18" charset="0"/>
                            <a:ea typeface="黑体" panose="02010609060101010101" pitchFamily="49" charset="-122"/>
                          </a:rPr>
                        </m:ctrlPr>
                      </m:radPr>
                      <m:deg/>
                      <m:e>
                        <m:r>
                          <a:rPr lang="zh-CN" altLang="en-US" i="1">
                            <a:latin typeface="Cambria Math" panose="02040503050406030204" pitchFamily="18" charset="0"/>
                            <a:ea typeface="黑体" panose="02010609060101010101" pitchFamily="49" charset="-122"/>
                          </a:rPr>
                          <m:t>𝜇𝜀</m:t>
                        </m:r>
                      </m:e>
                    </m:rad>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求</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pP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pPr>
                <a:r>
                  <a:rPr lang="en-CA" altLang="zh-CN"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同轴线内部的磁场； </a:t>
                </a:r>
                <a:r>
                  <a:rPr lang="en-CA" altLang="zh-CN"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同轴线内任一横截面上电场幅度与磁场幅度的比值；</a:t>
                </a:r>
                <a:r>
                  <a:rPr lang="en-CA" altLang="zh-CN" dirty="0">
                    <a:latin typeface="Times New Roman" panose="02020603050405020304" pitchFamily="18" charset="0"/>
                    <a:ea typeface="黑体" panose="02010609060101010101" pitchFamily="49" charset="-122"/>
                    <a:cs typeface="Times New Roman" panose="02020603050405020304" pitchFamily="18" charset="0"/>
                  </a:rPr>
                  <a:t>3</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同轴线内导体表面的面电流密度和流过内导体的总电流；</a:t>
                </a:r>
                <a:r>
                  <a:rPr lang="en-CA" altLang="zh-CN" dirty="0">
                    <a:latin typeface="Times New Roman" panose="02020603050405020304" pitchFamily="18" charset="0"/>
                    <a:ea typeface="黑体" panose="02010609060101010101" pitchFamily="49" charset="-122"/>
                    <a:cs typeface="Times New Roman" panose="02020603050405020304" pitchFamily="18" charset="0"/>
                  </a:rPr>
                  <a:t>4</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同轴线外导体表面的面电流密度和流过外导体的总电流；</a:t>
                </a:r>
                <a:r>
                  <a:rPr lang="en-CA" altLang="zh-CN" dirty="0">
                    <a:latin typeface="Times New Roman" panose="02020603050405020304" pitchFamily="18" charset="0"/>
                    <a:ea typeface="黑体" panose="02010609060101010101" pitchFamily="49" charset="-122"/>
                    <a:cs typeface="Times New Roman" panose="02020603050405020304" pitchFamily="18" charset="0"/>
                  </a:rPr>
                  <a:t>5</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同轴线任一横截面上内外导体之间的电压；</a:t>
                </a:r>
                <a:r>
                  <a:rPr lang="en-CA" altLang="zh-CN" dirty="0">
                    <a:latin typeface="Times New Roman" panose="02020603050405020304" pitchFamily="18" charset="0"/>
                    <a:ea typeface="黑体" panose="02010609060101010101" pitchFamily="49" charset="-122"/>
                    <a:cs typeface="Times New Roman" panose="02020603050405020304" pitchFamily="18" charset="0"/>
                  </a:rPr>
                  <a:t>6</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）内外导体之间的电压与内导体总电流之比。</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7" name="矩形 26"/>
              <p:cNvSpPr>
                <a:spLocks noRot="1" noChangeAspect="1" noMove="1" noResize="1" noEditPoints="1" noAdjustHandles="1" noChangeArrowheads="1" noChangeShapeType="1" noTextEdit="1"/>
              </p:cNvSpPr>
              <p:nvPr/>
            </p:nvSpPr>
            <p:spPr>
              <a:xfrm>
                <a:off x="379865" y="768982"/>
                <a:ext cx="6292199" cy="3423758"/>
              </a:xfrm>
              <a:prstGeom prst="rect">
                <a:avLst/>
              </a:prstGeom>
              <a:blipFill>
                <a:blip r:embed="rId17"/>
                <a:stretch>
                  <a:fillRect l="-775" t="-534" r="-872" b="-1068"/>
                </a:stretch>
              </a:blipFill>
            </p:spPr>
            <p:txBody>
              <a:bodyPr/>
              <a:lstStyle/>
              <a:p>
                <a:r>
                  <a:rPr lang="zh-CN" altLang="en-US">
                    <a:noFill/>
                  </a:rPr>
                  <a:t> </a:t>
                </a:r>
              </a:p>
            </p:txBody>
          </p:sp>
        </mc:Fallback>
      </mc:AlternateContent>
      <p:sp>
        <p:nvSpPr>
          <p:cNvPr id="30" name="矩形 29"/>
          <p:cNvSpPr/>
          <p:nvPr/>
        </p:nvSpPr>
        <p:spPr>
          <a:xfrm>
            <a:off x="296377" y="4178349"/>
            <a:ext cx="992579"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解</a:t>
            </a:r>
            <a:r>
              <a:rPr lang="en-US" altLang="zh-CN" dirty="0">
                <a:latin typeface="黑体" panose="02010609060101010101" pitchFamily="49" charset="-122"/>
                <a:ea typeface="黑体" panose="02010609060101010101" pitchFamily="49" charset="-122"/>
              </a:rPr>
              <a:t>】 </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32" name="对象 31"/>
          <p:cNvGraphicFramePr>
            <a:graphicFrameLocks noChangeAspect="1"/>
          </p:cNvGraphicFramePr>
          <p:nvPr/>
        </p:nvGraphicFramePr>
        <p:xfrm>
          <a:off x="1420953" y="1745021"/>
          <a:ext cx="2445121" cy="557822"/>
        </p:xfrm>
        <a:graphic>
          <a:graphicData uri="http://schemas.openxmlformats.org/presentationml/2006/ole">
            <mc:AlternateContent xmlns:mc="http://schemas.openxmlformats.org/markup-compatibility/2006">
              <mc:Choice xmlns:v="urn:schemas-microsoft-com:vml" Requires="v">
                <p:oleObj spid="_x0000_s20530" name="Equation" r:id="rId18" imgW="1663700" imgH="381000" progId="Equation.DSMT4">
                  <p:embed/>
                </p:oleObj>
              </mc:Choice>
              <mc:Fallback>
                <p:oleObj name="Equation" r:id="rId18" imgW="1663700" imgH="381000" progId="Equation.DSMT4">
                  <p:embed/>
                  <p:pic>
                    <p:nvPicPr>
                      <p:cNvPr id="5" name="对象 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20953" y="1745021"/>
                        <a:ext cx="2445121" cy="557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2985506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0741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媒质界面处的电磁场边界条件</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r>
              <a:rPr lang="en-US" altLang="zh-CN" sz="2800" dirty="0">
                <a:solidFill>
                  <a:srgbClr val="FF0000"/>
                </a:solidFill>
                <a:latin typeface="黑体" panose="02010609060101010101" pitchFamily="49" charset="-122"/>
                <a:ea typeface="黑体" panose="02010609060101010101" pitchFamily="49" charset="-122"/>
              </a:rPr>
              <a:t>-1</a:t>
            </a:r>
            <a:endParaRPr lang="zh-CN" altLang="en-US" sz="2800" dirty="0"/>
          </a:p>
        </p:txBody>
      </p:sp>
      <p:sp>
        <p:nvSpPr>
          <p:cNvPr id="22" name="Rectangle 32"/>
          <p:cNvSpPr>
            <a:spLocks noChangeArrowheads="1"/>
          </p:cNvSpPr>
          <p:nvPr/>
        </p:nvSpPr>
        <p:spPr bwMode="auto">
          <a:xfrm>
            <a:off x="0" y="-138499"/>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baseline="-25000" dirty="0"/>
          </a:p>
        </p:txBody>
      </p:sp>
      <mc:AlternateContent xmlns:mc="http://schemas.openxmlformats.org/markup-compatibility/2006" xmlns:a14="http://schemas.microsoft.com/office/drawing/2010/main">
        <mc:Choice Requires="a14">
          <p:sp>
            <p:nvSpPr>
              <p:cNvPr id="37" name="矩形 36"/>
              <p:cNvSpPr/>
              <p:nvPr/>
            </p:nvSpPr>
            <p:spPr>
              <a:xfrm>
                <a:off x="379865" y="768982"/>
                <a:ext cx="6292199" cy="3423758"/>
              </a:xfrm>
              <a:prstGeom prst="rect">
                <a:avLst/>
              </a:prstGeom>
            </p:spPr>
            <p:txBody>
              <a:bodyPr wrap="square">
                <a:spAutoFit/>
              </a:bodyPr>
              <a:lstStyle/>
              <a:p>
                <a:pPr>
                  <a:lnSpc>
                    <a:spcPct val="120000"/>
                  </a:lnSpc>
                </a:pPr>
                <a:r>
                  <a:rPr lang="zh-CN" altLang="zh-CN"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1.5.1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】已知同轴线内导体的半径为</a:t>
                </a:r>
                <a:r>
                  <a:rPr lang="en-CA" altLang="zh-CN" dirty="0">
                    <a:latin typeface="Times New Roman" panose="02020603050405020304" pitchFamily="18" charset="0"/>
                    <a:ea typeface="黑体" panose="02010609060101010101" pitchFamily="49" charset="-122"/>
                    <a:cs typeface="Times New Roman" panose="02020603050405020304" pitchFamily="18" charset="0"/>
                  </a:rPr>
                  <a:t>a</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，外导体的内径为</a:t>
                </a:r>
                <a:r>
                  <a:rPr lang="en-CA" altLang="zh-CN" dirty="0">
                    <a:latin typeface="Times New Roman" panose="02020603050405020304" pitchFamily="18" charset="0"/>
                    <a:ea typeface="黑体" panose="02010609060101010101" pitchFamily="49" charset="-122"/>
                    <a:cs typeface="Times New Roman" panose="02020603050405020304" pitchFamily="18" charset="0"/>
                  </a:rPr>
                  <a:t>b</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，同轴线内外导体均为理想导体，内外导体之间填充相对介电常数为</a:t>
                </a:r>
                <a14:m>
                  <m:oMath xmlns:m="http://schemas.openxmlformats.org/officeDocument/2006/math">
                    <m:sSub>
                      <m:sSubPr>
                        <m:ctrlPr>
                          <a:rPr lang="en-US" altLang="zh-CN" i="1" smtClean="0">
                            <a:latin typeface="Cambria Math" panose="02040503050406030204" pitchFamily="18" charset="0"/>
                            <a:ea typeface="黑体" panose="02010609060101010101" pitchFamily="49" charset="-122"/>
                          </a:rPr>
                        </m:ctrlPr>
                      </m:sSubPr>
                      <m:e>
                        <m:r>
                          <a:rPr lang="zh-CN" altLang="en-US" i="1" smtClean="0">
                            <a:latin typeface="Cambria Math" panose="02040503050406030204" pitchFamily="18" charset="0"/>
                            <a:ea typeface="黑体" panose="02010609060101010101" pitchFamily="49" charset="-122"/>
                          </a:rPr>
                          <m:t>𝜀</m:t>
                        </m:r>
                      </m:e>
                      <m:sub>
                        <m:r>
                          <a:rPr lang="en-US" altLang="zh-CN" b="0" i="1" smtClean="0">
                            <a:latin typeface="Cambria Math" panose="02040503050406030204" pitchFamily="18" charset="0"/>
                            <a:ea typeface="黑体" panose="02010609060101010101" pitchFamily="49" charset="-122"/>
                          </a:rPr>
                          <m:t>𝑟</m:t>
                        </m:r>
                      </m:sub>
                    </m:sSub>
                    <m:r>
                      <a:rPr lang="zh-CN" altLang="en-US" i="1">
                        <a:latin typeface="Cambria Math" panose="02040503050406030204" pitchFamily="18" charset="0"/>
                        <a:ea typeface="黑体" panose="02010609060101010101" pitchFamily="49" charset="-122"/>
                      </a:rPr>
                      <m:t>、</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磁导率为</a:t>
                </a:r>
                <a14:m>
                  <m:oMath xmlns:m="http://schemas.openxmlformats.org/officeDocument/2006/math">
                    <m:sSub>
                      <m:sSubPr>
                        <m:ctrlPr>
                          <a:rPr lang="en-US" altLang="zh-CN" i="1">
                            <a:latin typeface="Cambria Math" panose="02040503050406030204" pitchFamily="18" charset="0"/>
                            <a:ea typeface="黑体" panose="02010609060101010101" pitchFamily="49" charset="-122"/>
                          </a:rPr>
                        </m:ctrlPr>
                      </m:sSubPr>
                      <m:e>
                        <m:r>
                          <m:rPr>
                            <m:sty m:val="p"/>
                          </m:rPr>
                          <a:rPr lang="el-GR" altLang="zh-CN" i="1" smtClean="0">
                            <a:latin typeface="Cambria Math" panose="02040503050406030204" pitchFamily="18" charset="0"/>
                            <a:ea typeface="黑体" panose="02010609060101010101" pitchFamily="49" charset="-122"/>
                          </a:rPr>
                          <m:t>μ</m:t>
                        </m:r>
                      </m:e>
                      <m:sub>
                        <m:r>
                          <a:rPr lang="en-US" altLang="zh-CN" i="1">
                            <a:latin typeface="Cambria Math" panose="02040503050406030204" pitchFamily="18" charset="0"/>
                            <a:ea typeface="黑体" panose="02010609060101010101" pitchFamily="49" charset="-122"/>
                          </a:rPr>
                          <m:t>𝑟</m:t>
                        </m:r>
                      </m:sub>
                    </m:sSub>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的理想介质，同轴线内外导体之间的电场为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其中 </a:t>
                </a:r>
                <a14:m>
                  <m:oMath xmlns:m="http://schemas.openxmlformats.org/officeDocument/2006/math">
                    <m: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黑体" panose="02010609060101010101" pitchFamily="49" charset="-122"/>
                      </a:rPr>
                      <m:t>𝜔</m:t>
                    </m:r>
                    <m:rad>
                      <m:radPr>
                        <m:degHide m:val="on"/>
                        <m:ctrlPr>
                          <a:rPr lang="zh-CN" altLang="en-US" i="1">
                            <a:latin typeface="Cambria Math" panose="02040503050406030204" pitchFamily="18" charset="0"/>
                            <a:ea typeface="黑体" panose="02010609060101010101" pitchFamily="49" charset="-122"/>
                          </a:rPr>
                        </m:ctrlPr>
                      </m:radPr>
                      <m:deg/>
                      <m:e>
                        <m:r>
                          <a:rPr lang="zh-CN" altLang="en-US" i="1">
                            <a:latin typeface="Cambria Math" panose="02040503050406030204" pitchFamily="18" charset="0"/>
                            <a:ea typeface="黑体" panose="02010609060101010101" pitchFamily="49" charset="-122"/>
                          </a:rPr>
                          <m:t>𝜇𝜀</m:t>
                        </m:r>
                      </m:e>
                    </m:rad>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求</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pP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20000"/>
                  </a:lnSpc>
                </a:pPr>
                <a:r>
                  <a:rPr lang="en-CA" altLang="zh-CN"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同轴线内部的磁场； </a:t>
                </a:r>
                <a:r>
                  <a:rPr lang="en-CA" altLang="zh-CN"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同轴线内任一横截面上电场幅度与磁场幅度的比值；</a:t>
                </a:r>
                <a:r>
                  <a:rPr lang="en-CA" altLang="zh-CN" dirty="0">
                    <a:latin typeface="Times New Roman" panose="02020603050405020304" pitchFamily="18" charset="0"/>
                    <a:ea typeface="黑体" panose="02010609060101010101" pitchFamily="49" charset="-122"/>
                    <a:cs typeface="Times New Roman" panose="02020603050405020304" pitchFamily="18" charset="0"/>
                  </a:rPr>
                  <a:t>3</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同轴线内导体表面的面电流密度和流过内导体的总电流；</a:t>
                </a:r>
                <a:r>
                  <a:rPr lang="en-CA" altLang="zh-CN" dirty="0">
                    <a:latin typeface="Times New Roman" panose="02020603050405020304" pitchFamily="18" charset="0"/>
                    <a:ea typeface="黑体" panose="02010609060101010101" pitchFamily="49" charset="-122"/>
                    <a:cs typeface="Times New Roman" panose="02020603050405020304" pitchFamily="18" charset="0"/>
                  </a:rPr>
                  <a:t>4</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同轴线外导体表面的面电流密度和流过外导体的总电流；</a:t>
                </a:r>
                <a:r>
                  <a:rPr lang="en-CA" altLang="zh-CN" dirty="0">
                    <a:latin typeface="Times New Roman" panose="02020603050405020304" pitchFamily="18" charset="0"/>
                    <a:ea typeface="黑体" panose="02010609060101010101" pitchFamily="49" charset="-122"/>
                    <a:cs typeface="Times New Roman" panose="02020603050405020304" pitchFamily="18" charset="0"/>
                  </a:rPr>
                  <a:t>5</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同轴线任一横截面上内外导体之间的电压；</a:t>
                </a:r>
                <a:r>
                  <a:rPr lang="en-CA" altLang="zh-CN" dirty="0">
                    <a:latin typeface="Times New Roman" panose="02020603050405020304" pitchFamily="18" charset="0"/>
                    <a:ea typeface="黑体" panose="02010609060101010101" pitchFamily="49" charset="-122"/>
                    <a:cs typeface="Times New Roman" panose="02020603050405020304" pitchFamily="18" charset="0"/>
                  </a:rPr>
                  <a:t>6</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）内外导体之间的电压与内导体总电流之比。</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37" name="矩形 36"/>
              <p:cNvSpPr>
                <a:spLocks noRot="1" noChangeAspect="1" noMove="1" noResize="1" noEditPoints="1" noAdjustHandles="1" noChangeArrowheads="1" noChangeShapeType="1" noTextEdit="1"/>
              </p:cNvSpPr>
              <p:nvPr/>
            </p:nvSpPr>
            <p:spPr>
              <a:xfrm>
                <a:off x="379865" y="768982"/>
                <a:ext cx="6292199" cy="3423758"/>
              </a:xfrm>
              <a:prstGeom prst="rect">
                <a:avLst/>
              </a:prstGeom>
              <a:blipFill>
                <a:blip r:embed="rId3"/>
                <a:stretch>
                  <a:fillRect l="-775" t="-534" r="-872" b="-1068"/>
                </a:stretch>
              </a:blipFill>
            </p:spPr>
            <p:txBody>
              <a:bodyPr/>
              <a:lstStyle/>
              <a:p>
                <a:r>
                  <a:rPr lang="zh-CN" altLang="en-US">
                    <a:noFill/>
                  </a:rPr>
                  <a:t> </a:t>
                </a:r>
              </a:p>
            </p:txBody>
          </p:sp>
        </mc:Fallback>
      </mc:AlternateContent>
      <p:sp>
        <p:nvSpPr>
          <p:cNvPr id="35" name="矩形 34"/>
          <p:cNvSpPr/>
          <p:nvPr/>
        </p:nvSpPr>
        <p:spPr>
          <a:xfrm>
            <a:off x="296377" y="4178349"/>
            <a:ext cx="877163"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解</a:t>
            </a:r>
            <a:r>
              <a:rPr lang="en-US" altLang="zh-CN" dirty="0">
                <a:latin typeface="黑体" panose="02010609060101010101" pitchFamily="49" charset="-122"/>
                <a:ea typeface="黑体" panose="02010609060101010101" pitchFamily="49" charset="-122"/>
              </a:rPr>
              <a:t>】</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nvGraphicFramePr>
        <p:xfrm>
          <a:off x="1420953" y="1745021"/>
          <a:ext cx="2445121" cy="557822"/>
        </p:xfrm>
        <a:graphic>
          <a:graphicData uri="http://schemas.openxmlformats.org/presentationml/2006/ole">
            <mc:AlternateContent xmlns:mc="http://schemas.openxmlformats.org/markup-compatibility/2006">
              <mc:Choice xmlns:v="urn:schemas-microsoft-com:vml" Requires="v">
                <p:oleObj spid="_x0000_s21530" name="Equation" r:id="rId4" imgW="1663700" imgH="381000" progId="Equation.DSMT4">
                  <p:embed/>
                </p:oleObj>
              </mc:Choice>
              <mc:Fallback>
                <p:oleObj name="Equation" r:id="rId4" imgW="1663700" imgH="381000" progId="Equation.DSMT4">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0953" y="1745021"/>
                        <a:ext cx="2445121" cy="557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8" name="图片 27"/>
          <p:cNvPicPr/>
          <p:nvPr/>
        </p:nvPicPr>
        <p:blipFill>
          <a:blip r:embed="rId6">
            <a:extLst>
              <a:ext uri="{28A0092B-C50C-407E-A947-70E740481C1C}">
                <a14:useLocalDpi xmlns:a14="http://schemas.microsoft.com/office/drawing/2010/main" val="0"/>
              </a:ext>
            </a:extLst>
          </a:blip>
          <a:stretch>
            <a:fillRect/>
          </a:stretch>
        </p:blipFill>
        <p:spPr>
          <a:xfrm>
            <a:off x="6500690" y="1159939"/>
            <a:ext cx="3223067" cy="1777428"/>
          </a:xfrm>
          <a:prstGeom prst="rect">
            <a:avLst/>
          </a:prstGeom>
        </p:spPr>
      </p:pic>
      <p:sp>
        <p:nvSpPr>
          <p:cNvPr id="20" name="矩形 19"/>
          <p:cNvSpPr/>
          <p:nvPr/>
        </p:nvSpPr>
        <p:spPr>
          <a:xfrm>
            <a:off x="7032104" y="4363015"/>
            <a:ext cx="4437222" cy="646331"/>
          </a:xfrm>
          <a:prstGeom prst="rect">
            <a:avLst/>
          </a:prstGeom>
        </p:spPr>
        <p:txBody>
          <a:bodyPr wrap="square">
            <a:spAutoFit/>
          </a:bodyPr>
          <a:lstStyle/>
          <a:p>
            <a:r>
              <a:rPr lang="en-US" altLang="zh-CN" dirty="0">
                <a:latin typeface="黑体" panose="02010609060101010101" pitchFamily="49" charset="-122"/>
                <a:ea typeface="黑体" panose="02010609060101010101" pitchFamily="49" charset="-122"/>
              </a:rPr>
              <a:t>6</a:t>
            </a:r>
            <a:r>
              <a:rPr lang="zh-CN" altLang="en-US" dirty="0">
                <a:latin typeface="黑体" panose="02010609060101010101" pitchFamily="49" charset="-122"/>
                <a:ea typeface="黑体" panose="02010609060101010101" pitchFamily="49" charset="-122"/>
              </a:rPr>
              <a:t>）通常把内外导体之间电压与内导体或外导体上电流之比称为同轴线的特性阻抗</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1" name="矩形 20"/>
          <p:cNvSpPr/>
          <p:nvPr/>
        </p:nvSpPr>
        <p:spPr>
          <a:xfrm>
            <a:off x="7064827" y="3311460"/>
            <a:ext cx="2608406"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5</a:t>
            </a:r>
            <a:r>
              <a:rPr lang="zh-CN" altLang="en-US" dirty="0">
                <a:latin typeface="黑体" panose="02010609060101010101" pitchFamily="49" charset="-122"/>
                <a:ea typeface="黑体" panose="02010609060101010101" pitchFamily="49" charset="-122"/>
              </a:rPr>
              <a:t>）内外导体之间的电压</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1406354528"/>
              </p:ext>
            </p:extLst>
          </p:nvPr>
        </p:nvGraphicFramePr>
        <p:xfrm>
          <a:off x="7032104" y="3803700"/>
          <a:ext cx="4437222" cy="507111"/>
        </p:xfrm>
        <a:graphic>
          <a:graphicData uri="http://schemas.openxmlformats.org/presentationml/2006/ole">
            <mc:AlternateContent xmlns:mc="http://schemas.openxmlformats.org/markup-compatibility/2006">
              <mc:Choice xmlns:v="urn:schemas-microsoft-com:vml" Requires="v">
                <p:oleObj spid="_x0000_s21531" name="Equation" r:id="rId7" imgW="3327400" imgH="381000" progId="Equation.DSMT4">
                  <p:embed/>
                </p:oleObj>
              </mc:Choice>
              <mc:Fallback>
                <p:oleObj name="Equation" r:id="rId7" imgW="3327400" imgH="381000" progId="Equation.DSMT4">
                  <p:embed/>
                  <p:pic>
                    <p:nvPicPr>
                      <p:cNvPr id="46" name="对象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32104" y="3803700"/>
                        <a:ext cx="4437222" cy="5071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992622391"/>
              </p:ext>
            </p:extLst>
          </p:nvPr>
        </p:nvGraphicFramePr>
        <p:xfrm>
          <a:off x="8472264" y="5055973"/>
          <a:ext cx="1912402" cy="572697"/>
        </p:xfrm>
        <a:graphic>
          <a:graphicData uri="http://schemas.openxmlformats.org/presentationml/2006/ole">
            <mc:AlternateContent xmlns:mc="http://schemas.openxmlformats.org/markup-compatibility/2006">
              <mc:Choice xmlns:v="urn:schemas-microsoft-com:vml" Requires="v">
                <p:oleObj spid="_x0000_s21532" name="Equation" r:id="rId9" imgW="1167893" imgH="406224" progId="Equation.DSMT4">
                  <p:embed/>
                </p:oleObj>
              </mc:Choice>
              <mc:Fallback>
                <p:oleObj name="Equation" r:id="rId9" imgW="1167893" imgH="406224" progId="Equation.DSMT4">
                  <p:embed/>
                  <p:pic>
                    <p:nvPicPr>
                      <p:cNvPr id="48" name="对象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72264" y="5055973"/>
                        <a:ext cx="1912402"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矩形 24"/>
          <p:cNvSpPr/>
          <p:nvPr/>
        </p:nvSpPr>
        <p:spPr>
          <a:xfrm>
            <a:off x="4295800" y="5635412"/>
            <a:ext cx="7632848" cy="923330"/>
          </a:xfrm>
          <a:prstGeom prst="rect">
            <a:avLst/>
          </a:prstGeom>
          <a:ln w="28575">
            <a:solidFill>
              <a:srgbClr val="7030A0"/>
            </a:solidFill>
          </a:ln>
        </p:spPr>
        <p:txBody>
          <a:bodyPr wrap="square">
            <a:spAutoFit/>
          </a:bodyPr>
          <a:lstStyle/>
          <a:p>
            <a:pPr algn="just"/>
            <a:r>
              <a:rPr lang="zh-CN" altLang="zh-CN" dirty="0">
                <a:latin typeface="黑体" panose="02010609060101010101" pitchFamily="49" charset="-122"/>
                <a:ea typeface="黑体" panose="02010609060101010101" pitchFamily="49" charset="-122"/>
              </a:rPr>
              <a:t>电压电流对应的阻抗不同于电场磁场对应的波阻抗，两者有关联</a:t>
            </a:r>
            <a:r>
              <a:rPr lang="zh-CN" altLang="en-US" dirty="0">
                <a:latin typeface="黑体" panose="02010609060101010101" pitchFamily="49" charset="-122"/>
                <a:ea typeface="黑体" panose="02010609060101010101" pitchFamily="49" charset="-122"/>
              </a:rPr>
              <a:t>且</a:t>
            </a:r>
            <a:r>
              <a:rPr lang="zh-CN" altLang="zh-CN" dirty="0">
                <a:latin typeface="黑体" panose="02010609060101010101" pitchFamily="49" charset="-122"/>
                <a:ea typeface="黑体" panose="02010609060101010101" pitchFamily="49" charset="-122"/>
              </a:rPr>
              <a:t>量纲一致，但前者是电场积分与磁场积分的比值，代表一个范围内的累积特性，后者是某个点上电场磁场的比值，原则上只是表征一个空间点上的特征。</a:t>
            </a:r>
            <a:endParaRPr lang="zh-CN" alt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27" name="矩形 26"/>
              <p:cNvSpPr/>
              <p:nvPr/>
            </p:nvSpPr>
            <p:spPr>
              <a:xfrm>
                <a:off x="479377" y="4653136"/>
                <a:ext cx="4538615"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）外导体表面</a:t>
                </a:r>
                <a14:m>
                  <m:oMath xmlns:m="http://schemas.openxmlformats.org/officeDocument/2006/math">
                    <m:sSub>
                      <m:sSubPr>
                        <m:ctrlPr>
                          <a:rPr lang="en-US" altLang="zh-CN" i="1" dirty="0">
                            <a:latin typeface="Cambria Math" panose="02040503050406030204" pitchFamily="18" charset="0"/>
                            <a:ea typeface="黑体" panose="02010609060101010101" pitchFamily="49" charset="-122"/>
                          </a:rPr>
                        </m:ctrlPr>
                      </m:sSubPr>
                      <m:e>
                        <m:r>
                          <a:rPr lang="en-US" altLang="zh-CN" b="1" i="1" dirty="0">
                            <a:latin typeface="Cambria Math" panose="02040503050406030204" pitchFamily="18" charset="0"/>
                            <a:ea typeface="黑体" panose="02010609060101010101" pitchFamily="49" charset="-122"/>
                          </a:rPr>
                          <m:t>𝒏</m:t>
                        </m:r>
                        <m:r>
                          <a:rPr lang="en-US" altLang="zh-CN" b="1" i="1" dirty="0">
                            <a:latin typeface="Cambria Math" panose="02040503050406030204" pitchFamily="18" charset="0"/>
                            <a:ea typeface="黑体" panose="02010609060101010101" pitchFamily="49" charset="-122"/>
                          </a:rPr>
                          <m:t>=−</m:t>
                        </m:r>
                        <m:r>
                          <a:rPr lang="en-US" altLang="zh-CN" b="1" i="1" dirty="0">
                            <a:latin typeface="Cambria Math" panose="02040503050406030204" pitchFamily="18" charset="0"/>
                            <a:ea typeface="黑体" panose="02010609060101010101" pitchFamily="49" charset="-122"/>
                          </a:rPr>
                          <m:t>𝒂</m:t>
                        </m:r>
                      </m:e>
                      <m:sub>
                        <m:r>
                          <a:rPr lang="en-US" altLang="zh-CN" i="1" dirty="0">
                            <a:latin typeface="Cambria Math" panose="02040503050406030204" pitchFamily="18" charset="0"/>
                            <a:ea typeface="黑体" panose="02010609060101010101" pitchFamily="49" charset="-122"/>
                          </a:rPr>
                          <m:t>𝑅</m:t>
                        </m:r>
                      </m:sub>
                    </m:sSub>
                  </m:oMath>
                </a14:m>
                <a:r>
                  <a:rPr lang="zh-CN" altLang="en-US" dirty="0">
                    <a:latin typeface="黑体" panose="02010609060101010101" pitchFamily="49" charset="-122"/>
                    <a:ea typeface="黑体" panose="02010609060101010101" pitchFamily="49" charset="-122"/>
                  </a:rPr>
                  <a:t>，外面电流密度为</a:t>
                </a:r>
                <a:endParaRPr lang="zh-CN" altLang="en-US" dirty="0">
                  <a:solidFill>
                    <a:srgbClr val="FF0000"/>
                  </a:solidFill>
                  <a:latin typeface="黑体" panose="02010609060101010101" pitchFamily="49" charset="-122"/>
                  <a:ea typeface="黑体" panose="02010609060101010101" pitchFamily="49" charset="-122"/>
                </a:endParaRPr>
              </a:p>
            </p:txBody>
          </p:sp>
        </mc:Choice>
        <mc:Fallback xmlns="">
          <p:sp>
            <p:nvSpPr>
              <p:cNvPr id="27" name="矩形 26"/>
              <p:cNvSpPr>
                <a:spLocks noRot="1" noChangeAspect="1" noMove="1" noResize="1" noEditPoints="1" noAdjustHandles="1" noChangeArrowheads="1" noChangeShapeType="1" noTextEdit="1"/>
              </p:cNvSpPr>
              <p:nvPr/>
            </p:nvSpPr>
            <p:spPr>
              <a:xfrm>
                <a:off x="479377" y="4653136"/>
                <a:ext cx="4538615" cy="369332"/>
              </a:xfrm>
              <a:prstGeom prst="rect">
                <a:avLst/>
              </a:prstGeom>
              <a:blipFill>
                <a:blip r:embed="rId11"/>
                <a:stretch>
                  <a:fillRect l="-1210" t="-11475" b="-21311"/>
                </a:stretch>
              </a:blipFill>
            </p:spPr>
            <p:txBody>
              <a:bodyPr/>
              <a:lstStyle/>
              <a:p>
                <a:r>
                  <a:rPr lang="zh-CN" altLang="en-US">
                    <a:noFill/>
                  </a:rPr>
                  <a:t> </a:t>
                </a:r>
              </a:p>
            </p:txBody>
          </p:sp>
        </mc:Fallback>
      </mc:AlternateContent>
      <p:graphicFrame>
        <p:nvGraphicFramePr>
          <p:cNvPr id="30" name="对象 29"/>
          <p:cNvGraphicFramePr>
            <a:graphicFrameLocks noChangeAspect="1"/>
          </p:cNvGraphicFramePr>
          <p:nvPr>
            <p:extLst>
              <p:ext uri="{D42A27DB-BD31-4B8C-83A1-F6EECF244321}">
                <p14:modId xmlns:p14="http://schemas.microsoft.com/office/powerpoint/2010/main" val="3613175581"/>
              </p:ext>
            </p:extLst>
          </p:nvPr>
        </p:nvGraphicFramePr>
        <p:xfrm>
          <a:off x="739671" y="4958818"/>
          <a:ext cx="4218530" cy="629967"/>
        </p:xfrm>
        <a:graphic>
          <a:graphicData uri="http://schemas.openxmlformats.org/presentationml/2006/ole">
            <mc:AlternateContent xmlns:mc="http://schemas.openxmlformats.org/markup-compatibility/2006">
              <mc:Choice xmlns:v="urn:schemas-microsoft-com:vml" Requires="v">
                <p:oleObj spid="_x0000_s21533" name="Equation" r:id="rId12" imgW="2387600" imgH="381000" progId="Equation.DSMT4">
                  <p:embed/>
                </p:oleObj>
              </mc:Choice>
              <mc:Fallback>
                <p:oleObj name="Equation" r:id="rId12" imgW="2387600" imgH="381000" progId="Equation.DSMT4">
                  <p:embed/>
                  <p:pic>
                    <p:nvPicPr>
                      <p:cNvPr id="41" name="对象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9671" y="4958818"/>
                        <a:ext cx="4218530" cy="6299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矩形 30"/>
          <p:cNvSpPr/>
          <p:nvPr/>
        </p:nvSpPr>
        <p:spPr>
          <a:xfrm>
            <a:off x="774624" y="5519763"/>
            <a:ext cx="4313264" cy="369332"/>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外导体的电流强度与内导体一样</a:t>
            </a:r>
            <a:endParaRPr lang="zh-CN" altLang="en-US"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1724685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6712517" y="1426681"/>
            <a:ext cx="5144218" cy="4239217"/>
          </a:xfrm>
          <a:prstGeom prst="rect">
            <a:avLst/>
          </a:prstGeom>
        </p:spPr>
      </p:pic>
      <p:sp>
        <p:nvSpPr>
          <p:cNvPr id="2" name="标题 1"/>
          <p:cNvSpPr>
            <a:spLocks noGrp="1"/>
          </p:cNvSpPr>
          <p:nvPr>
            <p:ph type="title"/>
          </p:nvPr>
        </p:nvSpPr>
        <p:spPr>
          <a:xfrm>
            <a:off x="582061" y="8026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电磁场的能量关系</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能量转换与电磁场做功的关系</a:t>
            </a:r>
            <a:endParaRPr lang="zh-CN" altLang="en-US" sz="2800" dirty="0"/>
          </a:p>
        </p:txBody>
      </p:sp>
      <p:sp>
        <p:nvSpPr>
          <p:cNvPr id="6" name="Rectangle 2"/>
          <p:cNvSpPr>
            <a:spLocks noChangeArrowheads="1"/>
          </p:cNvSpPr>
          <p:nvPr/>
        </p:nvSpPr>
        <p:spPr bwMode="auto">
          <a:xfrm>
            <a:off x="1505488" y="1109633"/>
            <a:ext cx="2231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000">
              <a:latin typeface="黑体" panose="02010609060101010101" pitchFamily="49" charset="-122"/>
              <a:ea typeface="黑体" panose="02010609060101010101" pitchFamily="49" charset="-122"/>
            </a:endParaRPr>
          </a:p>
        </p:txBody>
      </p:sp>
      <p:sp>
        <p:nvSpPr>
          <p:cNvPr id="7" name="文本框 4"/>
          <p:cNvSpPr txBox="1">
            <a:spLocks noChangeArrowheads="1"/>
          </p:cNvSpPr>
          <p:nvPr/>
        </p:nvSpPr>
        <p:spPr bwMode="auto">
          <a:xfrm>
            <a:off x="856045" y="916432"/>
            <a:ext cx="46960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电磁场能量转换与电磁场做功的关系</a:t>
            </a:r>
            <a:endParaRPr lang="en-US" altLang="zh-CN" sz="2000" dirty="0">
              <a:solidFill>
                <a:srgbClr val="FF0000"/>
              </a:solidFill>
              <a:latin typeface="黑体" panose="02010609060101010101" pitchFamily="49" charset="-122"/>
              <a:ea typeface="黑体" panose="02010609060101010101" pitchFamily="49" charset="-122"/>
            </a:endParaRPr>
          </a:p>
        </p:txBody>
      </p:sp>
      <p:sp>
        <p:nvSpPr>
          <p:cNvPr id="8" name="矩形 1"/>
          <p:cNvSpPr>
            <a:spLocks noChangeArrowheads="1"/>
          </p:cNvSpPr>
          <p:nvPr/>
        </p:nvSpPr>
        <p:spPr bwMode="auto">
          <a:xfrm>
            <a:off x="395156" y="1339427"/>
            <a:ext cx="6132892" cy="224676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nSpc>
                <a:spcPct val="100000"/>
              </a:lnSpc>
              <a:spcBef>
                <a:spcPct val="0"/>
              </a:spcBef>
              <a:buNone/>
            </a:pPr>
            <a:r>
              <a:rPr lang="en-US" altLang="zh-CN" sz="2000" dirty="0">
                <a:latin typeface="黑体" panose="02010609060101010101" pitchFamily="49" charset="-122"/>
                <a:ea typeface="黑体" panose="02010609060101010101" pitchFamily="49" charset="-122"/>
              </a:rPr>
              <a:t>  </a:t>
            </a:r>
            <a:r>
              <a:rPr lang="zh-CN" altLang="zh-CN" sz="2000" dirty="0">
                <a:latin typeface="黑体" panose="02010609060101010101" pitchFamily="49" charset="-122"/>
                <a:ea typeface="黑体" panose="02010609060101010101" pitchFamily="49" charset="-122"/>
              </a:rPr>
              <a:t>电磁</a:t>
            </a:r>
            <a:r>
              <a:rPr lang="zh-CN" altLang="en-US" sz="2000" dirty="0">
                <a:latin typeface="黑体" panose="02010609060101010101" pitchFamily="49" charset="-122"/>
                <a:ea typeface="黑体" panose="02010609060101010101" pitchFamily="49" charset="-122"/>
              </a:rPr>
              <a:t>能作为能量的一种形式，同样遵守</a:t>
            </a:r>
            <a:r>
              <a:rPr lang="zh-CN" altLang="zh-CN" sz="2000" dirty="0">
                <a:latin typeface="黑体" panose="02010609060101010101" pitchFamily="49" charset="-122"/>
                <a:ea typeface="黑体" panose="02010609060101010101" pitchFamily="49" charset="-122"/>
              </a:rPr>
              <a:t>能量守恒与转化定律</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a:lnSpc>
                <a:spcPct val="100000"/>
              </a:lnSpc>
              <a:spcBef>
                <a:spcPct val="0"/>
              </a:spcBef>
              <a:buNone/>
            </a:pPr>
            <a:r>
              <a:rPr lang="en-US" altLang="zh-CN" sz="2000" dirty="0">
                <a:latin typeface="黑体" panose="02010609060101010101" pitchFamily="49" charset="-122"/>
                <a:ea typeface="黑体" panose="02010609060101010101" pitchFamily="49" charset="-122"/>
              </a:rPr>
              <a:t>  </a:t>
            </a:r>
            <a:r>
              <a:rPr lang="zh-CN" altLang="zh-CN" sz="2000" dirty="0">
                <a:latin typeface="黑体" panose="02010609060101010101" pitchFamily="49" charset="-122"/>
                <a:ea typeface="黑体" panose="02010609060101010101" pitchFamily="49" charset="-122"/>
              </a:rPr>
              <a:t>任何物理的相互作用</a:t>
            </a:r>
            <a:r>
              <a:rPr lang="zh-CN" altLang="en-US"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同时一定</a:t>
            </a:r>
            <a:r>
              <a:rPr lang="zh-CN" altLang="en-US" sz="2000" dirty="0">
                <a:latin typeface="黑体" panose="02010609060101010101" pitchFamily="49" charset="-122"/>
                <a:ea typeface="黑体" panose="02010609060101010101" pitchFamily="49" charset="-122"/>
              </a:rPr>
              <a:t>是</a:t>
            </a:r>
            <a:r>
              <a:rPr lang="zh-CN" altLang="zh-CN" sz="2000" dirty="0">
                <a:latin typeface="黑体" panose="02010609060101010101" pitchFamily="49" charset="-122"/>
                <a:ea typeface="黑体" panose="02010609060101010101" pitchFamily="49" charset="-122"/>
              </a:rPr>
              <a:t>能量的转换过程，能量只有在转换中才有意义。</a:t>
            </a:r>
            <a:endParaRPr lang="en-US" altLang="zh-CN" sz="2000" dirty="0">
              <a:latin typeface="黑体" panose="02010609060101010101" pitchFamily="49" charset="-122"/>
              <a:ea typeface="黑体" panose="02010609060101010101" pitchFamily="49" charset="-122"/>
            </a:endParaRPr>
          </a:p>
          <a:p>
            <a:pPr marL="0" indent="0">
              <a:lnSpc>
                <a:spcPct val="100000"/>
              </a:lnSpc>
              <a:spcBef>
                <a:spcPct val="0"/>
              </a:spcBef>
              <a:buNone/>
            </a:pPr>
            <a:r>
              <a:rPr lang="en-US" altLang="zh-CN" sz="2000" dirty="0">
                <a:latin typeface="黑体" panose="02010609060101010101" pitchFamily="49" charset="-122"/>
                <a:ea typeface="黑体" panose="02010609060101010101" pitchFamily="49" charset="-122"/>
              </a:rPr>
              <a:t>  </a:t>
            </a:r>
            <a:r>
              <a:rPr lang="zh-CN" altLang="zh-CN" sz="2000" dirty="0">
                <a:latin typeface="黑体" panose="02010609060101010101" pitchFamily="49" charset="-122"/>
                <a:ea typeface="黑体" panose="02010609060101010101" pitchFamily="49" charset="-122"/>
              </a:rPr>
              <a:t>能量转换的过程就是做功的过程，而且做功的量就是能量转换的量，因此分析电磁场的做功过程，可以得到关于电磁场能量守恒与转化定律的启示。</a:t>
            </a:r>
            <a:endParaRPr lang="zh-CN" altLang="en-US" sz="2000" dirty="0">
              <a:latin typeface="黑体" panose="02010609060101010101" pitchFamily="49" charset="-122"/>
              <a:ea typeface="黑体" panose="02010609060101010101" pitchFamily="49" charset="-122"/>
            </a:endParaRPr>
          </a:p>
        </p:txBody>
      </p:sp>
      <p:sp>
        <p:nvSpPr>
          <p:cNvPr id="10" name="文本框 19"/>
          <p:cNvSpPr txBox="1">
            <a:spLocks noChangeArrowheads="1"/>
          </p:cNvSpPr>
          <p:nvPr/>
        </p:nvSpPr>
        <p:spPr bwMode="auto">
          <a:xfrm>
            <a:off x="395156" y="3995164"/>
            <a:ext cx="59888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体积</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V</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内电磁场能量减小率</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功率</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等于</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内</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电磁力做功的功率、加上从该区域表面流出的功率</a:t>
            </a:r>
            <a:endParaRPr lang="zh-CN" altLang="en-US"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206696649"/>
              </p:ext>
            </p:extLst>
          </p:nvPr>
        </p:nvGraphicFramePr>
        <p:xfrm>
          <a:off x="409394" y="4976613"/>
          <a:ext cx="3104833" cy="534353"/>
        </p:xfrm>
        <a:graphic>
          <a:graphicData uri="http://schemas.openxmlformats.org/presentationml/2006/ole">
            <mc:AlternateContent xmlns:mc="http://schemas.openxmlformats.org/markup-compatibility/2006">
              <mc:Choice xmlns:v="urn:schemas-microsoft-com:vml" Requires="v">
                <p:oleObj spid="_x0000_s22578" name="Equation" r:id="rId5" imgW="1955520" imgH="355320" progId="Equation.DSMT4">
                  <p:embed/>
                </p:oleObj>
              </mc:Choice>
              <mc:Fallback>
                <p:oleObj name="Equation" r:id="rId5" imgW="1955520" imgH="355320" progId="Equation.DSMT4">
                  <p:embed/>
                  <p:pic>
                    <p:nvPicPr>
                      <p:cNvPr id="33" name="对象 32"/>
                      <p:cNvPicPr>
                        <a:picLocks noChangeAspect="1" noChangeArrowheads="1"/>
                      </p:cNvPicPr>
                      <p:nvPr/>
                    </p:nvPicPr>
                    <p:blipFill>
                      <a:blip r:embed="rId6"/>
                      <a:srcRect/>
                      <a:stretch>
                        <a:fillRect/>
                      </a:stretch>
                    </p:blipFill>
                    <p:spPr bwMode="auto">
                      <a:xfrm>
                        <a:off x="409394" y="4976613"/>
                        <a:ext cx="3104833" cy="534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p:cNvSpPr/>
          <p:nvPr/>
        </p:nvSpPr>
        <p:spPr>
          <a:xfrm>
            <a:off x="349962" y="5463241"/>
            <a:ext cx="2031325" cy="406265"/>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电磁场减少的功率</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505921542"/>
              </p:ext>
            </p:extLst>
          </p:nvPr>
        </p:nvGraphicFramePr>
        <p:xfrm>
          <a:off x="2698479" y="5420601"/>
          <a:ext cx="1068705" cy="534353"/>
        </p:xfrm>
        <a:graphic>
          <a:graphicData uri="http://schemas.openxmlformats.org/presentationml/2006/ole">
            <mc:AlternateContent xmlns:mc="http://schemas.openxmlformats.org/markup-compatibility/2006">
              <mc:Choice xmlns:v="urn:schemas-microsoft-com:vml" Requires="v">
                <p:oleObj spid="_x0000_s22579" name="Equation" r:id="rId7" imgW="672840" imgH="355320" progId="Equation.DSMT4">
                  <p:embed/>
                </p:oleObj>
              </mc:Choice>
              <mc:Fallback>
                <p:oleObj name="Equation" r:id="rId7" imgW="672840" imgH="355320" progId="Equation.DSMT4">
                  <p:embed/>
                  <p:pic>
                    <p:nvPicPr>
                      <p:cNvPr id="11" name="对象 10"/>
                      <p:cNvPicPr>
                        <a:picLocks noChangeAspect="1" noChangeArrowheads="1"/>
                      </p:cNvPicPr>
                      <p:nvPr/>
                    </p:nvPicPr>
                    <p:blipFill>
                      <a:blip r:embed="rId8"/>
                      <a:srcRect/>
                      <a:stretch>
                        <a:fillRect/>
                      </a:stretch>
                    </p:blipFill>
                    <p:spPr bwMode="auto">
                      <a:xfrm>
                        <a:off x="2698479" y="5420601"/>
                        <a:ext cx="1068705" cy="534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349962" y="5872305"/>
            <a:ext cx="2031325" cy="406265"/>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电磁场做功的功率</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5" name="矩形 14"/>
          <p:cNvSpPr/>
          <p:nvPr/>
        </p:nvSpPr>
        <p:spPr>
          <a:xfrm>
            <a:off x="395156" y="6203996"/>
            <a:ext cx="2492990" cy="406265"/>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电磁场表面流出的功率</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1207912916"/>
              </p:ext>
            </p:extLst>
          </p:nvPr>
        </p:nvGraphicFramePr>
        <p:xfrm>
          <a:off x="2802966" y="5871642"/>
          <a:ext cx="927258" cy="420847"/>
        </p:xfrm>
        <a:graphic>
          <a:graphicData uri="http://schemas.openxmlformats.org/presentationml/2006/ole">
            <mc:AlternateContent xmlns:mc="http://schemas.openxmlformats.org/markup-compatibility/2006">
              <mc:Choice xmlns:v="urn:schemas-microsoft-com:vml" Requires="v">
                <p:oleObj spid="_x0000_s22580" name="Equation" r:id="rId9" imgW="583920" imgH="279360" progId="Equation.DSMT4">
                  <p:embed/>
                </p:oleObj>
              </mc:Choice>
              <mc:Fallback>
                <p:oleObj name="Equation" r:id="rId9" imgW="583920" imgH="279360" progId="Equation.DSMT4">
                  <p:embed/>
                  <p:pic>
                    <p:nvPicPr>
                      <p:cNvPr id="11" name="对象 10"/>
                      <p:cNvPicPr>
                        <a:picLocks noChangeAspect="1" noChangeArrowheads="1"/>
                      </p:cNvPicPr>
                      <p:nvPr/>
                    </p:nvPicPr>
                    <p:blipFill>
                      <a:blip r:embed="rId10"/>
                      <a:srcRect/>
                      <a:stretch>
                        <a:fillRect/>
                      </a:stretch>
                    </p:blipFill>
                    <p:spPr bwMode="auto">
                      <a:xfrm>
                        <a:off x="2802966" y="5871642"/>
                        <a:ext cx="927258" cy="4208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170276096"/>
              </p:ext>
            </p:extLst>
          </p:nvPr>
        </p:nvGraphicFramePr>
        <p:xfrm>
          <a:off x="2818970" y="6189033"/>
          <a:ext cx="827723" cy="420846"/>
        </p:xfrm>
        <a:graphic>
          <a:graphicData uri="http://schemas.openxmlformats.org/presentationml/2006/ole">
            <mc:AlternateContent xmlns:mc="http://schemas.openxmlformats.org/markup-compatibility/2006">
              <mc:Choice xmlns:v="urn:schemas-microsoft-com:vml" Requires="v">
                <p:oleObj spid="_x0000_s22581" name="Equation" r:id="rId11" imgW="520560" imgH="279360" progId="Equation.DSMT4">
                  <p:embed/>
                </p:oleObj>
              </mc:Choice>
              <mc:Fallback>
                <p:oleObj name="Equation" r:id="rId11" imgW="520560" imgH="279360" progId="Equation.DSMT4">
                  <p:embed/>
                  <p:pic>
                    <p:nvPicPr>
                      <p:cNvPr id="11" name="对象 10"/>
                      <p:cNvPicPr>
                        <a:picLocks noChangeAspect="1" noChangeArrowheads="1"/>
                      </p:cNvPicPr>
                      <p:nvPr/>
                    </p:nvPicPr>
                    <p:blipFill>
                      <a:blip r:embed="rId12"/>
                      <a:srcRect/>
                      <a:stretch>
                        <a:fillRect/>
                      </a:stretch>
                    </p:blipFill>
                    <p:spPr bwMode="auto">
                      <a:xfrm>
                        <a:off x="2818970" y="6189033"/>
                        <a:ext cx="827723" cy="4208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872165481"/>
              </p:ext>
            </p:extLst>
          </p:nvPr>
        </p:nvGraphicFramePr>
        <p:xfrm>
          <a:off x="3935206" y="4967401"/>
          <a:ext cx="1693863" cy="534353"/>
        </p:xfrm>
        <a:graphic>
          <a:graphicData uri="http://schemas.openxmlformats.org/presentationml/2006/ole">
            <mc:AlternateContent xmlns:mc="http://schemas.openxmlformats.org/markup-compatibility/2006">
              <mc:Choice xmlns:v="urn:schemas-microsoft-com:vml" Requires="v">
                <p:oleObj spid="_x0000_s22582" name="Equation" r:id="rId13" imgW="1066680" imgH="355320" progId="Equation.DSMT4">
                  <p:embed/>
                </p:oleObj>
              </mc:Choice>
              <mc:Fallback>
                <p:oleObj name="Equation" r:id="rId13" imgW="1066680" imgH="355320" progId="Equation.DSMT4">
                  <p:embed/>
                  <p:pic>
                    <p:nvPicPr>
                      <p:cNvPr id="11" name="对象 10"/>
                      <p:cNvPicPr>
                        <a:picLocks noChangeAspect="1" noChangeArrowheads="1"/>
                      </p:cNvPicPr>
                      <p:nvPr/>
                    </p:nvPicPr>
                    <p:blipFill>
                      <a:blip r:embed="rId14"/>
                      <a:srcRect/>
                      <a:stretch>
                        <a:fillRect/>
                      </a:stretch>
                    </p:blipFill>
                    <p:spPr bwMode="auto">
                      <a:xfrm>
                        <a:off x="3935206" y="4967401"/>
                        <a:ext cx="1693863" cy="534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文本框 4"/>
          <p:cNvSpPr txBox="1">
            <a:spLocks noChangeArrowheads="1"/>
          </p:cNvSpPr>
          <p:nvPr/>
        </p:nvSpPr>
        <p:spPr bwMode="auto">
          <a:xfrm>
            <a:off x="1664288" y="3652425"/>
            <a:ext cx="38877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1800" dirty="0">
                <a:solidFill>
                  <a:srgbClr val="FF0000"/>
                </a:solidFill>
                <a:latin typeface="黑体" panose="02010609060101010101" pitchFamily="49" charset="-122"/>
                <a:ea typeface="黑体" panose="02010609060101010101" pitchFamily="49" charset="-122"/>
              </a:rPr>
              <a:t>电磁场能量守恒与转换定律</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20" name="文本框 21"/>
          <p:cNvSpPr txBox="1">
            <a:spLocks noChangeArrowheads="1"/>
          </p:cNvSpPr>
          <p:nvPr/>
        </p:nvSpPr>
        <p:spPr bwMode="auto">
          <a:xfrm>
            <a:off x="3858966" y="5442059"/>
            <a:ext cx="1942559"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电磁场能量密度</a:t>
            </a:r>
          </a:p>
        </p:txBody>
      </p:sp>
      <p:graphicFrame>
        <p:nvGraphicFramePr>
          <p:cNvPr id="21" name="对象 1"/>
          <p:cNvGraphicFramePr>
            <a:graphicFrameLocks noChangeAspect="1"/>
          </p:cNvGraphicFramePr>
          <p:nvPr>
            <p:extLst>
              <p:ext uri="{D42A27DB-BD31-4B8C-83A1-F6EECF244321}">
                <p14:modId xmlns:p14="http://schemas.microsoft.com/office/powerpoint/2010/main" val="4217365547"/>
              </p:ext>
            </p:extLst>
          </p:nvPr>
        </p:nvGraphicFramePr>
        <p:xfrm>
          <a:off x="5569297" y="5501308"/>
          <a:ext cx="347806" cy="307397"/>
        </p:xfrm>
        <a:graphic>
          <a:graphicData uri="http://schemas.openxmlformats.org/presentationml/2006/ole">
            <mc:AlternateContent xmlns:mc="http://schemas.openxmlformats.org/markup-compatibility/2006">
              <mc:Choice xmlns:v="urn:schemas-microsoft-com:vml" Requires="v">
                <p:oleObj spid="_x0000_s22583" name="Equation" r:id="rId15" imgW="114102" imgH="114102" progId="Equation.DSMT4">
                  <p:embed/>
                </p:oleObj>
              </mc:Choice>
              <mc:Fallback>
                <p:oleObj name="Equation" r:id="rId15" imgW="114102" imgH="114102" progId="Equation.DSMT4">
                  <p:embed/>
                  <p:pic>
                    <p:nvPicPr>
                      <p:cNvPr id="11278" name="对象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69297" y="5501308"/>
                        <a:ext cx="347806" cy="30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文本框 30"/>
          <p:cNvSpPr txBox="1">
            <a:spLocks noChangeArrowheads="1"/>
          </p:cNvSpPr>
          <p:nvPr/>
        </p:nvSpPr>
        <p:spPr bwMode="auto">
          <a:xfrm>
            <a:off x="3858967" y="5855313"/>
            <a:ext cx="1830387" cy="41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电磁力功率密度</a:t>
            </a:r>
          </a:p>
        </p:txBody>
      </p:sp>
      <p:graphicFrame>
        <p:nvGraphicFramePr>
          <p:cNvPr id="24" name="对象 1"/>
          <p:cNvGraphicFramePr>
            <a:graphicFrameLocks noChangeAspect="1"/>
          </p:cNvGraphicFramePr>
          <p:nvPr>
            <p:extLst>
              <p:ext uri="{D42A27DB-BD31-4B8C-83A1-F6EECF244321}">
                <p14:modId xmlns:p14="http://schemas.microsoft.com/office/powerpoint/2010/main" val="4041901456"/>
              </p:ext>
            </p:extLst>
          </p:nvPr>
        </p:nvGraphicFramePr>
        <p:xfrm>
          <a:off x="5561868" y="5898740"/>
          <a:ext cx="470614" cy="313102"/>
        </p:xfrm>
        <a:graphic>
          <a:graphicData uri="http://schemas.openxmlformats.org/presentationml/2006/ole">
            <mc:AlternateContent xmlns:mc="http://schemas.openxmlformats.org/markup-compatibility/2006">
              <mc:Choice xmlns:v="urn:schemas-microsoft-com:vml" Requires="v">
                <p:oleObj spid="_x0000_s22584" name="Equation" r:id="rId17" imgW="228501" imgH="152334" progId="Equation.DSMT4">
                  <p:embed/>
                </p:oleObj>
              </mc:Choice>
              <mc:Fallback>
                <p:oleObj name="Equation" r:id="rId17" imgW="228501" imgH="152334" progId="Equation.DSMT4">
                  <p:embed/>
                  <p:pic>
                    <p:nvPicPr>
                      <p:cNvPr id="11280" name="对象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61868" y="5898740"/>
                        <a:ext cx="470614" cy="313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文本框 22"/>
          <p:cNvSpPr txBox="1">
            <a:spLocks noChangeArrowheads="1"/>
          </p:cNvSpPr>
          <p:nvPr/>
        </p:nvSpPr>
        <p:spPr bwMode="auto">
          <a:xfrm>
            <a:off x="3849994" y="6177390"/>
            <a:ext cx="2205037"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电磁场功率流密度  </a:t>
            </a:r>
          </a:p>
        </p:txBody>
      </p:sp>
      <p:graphicFrame>
        <p:nvGraphicFramePr>
          <p:cNvPr id="26" name="对象 1"/>
          <p:cNvGraphicFramePr>
            <a:graphicFrameLocks noChangeAspect="1"/>
          </p:cNvGraphicFramePr>
          <p:nvPr>
            <p:extLst>
              <p:ext uri="{D42A27DB-BD31-4B8C-83A1-F6EECF244321}">
                <p14:modId xmlns:p14="http://schemas.microsoft.com/office/powerpoint/2010/main" val="551168279"/>
              </p:ext>
            </p:extLst>
          </p:nvPr>
        </p:nvGraphicFramePr>
        <p:xfrm>
          <a:off x="5872480" y="6230678"/>
          <a:ext cx="223520" cy="303848"/>
        </p:xfrm>
        <a:graphic>
          <a:graphicData uri="http://schemas.openxmlformats.org/presentationml/2006/ole">
            <mc:AlternateContent xmlns:mc="http://schemas.openxmlformats.org/markup-compatibility/2006">
              <mc:Choice xmlns:v="urn:schemas-microsoft-com:vml" Requires="v">
                <p:oleObj spid="_x0000_s22585" name="Equation" r:id="rId19" imgW="101556" imgH="139639" progId="Equation.DSMT4">
                  <p:embed/>
                </p:oleObj>
              </mc:Choice>
              <mc:Fallback>
                <p:oleObj name="Equation" r:id="rId19" imgW="101556" imgH="139639" progId="Equation.DSMT4">
                  <p:embed/>
                  <p:pic>
                    <p:nvPicPr>
                      <p:cNvPr id="11282" name="对象 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72480" y="6230678"/>
                        <a:ext cx="223520" cy="303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p:nvPr/>
        </p:nvSpPr>
        <p:spPr>
          <a:xfrm>
            <a:off x="957167" y="4691848"/>
            <a:ext cx="2031325" cy="335756"/>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守恒定律积分形式</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8" name="矩形 27"/>
          <p:cNvSpPr/>
          <p:nvPr/>
        </p:nvSpPr>
        <p:spPr>
          <a:xfrm>
            <a:off x="3870690" y="4653136"/>
            <a:ext cx="2031325"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守恒定律积分形式</a:t>
            </a:r>
            <a:endParaRPr lang="zh-CN" altLang="en-US"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8088322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电磁场的能量关系</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坡印亭定理</a:t>
            </a:r>
            <a:endParaRPr lang="zh-CN" altLang="en-US" sz="2800" dirty="0"/>
          </a:p>
        </p:txBody>
      </p:sp>
      <p:graphicFrame>
        <p:nvGraphicFramePr>
          <p:cNvPr id="4" name="对象 1"/>
          <p:cNvGraphicFramePr>
            <a:graphicFrameLocks noChangeAspect="1"/>
          </p:cNvGraphicFramePr>
          <p:nvPr>
            <p:extLst>
              <p:ext uri="{D42A27DB-BD31-4B8C-83A1-F6EECF244321}">
                <p14:modId xmlns:p14="http://schemas.microsoft.com/office/powerpoint/2010/main" val="3458088873"/>
              </p:ext>
            </p:extLst>
          </p:nvPr>
        </p:nvGraphicFramePr>
        <p:xfrm>
          <a:off x="2633157" y="1349438"/>
          <a:ext cx="1403350" cy="279400"/>
        </p:xfrm>
        <a:graphic>
          <a:graphicData uri="http://schemas.openxmlformats.org/presentationml/2006/ole">
            <mc:AlternateContent xmlns:mc="http://schemas.openxmlformats.org/markup-compatibility/2006">
              <mc:Choice xmlns:v="urn:schemas-microsoft-com:vml" Requires="v">
                <p:oleObj spid="_x0000_s23650" name="Equation" r:id="rId3" imgW="825480" imgH="164880" progId="Equation.DSMT4">
                  <p:embed/>
                </p:oleObj>
              </mc:Choice>
              <mc:Fallback>
                <p:oleObj name="Equation" r:id="rId3" imgW="825480" imgH="164880" progId="Equation.DSMT4">
                  <p:embed/>
                  <p:pic>
                    <p:nvPicPr>
                      <p:cNvPr id="12293" name="对象 1"/>
                      <p:cNvPicPr>
                        <a:picLocks noChangeAspect="1" noChangeArrowheads="1"/>
                      </p:cNvPicPr>
                      <p:nvPr/>
                    </p:nvPicPr>
                    <p:blipFill>
                      <a:blip r:embed="rId4"/>
                      <a:srcRect/>
                      <a:stretch>
                        <a:fillRect/>
                      </a:stretch>
                    </p:blipFill>
                    <p:spPr bwMode="auto">
                      <a:xfrm>
                        <a:off x="2633157" y="1349438"/>
                        <a:ext cx="14033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1"/>
          <p:cNvGraphicFramePr>
            <a:graphicFrameLocks noChangeAspect="1"/>
          </p:cNvGraphicFramePr>
          <p:nvPr>
            <p:extLst>
              <p:ext uri="{D42A27DB-BD31-4B8C-83A1-F6EECF244321}">
                <p14:modId xmlns:p14="http://schemas.microsoft.com/office/powerpoint/2010/main" val="1120758437"/>
              </p:ext>
            </p:extLst>
          </p:nvPr>
        </p:nvGraphicFramePr>
        <p:xfrm>
          <a:off x="2267223" y="1715350"/>
          <a:ext cx="2460625" cy="279400"/>
        </p:xfrm>
        <a:graphic>
          <a:graphicData uri="http://schemas.openxmlformats.org/presentationml/2006/ole">
            <mc:AlternateContent xmlns:mc="http://schemas.openxmlformats.org/markup-compatibility/2006">
              <mc:Choice xmlns:v="urn:schemas-microsoft-com:vml" Requires="v">
                <p:oleObj spid="_x0000_s23651" name="Equation" r:id="rId5" imgW="1447560" imgH="164880" progId="Equation.DSMT4">
                  <p:embed/>
                </p:oleObj>
              </mc:Choice>
              <mc:Fallback>
                <p:oleObj name="Equation" r:id="rId5" imgW="1447560" imgH="164880" progId="Equation.DSMT4">
                  <p:embed/>
                  <p:pic>
                    <p:nvPicPr>
                      <p:cNvPr id="12294" name="对象 1"/>
                      <p:cNvPicPr>
                        <a:picLocks noChangeAspect="1" noChangeArrowheads="1"/>
                      </p:cNvPicPr>
                      <p:nvPr/>
                    </p:nvPicPr>
                    <p:blipFill>
                      <a:blip r:embed="rId6"/>
                      <a:srcRect/>
                      <a:stretch>
                        <a:fillRect/>
                      </a:stretch>
                    </p:blipFill>
                    <p:spPr bwMode="auto">
                      <a:xfrm>
                        <a:off x="2267223" y="1715350"/>
                        <a:ext cx="24606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1"/>
          <p:cNvGraphicFramePr>
            <a:graphicFrameLocks noChangeAspect="1"/>
          </p:cNvGraphicFramePr>
          <p:nvPr>
            <p:extLst>
              <p:ext uri="{D42A27DB-BD31-4B8C-83A1-F6EECF244321}">
                <p14:modId xmlns:p14="http://schemas.microsoft.com/office/powerpoint/2010/main" val="3244325220"/>
              </p:ext>
            </p:extLst>
          </p:nvPr>
        </p:nvGraphicFramePr>
        <p:xfrm>
          <a:off x="2315955" y="2108116"/>
          <a:ext cx="712788" cy="279400"/>
        </p:xfrm>
        <a:graphic>
          <a:graphicData uri="http://schemas.openxmlformats.org/presentationml/2006/ole">
            <mc:AlternateContent xmlns:mc="http://schemas.openxmlformats.org/markup-compatibility/2006">
              <mc:Choice xmlns:v="urn:schemas-microsoft-com:vml" Requires="v">
                <p:oleObj spid="_x0000_s23652" name="Equation" r:id="rId7" imgW="419040" imgH="164880" progId="Equation.DSMT4">
                  <p:embed/>
                </p:oleObj>
              </mc:Choice>
              <mc:Fallback>
                <p:oleObj name="Equation" r:id="rId7" imgW="419040" imgH="164880" progId="Equation.DSMT4">
                  <p:embed/>
                  <p:pic>
                    <p:nvPicPr>
                      <p:cNvPr id="12295" name="对象 1"/>
                      <p:cNvPicPr>
                        <a:picLocks noChangeAspect="1" noChangeArrowheads="1"/>
                      </p:cNvPicPr>
                      <p:nvPr/>
                    </p:nvPicPr>
                    <p:blipFill>
                      <a:blip r:embed="rId8"/>
                      <a:srcRect/>
                      <a:stretch>
                        <a:fillRect/>
                      </a:stretch>
                    </p:blipFill>
                    <p:spPr bwMode="auto">
                      <a:xfrm>
                        <a:off x="2315955" y="2108116"/>
                        <a:ext cx="7127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1"/>
          <p:cNvGraphicFramePr>
            <a:graphicFrameLocks noChangeAspect="1"/>
          </p:cNvGraphicFramePr>
          <p:nvPr>
            <p:extLst>
              <p:ext uri="{D42A27DB-BD31-4B8C-83A1-F6EECF244321}">
                <p14:modId xmlns:p14="http://schemas.microsoft.com/office/powerpoint/2010/main" val="996877699"/>
              </p:ext>
            </p:extLst>
          </p:nvPr>
        </p:nvGraphicFramePr>
        <p:xfrm>
          <a:off x="2299031" y="2474057"/>
          <a:ext cx="1016000" cy="279400"/>
        </p:xfrm>
        <a:graphic>
          <a:graphicData uri="http://schemas.openxmlformats.org/presentationml/2006/ole">
            <mc:AlternateContent xmlns:mc="http://schemas.openxmlformats.org/markup-compatibility/2006">
              <mc:Choice xmlns:v="urn:schemas-microsoft-com:vml" Requires="v">
                <p:oleObj spid="_x0000_s23653" name="Equation" r:id="rId9" imgW="596880" imgH="164880" progId="Equation.DSMT4">
                  <p:embed/>
                </p:oleObj>
              </mc:Choice>
              <mc:Fallback>
                <p:oleObj name="Equation" r:id="rId9" imgW="596880" imgH="164880" progId="Equation.DSMT4">
                  <p:embed/>
                  <p:pic>
                    <p:nvPicPr>
                      <p:cNvPr id="12296" name="对象 1"/>
                      <p:cNvPicPr>
                        <a:picLocks noChangeAspect="1" noChangeArrowheads="1"/>
                      </p:cNvPicPr>
                      <p:nvPr/>
                    </p:nvPicPr>
                    <p:blipFill>
                      <a:blip r:embed="rId10"/>
                      <a:srcRect/>
                      <a:stretch>
                        <a:fillRect/>
                      </a:stretch>
                    </p:blipFill>
                    <p:spPr bwMode="auto">
                      <a:xfrm>
                        <a:off x="2299031" y="2474057"/>
                        <a:ext cx="1016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1"/>
          <p:cNvGraphicFramePr>
            <a:graphicFrameLocks noChangeAspect="1"/>
          </p:cNvGraphicFramePr>
          <p:nvPr>
            <p:extLst>
              <p:ext uri="{D42A27DB-BD31-4B8C-83A1-F6EECF244321}">
                <p14:modId xmlns:p14="http://schemas.microsoft.com/office/powerpoint/2010/main" val="48433010"/>
              </p:ext>
            </p:extLst>
          </p:nvPr>
        </p:nvGraphicFramePr>
        <p:xfrm>
          <a:off x="2267223" y="3095312"/>
          <a:ext cx="2117725" cy="536575"/>
        </p:xfrm>
        <a:graphic>
          <a:graphicData uri="http://schemas.openxmlformats.org/presentationml/2006/ole">
            <mc:AlternateContent xmlns:mc="http://schemas.openxmlformats.org/markup-compatibility/2006">
              <mc:Choice xmlns:v="urn:schemas-microsoft-com:vml" Requires="v">
                <p:oleObj spid="_x0000_s23654" name="Equation" r:id="rId11" imgW="1244520" imgH="317160" progId="Equation.DSMT4">
                  <p:embed/>
                </p:oleObj>
              </mc:Choice>
              <mc:Fallback>
                <p:oleObj name="Equation" r:id="rId11" imgW="1244520" imgH="317160" progId="Equation.DSMT4">
                  <p:embed/>
                  <p:pic>
                    <p:nvPicPr>
                      <p:cNvPr id="12298" name="对象 1"/>
                      <p:cNvPicPr>
                        <a:picLocks noChangeAspect="1" noChangeArrowheads="1"/>
                      </p:cNvPicPr>
                      <p:nvPr/>
                    </p:nvPicPr>
                    <p:blipFill>
                      <a:blip r:embed="rId12"/>
                      <a:srcRect/>
                      <a:stretch>
                        <a:fillRect/>
                      </a:stretch>
                    </p:blipFill>
                    <p:spPr bwMode="auto">
                      <a:xfrm>
                        <a:off x="2267223" y="3095312"/>
                        <a:ext cx="21177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1"/>
          <p:cNvGraphicFramePr>
            <a:graphicFrameLocks noChangeAspect="1"/>
          </p:cNvGraphicFramePr>
          <p:nvPr>
            <p:extLst>
              <p:ext uri="{D42A27DB-BD31-4B8C-83A1-F6EECF244321}">
                <p14:modId xmlns:p14="http://schemas.microsoft.com/office/powerpoint/2010/main" val="774713870"/>
              </p:ext>
            </p:extLst>
          </p:nvPr>
        </p:nvGraphicFramePr>
        <p:xfrm>
          <a:off x="2079666" y="3918672"/>
          <a:ext cx="3200400" cy="536575"/>
        </p:xfrm>
        <a:graphic>
          <a:graphicData uri="http://schemas.openxmlformats.org/presentationml/2006/ole">
            <mc:AlternateContent xmlns:mc="http://schemas.openxmlformats.org/markup-compatibility/2006">
              <mc:Choice xmlns:v="urn:schemas-microsoft-com:vml" Requires="v">
                <p:oleObj spid="_x0000_s23655" name="Equation" r:id="rId13" imgW="1879560" imgH="317160" progId="Equation.DSMT4">
                  <p:embed/>
                </p:oleObj>
              </mc:Choice>
              <mc:Fallback>
                <p:oleObj name="Equation" r:id="rId13" imgW="1879560" imgH="317160" progId="Equation.DSMT4">
                  <p:embed/>
                  <p:pic>
                    <p:nvPicPr>
                      <p:cNvPr id="12299" name="对象 1"/>
                      <p:cNvPicPr>
                        <a:picLocks noChangeAspect="1" noChangeArrowheads="1"/>
                      </p:cNvPicPr>
                      <p:nvPr/>
                    </p:nvPicPr>
                    <p:blipFill>
                      <a:blip r:embed="rId14"/>
                      <a:srcRect/>
                      <a:stretch>
                        <a:fillRect/>
                      </a:stretch>
                    </p:blipFill>
                    <p:spPr bwMode="auto">
                      <a:xfrm>
                        <a:off x="2079666" y="3918672"/>
                        <a:ext cx="32004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
          <p:cNvGraphicFramePr>
            <a:graphicFrameLocks noChangeAspect="1"/>
          </p:cNvGraphicFramePr>
          <p:nvPr>
            <p:extLst>
              <p:ext uri="{D42A27DB-BD31-4B8C-83A1-F6EECF244321}">
                <p14:modId xmlns:p14="http://schemas.microsoft.com/office/powerpoint/2010/main" val="186687918"/>
              </p:ext>
            </p:extLst>
          </p:nvPr>
        </p:nvGraphicFramePr>
        <p:xfrm>
          <a:off x="2298921" y="3650870"/>
          <a:ext cx="2832100" cy="277813"/>
        </p:xfrm>
        <a:graphic>
          <a:graphicData uri="http://schemas.openxmlformats.org/presentationml/2006/ole">
            <mc:AlternateContent xmlns:mc="http://schemas.openxmlformats.org/markup-compatibility/2006">
              <mc:Choice xmlns:v="urn:schemas-microsoft-com:vml" Requires="v">
                <p:oleObj spid="_x0000_s23656" name="Equation" r:id="rId15" imgW="1663560" imgH="164880" progId="Equation.DSMT4">
                  <p:embed/>
                </p:oleObj>
              </mc:Choice>
              <mc:Fallback>
                <p:oleObj name="Equation" r:id="rId15" imgW="1663560" imgH="164880" progId="Equation.DSMT4">
                  <p:embed/>
                  <p:pic>
                    <p:nvPicPr>
                      <p:cNvPr id="12300" name="对象 1"/>
                      <p:cNvPicPr>
                        <a:picLocks noChangeAspect="1" noChangeArrowheads="1"/>
                      </p:cNvPicPr>
                      <p:nvPr/>
                    </p:nvPicPr>
                    <p:blipFill>
                      <a:blip r:embed="rId16"/>
                      <a:srcRect/>
                      <a:stretch>
                        <a:fillRect/>
                      </a:stretch>
                    </p:blipFill>
                    <p:spPr bwMode="auto">
                      <a:xfrm>
                        <a:off x="2298921" y="3650870"/>
                        <a:ext cx="28321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文本框 3"/>
          <p:cNvSpPr txBox="1">
            <a:spLocks noChangeArrowheads="1"/>
          </p:cNvSpPr>
          <p:nvPr/>
        </p:nvSpPr>
        <p:spPr bwMode="auto">
          <a:xfrm>
            <a:off x="184150" y="1268760"/>
            <a:ext cx="2311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洛伦兹力密度公式</a:t>
            </a:r>
          </a:p>
        </p:txBody>
      </p:sp>
      <p:sp>
        <p:nvSpPr>
          <p:cNvPr id="17" name="文本框 21"/>
          <p:cNvSpPr txBox="1">
            <a:spLocks noChangeArrowheads="1"/>
          </p:cNvSpPr>
          <p:nvPr/>
        </p:nvSpPr>
        <p:spPr bwMode="auto">
          <a:xfrm>
            <a:off x="177800" y="1638425"/>
            <a:ext cx="18145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功率密度公式</a:t>
            </a:r>
          </a:p>
        </p:txBody>
      </p:sp>
      <p:sp>
        <p:nvSpPr>
          <p:cNvPr id="18" name="文本框 22"/>
          <p:cNvSpPr txBox="1">
            <a:spLocks noChangeArrowheads="1"/>
          </p:cNvSpPr>
          <p:nvPr/>
        </p:nvSpPr>
        <p:spPr bwMode="auto">
          <a:xfrm>
            <a:off x="177800" y="2031973"/>
            <a:ext cx="1876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电流密度定义</a:t>
            </a:r>
          </a:p>
        </p:txBody>
      </p:sp>
      <p:sp>
        <p:nvSpPr>
          <p:cNvPr id="19" name="文本框 23"/>
          <p:cNvSpPr txBox="1">
            <a:spLocks noChangeArrowheads="1"/>
          </p:cNvSpPr>
          <p:nvPr/>
        </p:nvSpPr>
        <p:spPr bwMode="auto">
          <a:xfrm>
            <a:off x="192088" y="2420888"/>
            <a:ext cx="23035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电磁力做功密度</a:t>
            </a:r>
          </a:p>
        </p:txBody>
      </p:sp>
      <p:sp>
        <p:nvSpPr>
          <p:cNvPr id="20" name="文本框 24"/>
          <p:cNvSpPr txBox="1">
            <a:spLocks noChangeArrowheads="1"/>
          </p:cNvSpPr>
          <p:nvPr/>
        </p:nvSpPr>
        <p:spPr bwMode="auto">
          <a:xfrm>
            <a:off x="195263" y="2780928"/>
            <a:ext cx="1797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磁场旋度方程</a:t>
            </a:r>
          </a:p>
        </p:txBody>
      </p:sp>
      <p:sp>
        <p:nvSpPr>
          <p:cNvPr id="21" name="文本框 25"/>
          <p:cNvSpPr txBox="1">
            <a:spLocks noChangeArrowheads="1"/>
          </p:cNvSpPr>
          <p:nvPr/>
        </p:nvSpPr>
        <p:spPr bwMode="auto">
          <a:xfrm>
            <a:off x="192088" y="3152403"/>
            <a:ext cx="20874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电磁力做功密度</a:t>
            </a:r>
          </a:p>
        </p:txBody>
      </p:sp>
      <p:sp>
        <p:nvSpPr>
          <p:cNvPr id="23" name="文本框 26"/>
          <p:cNvSpPr txBox="1">
            <a:spLocks noChangeArrowheads="1"/>
          </p:cNvSpPr>
          <p:nvPr/>
        </p:nvSpPr>
        <p:spPr bwMode="auto">
          <a:xfrm>
            <a:off x="192088" y="3568700"/>
            <a:ext cx="2015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矢量叉乘的散度</a:t>
            </a:r>
          </a:p>
        </p:txBody>
      </p:sp>
      <p:sp>
        <p:nvSpPr>
          <p:cNvPr id="24" name="文本框 28"/>
          <p:cNvSpPr txBox="1">
            <a:spLocks noChangeArrowheads="1"/>
          </p:cNvSpPr>
          <p:nvPr/>
        </p:nvSpPr>
        <p:spPr bwMode="auto">
          <a:xfrm>
            <a:off x="177800" y="3950271"/>
            <a:ext cx="231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黑体" panose="02010609060101010101" pitchFamily="49" charset="-122"/>
                <a:ea typeface="黑体" panose="02010609060101010101" pitchFamily="49" charset="-122"/>
              </a:rPr>
              <a:t>电磁力做功密度</a:t>
            </a:r>
          </a:p>
        </p:txBody>
      </p:sp>
      <p:sp>
        <p:nvSpPr>
          <p:cNvPr id="26" name="文本框 30"/>
          <p:cNvSpPr txBox="1">
            <a:spLocks noChangeArrowheads="1"/>
          </p:cNvSpPr>
          <p:nvPr/>
        </p:nvSpPr>
        <p:spPr bwMode="auto">
          <a:xfrm>
            <a:off x="160337" y="4369022"/>
            <a:ext cx="2106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黑体" panose="02010609060101010101" pitchFamily="49" charset="-122"/>
                <a:ea typeface="黑体" panose="02010609060101010101" pitchFamily="49" charset="-122"/>
              </a:rPr>
              <a:t>电场旋度方程</a:t>
            </a:r>
          </a:p>
        </p:txBody>
      </p:sp>
      <p:sp>
        <p:nvSpPr>
          <p:cNvPr id="27" name="文本框 31"/>
          <p:cNvSpPr txBox="1">
            <a:spLocks noChangeArrowheads="1"/>
          </p:cNvSpPr>
          <p:nvPr/>
        </p:nvSpPr>
        <p:spPr bwMode="auto">
          <a:xfrm>
            <a:off x="5325161" y="2591253"/>
            <a:ext cx="15967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坡印亭定理</a:t>
            </a:r>
          </a:p>
        </p:txBody>
      </p:sp>
      <p:sp>
        <p:nvSpPr>
          <p:cNvPr id="29" name="矩形 28"/>
          <p:cNvSpPr/>
          <p:nvPr/>
        </p:nvSpPr>
        <p:spPr>
          <a:xfrm>
            <a:off x="5312456" y="2042183"/>
            <a:ext cx="2257734" cy="400110"/>
          </a:xfrm>
          <a:prstGeom prst="rect">
            <a:avLst/>
          </a:prstGeom>
        </p:spPr>
        <p:txBody>
          <a:bodyPr wrap="square">
            <a:spAutoFit/>
          </a:bodyPr>
          <a:lstStyle/>
          <a:p>
            <a:pPr>
              <a:defRPr/>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能量守恒定律</a:t>
            </a:r>
            <a:endParaRPr lang="zh-CN" altLang="en-US" sz="2000" dirty="0">
              <a:latin typeface="黑体" panose="02010609060101010101" pitchFamily="49" charset="-122"/>
              <a:ea typeface="黑体" panose="02010609060101010101" pitchFamily="49" charset="-122"/>
            </a:endParaRPr>
          </a:p>
        </p:txBody>
      </p:sp>
      <p:sp>
        <p:nvSpPr>
          <p:cNvPr id="30" name="矩形 29"/>
          <p:cNvSpPr/>
          <p:nvPr/>
        </p:nvSpPr>
        <p:spPr>
          <a:xfrm>
            <a:off x="5338750" y="3033683"/>
            <a:ext cx="2058602" cy="400110"/>
          </a:xfrm>
          <a:prstGeom prst="rect">
            <a:avLst/>
          </a:prstGeom>
        </p:spPr>
        <p:txBody>
          <a:bodyPr wrap="square">
            <a:spAutoFit/>
          </a:bodyPr>
          <a:lstStyle/>
          <a:p>
            <a:pPr>
              <a:defRPr/>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电磁力做功密度</a:t>
            </a:r>
            <a:endParaRPr lang="zh-CN" altLang="en-US" sz="2000" dirty="0">
              <a:latin typeface="黑体" panose="02010609060101010101" pitchFamily="49" charset="-122"/>
              <a:ea typeface="黑体" panose="02010609060101010101" pitchFamily="49" charset="-122"/>
            </a:endParaRPr>
          </a:p>
        </p:txBody>
      </p:sp>
      <p:sp>
        <p:nvSpPr>
          <p:cNvPr id="33" name="矩形 32"/>
          <p:cNvSpPr/>
          <p:nvPr/>
        </p:nvSpPr>
        <p:spPr>
          <a:xfrm>
            <a:off x="5312456" y="1266959"/>
            <a:ext cx="6430810" cy="707886"/>
          </a:xfrm>
          <a:prstGeom prst="rect">
            <a:avLst/>
          </a:prstGeom>
        </p:spPr>
        <p:txBody>
          <a:bodyPr wrap="square">
            <a:spAutoFit/>
          </a:bodyPr>
          <a:lstStyle/>
          <a:p>
            <a:pPr>
              <a:defRPr/>
            </a:pPr>
            <a:r>
              <a:rPr lang="zh-CN" altLang="en-US" sz="2000" kern="100" dirty="0">
                <a:latin typeface="黑体" panose="02010609060101010101" pitchFamily="49" charset="-122"/>
                <a:ea typeface="黑体" panose="02010609060101010101" pitchFamily="49" charset="-122"/>
                <a:cs typeface="Times New Roman" panose="02020603050405020304" pitchFamily="18" charset="0"/>
              </a:rPr>
              <a:t>根据坡印亭定理与电磁场能量守恒定律形式相似性，用电磁场能量守恒定律解释坡印亭定理各项的物理意义</a:t>
            </a:r>
            <a:endParaRPr lang="zh-CN" altLang="en-US" sz="2000" dirty="0">
              <a:latin typeface="黑体" panose="02010609060101010101" pitchFamily="49" charset="-122"/>
              <a:ea typeface="黑体" panose="02010609060101010101" pitchFamily="49" charset="-122"/>
            </a:endParaRPr>
          </a:p>
        </p:txBody>
      </p:sp>
      <p:sp>
        <p:nvSpPr>
          <p:cNvPr id="35" name="文本框 46"/>
          <p:cNvSpPr txBox="1">
            <a:spLocks noChangeArrowheads="1"/>
          </p:cNvSpPr>
          <p:nvPr/>
        </p:nvSpPr>
        <p:spPr bwMode="auto">
          <a:xfrm>
            <a:off x="5312456" y="3444934"/>
            <a:ext cx="38294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电磁场功率流密度</a:t>
            </a:r>
            <a:r>
              <a:rPr lang="en-US" altLang="zh-CN" sz="2000" dirty="0">
                <a:solidFill>
                  <a:srgbClr val="FF0000"/>
                </a:solidFill>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坡印亭矢量</a:t>
            </a:r>
            <a:r>
              <a:rPr lang="en-US" altLang="zh-CN" sz="2000" dirty="0">
                <a:solidFill>
                  <a:srgbClr val="FF0000"/>
                </a:solidFill>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p>
        </p:txBody>
      </p:sp>
      <p:sp>
        <p:nvSpPr>
          <p:cNvPr id="36" name="文本框 47"/>
          <p:cNvSpPr txBox="1">
            <a:spLocks noChangeArrowheads="1"/>
          </p:cNvSpPr>
          <p:nvPr/>
        </p:nvSpPr>
        <p:spPr bwMode="auto">
          <a:xfrm>
            <a:off x="5362548" y="3840600"/>
            <a:ext cx="2426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电磁场功率密度</a:t>
            </a:r>
          </a:p>
        </p:txBody>
      </p:sp>
      <p:sp>
        <p:nvSpPr>
          <p:cNvPr id="38" name="文本框 49"/>
          <p:cNvSpPr txBox="1">
            <a:spLocks noChangeArrowheads="1"/>
          </p:cNvSpPr>
          <p:nvPr/>
        </p:nvSpPr>
        <p:spPr bwMode="auto">
          <a:xfrm>
            <a:off x="160338" y="4871416"/>
            <a:ext cx="33433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坡印亭定理（微分形式）</a:t>
            </a:r>
          </a:p>
        </p:txBody>
      </p:sp>
      <p:sp>
        <p:nvSpPr>
          <p:cNvPr id="39" name="文本框 50"/>
          <p:cNvSpPr txBox="1">
            <a:spLocks noChangeArrowheads="1"/>
          </p:cNvSpPr>
          <p:nvPr/>
        </p:nvSpPr>
        <p:spPr bwMode="auto">
          <a:xfrm>
            <a:off x="177800" y="5693865"/>
            <a:ext cx="3325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坡印亭定理（积分形式）</a:t>
            </a:r>
          </a:p>
        </p:txBody>
      </p:sp>
      <p:sp>
        <p:nvSpPr>
          <p:cNvPr id="40" name="文本框 38"/>
          <p:cNvSpPr txBox="1">
            <a:spLocks noChangeArrowheads="1"/>
          </p:cNvSpPr>
          <p:nvPr/>
        </p:nvSpPr>
        <p:spPr bwMode="auto">
          <a:xfrm>
            <a:off x="5629275" y="5434917"/>
            <a:ext cx="5724525" cy="101566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如何得到电磁场能量密度表示式（与电位移矢量和磁场强度时间导数有关，与极化和磁化过程有关，有极化和磁化能量，与媒质特性有关）？</a:t>
            </a:r>
          </a:p>
        </p:txBody>
      </p:sp>
      <p:sp>
        <p:nvSpPr>
          <p:cNvPr id="41" name="文本框 52"/>
          <p:cNvSpPr txBox="1">
            <a:spLocks noChangeArrowheads="1"/>
          </p:cNvSpPr>
          <p:nvPr/>
        </p:nvSpPr>
        <p:spPr bwMode="auto">
          <a:xfrm>
            <a:off x="9188524" y="4545314"/>
            <a:ext cx="8921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600" dirty="0">
                <a:latin typeface="黑体" panose="02010609060101010101" pitchFamily="49" charset="-122"/>
                <a:ea typeface="黑体" panose="02010609060101010101" pitchFamily="49" charset="-122"/>
              </a:rPr>
              <a:t>电场功率密度</a:t>
            </a:r>
          </a:p>
        </p:txBody>
      </p:sp>
      <p:sp>
        <p:nvSpPr>
          <p:cNvPr id="42" name="文本框 53"/>
          <p:cNvSpPr txBox="1">
            <a:spLocks noChangeArrowheads="1"/>
          </p:cNvSpPr>
          <p:nvPr/>
        </p:nvSpPr>
        <p:spPr bwMode="auto">
          <a:xfrm>
            <a:off x="10123559" y="4510389"/>
            <a:ext cx="8689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600" dirty="0">
                <a:latin typeface="黑体" panose="02010609060101010101" pitchFamily="49" charset="-122"/>
                <a:ea typeface="黑体" panose="02010609060101010101" pitchFamily="49" charset="-122"/>
              </a:rPr>
              <a:t>磁场功率密度</a:t>
            </a:r>
          </a:p>
        </p:txBody>
      </p:sp>
      <p:sp>
        <p:nvSpPr>
          <p:cNvPr id="43" name="上箭头 42"/>
          <p:cNvSpPr/>
          <p:nvPr/>
        </p:nvSpPr>
        <p:spPr>
          <a:xfrm>
            <a:off x="9580635" y="4275360"/>
            <a:ext cx="211137" cy="246221"/>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latin typeface="黑体" panose="02010609060101010101" pitchFamily="49" charset="-122"/>
              <a:ea typeface="黑体" panose="02010609060101010101" pitchFamily="49" charset="-122"/>
            </a:endParaRPr>
          </a:p>
        </p:txBody>
      </p:sp>
      <p:sp>
        <p:nvSpPr>
          <p:cNvPr id="44" name="上箭头 43"/>
          <p:cNvSpPr/>
          <p:nvPr/>
        </p:nvSpPr>
        <p:spPr>
          <a:xfrm>
            <a:off x="10306122" y="4275360"/>
            <a:ext cx="211138" cy="246221"/>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a:latin typeface="黑体" panose="02010609060101010101" pitchFamily="49" charset="-122"/>
              <a:ea typeface="黑体" panose="02010609060101010101" pitchFamily="49" charset="-122"/>
            </a:endParaRPr>
          </a:p>
        </p:txBody>
      </p:sp>
      <p:graphicFrame>
        <p:nvGraphicFramePr>
          <p:cNvPr id="45" name="对象 44"/>
          <p:cNvGraphicFramePr>
            <a:graphicFrameLocks noChangeAspect="1"/>
          </p:cNvGraphicFramePr>
          <p:nvPr>
            <p:extLst>
              <p:ext uri="{D42A27DB-BD31-4B8C-83A1-F6EECF244321}">
                <p14:modId xmlns:p14="http://schemas.microsoft.com/office/powerpoint/2010/main" val="836042781"/>
              </p:ext>
            </p:extLst>
          </p:nvPr>
        </p:nvGraphicFramePr>
        <p:xfrm>
          <a:off x="661988" y="6092327"/>
          <a:ext cx="4233862" cy="485775"/>
        </p:xfrm>
        <a:graphic>
          <a:graphicData uri="http://schemas.openxmlformats.org/presentationml/2006/ole">
            <mc:AlternateContent xmlns:mc="http://schemas.openxmlformats.org/markup-compatibility/2006">
              <mc:Choice xmlns:v="urn:schemas-microsoft-com:vml" Requires="v">
                <p:oleObj spid="_x0000_s23657" name="Equation" r:id="rId17" imgW="2933640" imgH="355320" progId="Equation.DSMT4">
                  <p:embed/>
                </p:oleObj>
              </mc:Choice>
              <mc:Fallback>
                <p:oleObj name="Equation" r:id="rId17" imgW="2933640" imgH="355320" progId="Equation.DSMT4">
                  <p:embed/>
                  <p:pic>
                    <p:nvPicPr>
                      <p:cNvPr id="11" name="对象 10"/>
                      <p:cNvPicPr>
                        <a:picLocks noChangeAspect="1" noChangeArrowheads="1"/>
                      </p:cNvPicPr>
                      <p:nvPr/>
                    </p:nvPicPr>
                    <p:blipFill>
                      <a:blip r:embed="rId18"/>
                      <a:srcRect/>
                      <a:stretch>
                        <a:fillRect/>
                      </a:stretch>
                    </p:blipFill>
                    <p:spPr bwMode="auto">
                      <a:xfrm>
                        <a:off x="661988" y="6092327"/>
                        <a:ext cx="4233862"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3108325834"/>
              </p:ext>
            </p:extLst>
          </p:nvPr>
        </p:nvGraphicFramePr>
        <p:xfrm>
          <a:off x="1558718" y="5262785"/>
          <a:ext cx="2940050" cy="473075"/>
        </p:xfrm>
        <a:graphic>
          <a:graphicData uri="http://schemas.openxmlformats.org/presentationml/2006/ole">
            <mc:AlternateContent xmlns:mc="http://schemas.openxmlformats.org/markup-compatibility/2006">
              <mc:Choice xmlns:v="urn:schemas-microsoft-com:vml" Requires="v">
                <p:oleObj spid="_x0000_s23658" name="Equation" r:id="rId19" imgW="2209680" imgH="355320" progId="Equation.DSMT4">
                  <p:embed/>
                </p:oleObj>
              </mc:Choice>
              <mc:Fallback>
                <p:oleObj name="Equation" r:id="rId19" imgW="2209680" imgH="355320" progId="Equation.DSMT4">
                  <p:embed/>
                  <p:pic>
                    <p:nvPicPr>
                      <p:cNvPr id="0" name="Object 18"/>
                      <p:cNvPicPr>
                        <a:picLocks noChangeAspect="1" noChangeArrowheads="1"/>
                      </p:cNvPicPr>
                      <p:nvPr/>
                    </p:nvPicPr>
                    <p:blipFill>
                      <a:blip r:embed="rId20"/>
                      <a:srcRect/>
                      <a:stretch>
                        <a:fillRect/>
                      </a:stretch>
                    </p:blipFill>
                    <p:spPr bwMode="auto">
                      <a:xfrm>
                        <a:off x="1558718" y="5262785"/>
                        <a:ext cx="29400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1056296653"/>
              </p:ext>
            </p:extLst>
          </p:nvPr>
        </p:nvGraphicFramePr>
        <p:xfrm>
          <a:off x="7100174" y="2556745"/>
          <a:ext cx="4638040" cy="534353"/>
        </p:xfrm>
        <a:graphic>
          <a:graphicData uri="http://schemas.openxmlformats.org/presentationml/2006/ole">
            <mc:AlternateContent xmlns:mc="http://schemas.openxmlformats.org/markup-compatibility/2006">
              <mc:Choice xmlns:v="urn:schemas-microsoft-com:vml" Requires="v">
                <p:oleObj spid="_x0000_s23659" name="Equation" r:id="rId21" imgW="2920680" imgH="355320" progId="Equation.DSMT4">
                  <p:embed/>
                </p:oleObj>
              </mc:Choice>
              <mc:Fallback>
                <p:oleObj name="Equation" r:id="rId21" imgW="2920680" imgH="355320" progId="Equation.DSMT4">
                  <p:embed/>
                  <p:pic>
                    <p:nvPicPr>
                      <p:cNvPr id="45" name="对象 44"/>
                      <p:cNvPicPr>
                        <a:picLocks noChangeAspect="1" noChangeArrowheads="1"/>
                      </p:cNvPicPr>
                      <p:nvPr/>
                    </p:nvPicPr>
                    <p:blipFill>
                      <a:blip r:embed="rId22"/>
                      <a:srcRect/>
                      <a:stretch>
                        <a:fillRect/>
                      </a:stretch>
                    </p:blipFill>
                    <p:spPr bwMode="auto">
                      <a:xfrm>
                        <a:off x="7100174" y="2556745"/>
                        <a:ext cx="4638040" cy="534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1995563796"/>
              </p:ext>
            </p:extLst>
          </p:nvPr>
        </p:nvGraphicFramePr>
        <p:xfrm>
          <a:off x="7397352" y="2033790"/>
          <a:ext cx="3064669" cy="534353"/>
        </p:xfrm>
        <a:graphic>
          <a:graphicData uri="http://schemas.openxmlformats.org/presentationml/2006/ole">
            <mc:AlternateContent xmlns:mc="http://schemas.openxmlformats.org/markup-compatibility/2006">
              <mc:Choice xmlns:v="urn:schemas-microsoft-com:vml" Requires="v">
                <p:oleObj spid="_x0000_s23660" name="Equation" r:id="rId23" imgW="1930320" imgH="355320" progId="Equation.DSMT4">
                  <p:embed/>
                </p:oleObj>
              </mc:Choice>
              <mc:Fallback>
                <p:oleObj name="Equation" r:id="rId23" imgW="1930320" imgH="355320" progId="Equation.DSMT4">
                  <p:embed/>
                  <p:pic>
                    <p:nvPicPr>
                      <p:cNvPr id="11" name="对象 10"/>
                      <p:cNvPicPr>
                        <a:picLocks noChangeAspect="1" noChangeArrowheads="1"/>
                      </p:cNvPicPr>
                      <p:nvPr/>
                    </p:nvPicPr>
                    <p:blipFill>
                      <a:blip r:embed="rId24"/>
                      <a:srcRect/>
                      <a:stretch>
                        <a:fillRect/>
                      </a:stretch>
                    </p:blipFill>
                    <p:spPr bwMode="auto">
                      <a:xfrm>
                        <a:off x="7397352" y="2033790"/>
                        <a:ext cx="3064669" cy="534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对象 49"/>
          <p:cNvGraphicFramePr>
            <a:graphicFrameLocks noChangeAspect="1"/>
          </p:cNvGraphicFramePr>
          <p:nvPr>
            <p:extLst>
              <p:ext uri="{D42A27DB-BD31-4B8C-83A1-F6EECF244321}">
                <p14:modId xmlns:p14="http://schemas.microsoft.com/office/powerpoint/2010/main" val="33590187"/>
              </p:ext>
            </p:extLst>
          </p:nvPr>
        </p:nvGraphicFramePr>
        <p:xfrm>
          <a:off x="8697434" y="3121842"/>
          <a:ext cx="464503" cy="242729"/>
        </p:xfrm>
        <a:graphic>
          <a:graphicData uri="http://schemas.openxmlformats.org/presentationml/2006/ole">
            <mc:AlternateContent xmlns:mc="http://schemas.openxmlformats.org/markup-compatibility/2006">
              <mc:Choice xmlns:v="urn:schemas-microsoft-com:vml" Requires="v">
                <p:oleObj spid="_x0000_s23661" name="Equation" r:id="rId25" imgW="317160" imgH="164880" progId="Equation.DSMT4">
                  <p:embed/>
                </p:oleObj>
              </mc:Choice>
              <mc:Fallback>
                <p:oleObj name="Equation" r:id="rId25" imgW="317160" imgH="164880" progId="Equation.DSMT4">
                  <p:embed/>
                  <p:pic>
                    <p:nvPicPr>
                      <p:cNvPr id="46" name="对象 45"/>
                      <p:cNvPicPr>
                        <a:picLocks noChangeAspect="1" noChangeArrowheads="1"/>
                      </p:cNvPicPr>
                      <p:nvPr/>
                    </p:nvPicPr>
                    <p:blipFill>
                      <a:blip r:embed="rId26"/>
                      <a:srcRect/>
                      <a:stretch>
                        <a:fillRect/>
                      </a:stretch>
                    </p:blipFill>
                    <p:spPr bwMode="auto">
                      <a:xfrm>
                        <a:off x="8697434" y="3121842"/>
                        <a:ext cx="464503" cy="242729"/>
                      </a:xfrm>
                      <a:prstGeom prst="rect">
                        <a:avLst/>
                      </a:prstGeom>
                      <a:noFill/>
                    </p:spPr>
                  </p:pic>
                </p:oleObj>
              </mc:Fallback>
            </mc:AlternateContent>
          </a:graphicData>
        </a:graphic>
      </p:graphicFrame>
      <p:graphicFrame>
        <p:nvGraphicFramePr>
          <p:cNvPr id="52" name="对象 51"/>
          <p:cNvGraphicFramePr>
            <a:graphicFrameLocks noChangeAspect="1"/>
          </p:cNvGraphicFramePr>
          <p:nvPr>
            <p:extLst>
              <p:ext uri="{D42A27DB-BD31-4B8C-83A1-F6EECF244321}">
                <p14:modId xmlns:p14="http://schemas.microsoft.com/office/powerpoint/2010/main" val="490189850"/>
              </p:ext>
            </p:extLst>
          </p:nvPr>
        </p:nvGraphicFramePr>
        <p:xfrm>
          <a:off x="9309548" y="3520473"/>
          <a:ext cx="967423" cy="277654"/>
        </p:xfrm>
        <a:graphic>
          <a:graphicData uri="http://schemas.openxmlformats.org/presentationml/2006/ole">
            <mc:AlternateContent xmlns:mc="http://schemas.openxmlformats.org/markup-compatibility/2006">
              <mc:Choice xmlns:v="urn:schemas-microsoft-com:vml" Requires="v">
                <p:oleObj spid="_x0000_s23662" name="Equation" r:id="rId27" imgW="660240" imgH="190440" progId="Equation.DSMT4">
                  <p:embed/>
                </p:oleObj>
              </mc:Choice>
              <mc:Fallback>
                <p:oleObj name="Equation" r:id="rId27" imgW="660240" imgH="190440" progId="Equation.DSMT4">
                  <p:embed/>
                  <p:pic>
                    <p:nvPicPr>
                      <p:cNvPr id="46" name="对象 45"/>
                      <p:cNvPicPr>
                        <a:picLocks noChangeAspect="1" noChangeArrowheads="1"/>
                      </p:cNvPicPr>
                      <p:nvPr/>
                    </p:nvPicPr>
                    <p:blipFill>
                      <a:blip r:embed="rId28"/>
                      <a:srcRect/>
                      <a:stretch>
                        <a:fillRect/>
                      </a:stretch>
                    </p:blipFill>
                    <p:spPr bwMode="auto">
                      <a:xfrm>
                        <a:off x="9309548" y="3520473"/>
                        <a:ext cx="967423" cy="2776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对象 52"/>
          <p:cNvGraphicFramePr>
            <a:graphicFrameLocks noChangeAspect="1"/>
          </p:cNvGraphicFramePr>
          <p:nvPr>
            <p:extLst>
              <p:ext uri="{D42A27DB-BD31-4B8C-83A1-F6EECF244321}">
                <p14:modId xmlns:p14="http://schemas.microsoft.com/office/powerpoint/2010/main" val="2321214933"/>
              </p:ext>
            </p:extLst>
          </p:nvPr>
        </p:nvGraphicFramePr>
        <p:xfrm>
          <a:off x="8983575" y="3801232"/>
          <a:ext cx="1784668" cy="520383"/>
        </p:xfrm>
        <a:graphic>
          <a:graphicData uri="http://schemas.openxmlformats.org/presentationml/2006/ole">
            <mc:AlternateContent xmlns:mc="http://schemas.openxmlformats.org/markup-compatibility/2006">
              <mc:Choice xmlns:v="urn:schemas-microsoft-com:vml" Requires="v">
                <p:oleObj spid="_x0000_s23663" name="Equation" r:id="rId29" imgW="1218960" imgH="355320" progId="Equation.DSMT4">
                  <p:embed/>
                </p:oleObj>
              </mc:Choice>
              <mc:Fallback>
                <p:oleObj name="Equation" r:id="rId29" imgW="1218960" imgH="355320" progId="Equation.DSMT4">
                  <p:embed/>
                  <p:pic>
                    <p:nvPicPr>
                      <p:cNvPr id="46" name="对象 45"/>
                      <p:cNvPicPr>
                        <a:picLocks noChangeAspect="1" noChangeArrowheads="1"/>
                      </p:cNvPicPr>
                      <p:nvPr/>
                    </p:nvPicPr>
                    <p:blipFill>
                      <a:blip r:embed="rId30"/>
                      <a:srcRect/>
                      <a:stretch>
                        <a:fillRect/>
                      </a:stretch>
                    </p:blipFill>
                    <p:spPr bwMode="auto">
                      <a:xfrm>
                        <a:off x="8983575" y="3801232"/>
                        <a:ext cx="1784668" cy="520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对象 53"/>
          <p:cNvGraphicFramePr>
            <a:graphicFrameLocks noChangeAspect="1"/>
          </p:cNvGraphicFramePr>
          <p:nvPr>
            <p:extLst>
              <p:ext uri="{D42A27DB-BD31-4B8C-83A1-F6EECF244321}">
                <p14:modId xmlns:p14="http://schemas.microsoft.com/office/powerpoint/2010/main" val="3388222134"/>
              </p:ext>
            </p:extLst>
          </p:nvPr>
        </p:nvGraphicFramePr>
        <p:xfrm>
          <a:off x="2349704" y="4362348"/>
          <a:ext cx="971963" cy="473304"/>
        </p:xfrm>
        <a:graphic>
          <a:graphicData uri="http://schemas.openxmlformats.org/presentationml/2006/ole">
            <mc:AlternateContent xmlns:mc="http://schemas.openxmlformats.org/markup-compatibility/2006">
              <mc:Choice xmlns:v="urn:schemas-microsoft-com:vml" Requires="v">
                <p:oleObj spid="_x0000_s23664" name="Equation" r:id="rId31" imgW="761669" imgH="355446" progId="Equation.DSMT4">
                  <p:embed/>
                </p:oleObj>
              </mc:Choice>
              <mc:Fallback>
                <p:oleObj name="Equation" r:id="rId31" imgW="761669" imgH="355446" progId="Equation.DSMT4">
                  <p:embed/>
                  <p:pic>
                    <p:nvPicPr>
                      <p:cNvPr id="23" name="对象 2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49704" y="4362348"/>
                        <a:ext cx="971963"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4284872524"/>
              </p:ext>
            </p:extLst>
          </p:nvPr>
        </p:nvGraphicFramePr>
        <p:xfrm>
          <a:off x="2270804" y="2781179"/>
          <a:ext cx="1217066" cy="481756"/>
        </p:xfrm>
        <a:graphic>
          <a:graphicData uri="http://schemas.openxmlformats.org/presentationml/2006/ole">
            <mc:AlternateContent xmlns:mc="http://schemas.openxmlformats.org/markup-compatibility/2006">
              <mc:Choice xmlns:v="urn:schemas-microsoft-com:vml" Requires="v">
                <p:oleObj spid="_x0000_s23665" name="Equation" r:id="rId33" imgW="914003" imgH="355446" progId="Equation.DSMT4">
                  <p:embed/>
                </p:oleObj>
              </mc:Choice>
              <mc:Fallback>
                <p:oleObj name="Equation" r:id="rId33" imgW="914003" imgH="355446" progId="Equation.DSMT4">
                  <p:embed/>
                  <p:pic>
                    <p:nvPicPr>
                      <p:cNvPr id="20" name="对象 1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270804" y="2781179"/>
                        <a:ext cx="1217066" cy="48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794153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电磁场的能量关系</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电磁场能量密度</a:t>
            </a:r>
            <a:endParaRPr lang="zh-CN" altLang="en-US" sz="2800" dirty="0"/>
          </a:p>
        </p:txBody>
      </p:sp>
      <p:sp>
        <p:nvSpPr>
          <p:cNvPr id="7" name="文本框 1"/>
          <p:cNvSpPr txBox="1">
            <a:spLocks noChangeArrowheads="1"/>
          </p:cNvSpPr>
          <p:nvPr/>
        </p:nvSpPr>
        <p:spPr bwMode="auto">
          <a:xfrm>
            <a:off x="215900" y="1196752"/>
            <a:ext cx="1127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、真空</a:t>
            </a:r>
          </a:p>
        </p:txBody>
      </p:sp>
      <p:sp>
        <p:nvSpPr>
          <p:cNvPr id="9" name="文本框 9"/>
          <p:cNvSpPr txBox="1">
            <a:spLocks noChangeArrowheads="1"/>
          </p:cNvSpPr>
          <p:nvPr/>
        </p:nvSpPr>
        <p:spPr bwMode="auto">
          <a:xfrm>
            <a:off x="215900" y="3016920"/>
            <a:ext cx="3384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latin typeface="黑体" panose="02010609060101010101" pitchFamily="49" charset="-122"/>
                <a:ea typeface="黑体" panose="02010609060101010101" pitchFamily="49" charset="-122"/>
              </a:rPr>
              <a:t>线性无耗各向同性媒质</a:t>
            </a:r>
          </a:p>
        </p:txBody>
      </p:sp>
      <p:sp>
        <p:nvSpPr>
          <p:cNvPr id="13" name="文本框 15"/>
          <p:cNvSpPr txBox="1">
            <a:spLocks noChangeArrowheads="1"/>
          </p:cNvSpPr>
          <p:nvPr/>
        </p:nvSpPr>
        <p:spPr bwMode="auto">
          <a:xfrm>
            <a:off x="206375" y="4572107"/>
            <a:ext cx="202619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有耗（色散）线性各向同性媒质，介电常数与时间有关</a:t>
            </a:r>
          </a:p>
        </p:txBody>
      </p:sp>
      <mc:AlternateContent xmlns:mc="http://schemas.openxmlformats.org/markup-compatibility/2006" xmlns:a14="http://schemas.microsoft.com/office/drawing/2010/main">
        <mc:Choice Requires="a14">
          <p:sp>
            <p:nvSpPr>
              <p:cNvPr id="17" name="文本框 2"/>
              <p:cNvSpPr txBox="1">
                <a:spLocks noChangeArrowheads="1"/>
              </p:cNvSpPr>
              <p:nvPr/>
            </p:nvSpPr>
            <p:spPr bwMode="auto">
              <a:xfrm>
                <a:off x="6009810" y="1291049"/>
                <a:ext cx="5929770" cy="4801314"/>
              </a:xfrm>
              <a:prstGeom prst="rect">
                <a:avLst/>
              </a:prstGeom>
              <a:noFill/>
              <a:ln w="2857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just">
                  <a:lnSpc>
                    <a:spcPct val="100000"/>
                  </a:lnSpc>
                  <a:spcBef>
                    <a:spcPct val="0"/>
                  </a:spcBef>
                  <a:buNone/>
                </a:pPr>
                <a:r>
                  <a:rPr lang="en-US" altLang="zh-CN" sz="1800" dirty="0">
                    <a:latin typeface="黑体" panose="02010609060101010101" pitchFamily="49" charset="-122"/>
                    <a:ea typeface="黑体" panose="02010609060101010101" pitchFamily="49" charset="-122"/>
                  </a:rPr>
                  <a:t>  </a:t>
                </a:r>
                <a:r>
                  <a:rPr lang="zh-CN" altLang="zh-CN" sz="1800" dirty="0">
                    <a:latin typeface="黑体" panose="02010609060101010101" pitchFamily="49" charset="-122"/>
                    <a:ea typeface="黑体" panose="02010609060101010101" pitchFamily="49" charset="-122"/>
                  </a:rPr>
                  <a:t>电磁场能量守恒定律不依赖于媒质的本构关系，但媒质的本构关系却影响电磁场能量密度的表示式。这是因为媒质的本构关系实际上是极化或者磁化过程的反映，而极化和磁化过程就是电磁场与媒质中载荷子相互作用过程，媒质中电磁场的能量密度表示式就与媒质的本构方程有关</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0" indent="0" algn="just">
                  <a:lnSpc>
                    <a:spcPct val="100000"/>
                  </a:lnSpc>
                  <a:spcBef>
                    <a:spcPct val="0"/>
                  </a:spcBef>
                  <a:buNone/>
                </a:pPr>
                <a:r>
                  <a:rPr lang="en-US" altLang="zh-CN" sz="1800" dirty="0">
                    <a:latin typeface="黑体" panose="02010609060101010101" pitchFamily="49" charset="-122"/>
                    <a:ea typeface="黑体" panose="02010609060101010101" pitchFamily="49" charset="-122"/>
                  </a:rPr>
                  <a:t>  </a:t>
                </a:r>
                <a:r>
                  <a:rPr lang="zh-CN" altLang="zh-CN" sz="1800" dirty="0">
                    <a:latin typeface="黑体" panose="02010609060101010101" pitchFamily="49" charset="-122"/>
                    <a:ea typeface="黑体" panose="02010609060101010101" pitchFamily="49" charset="-122"/>
                  </a:rPr>
                  <a:t>真空中，电场做功，电磁能量转换为载荷子的动能，</a:t>
                </a:r>
                <a:r>
                  <a:rPr lang="zh-CN" altLang="en-US" sz="1800" dirty="0">
                    <a:latin typeface="黑体" panose="02010609060101010101" pitchFamily="49" charset="-122"/>
                    <a:ea typeface="黑体" panose="02010609060101010101" pitchFamily="49" charset="-122"/>
                  </a:rPr>
                  <a:t>例如在</a:t>
                </a:r>
                <a:r>
                  <a:rPr lang="zh-CN" altLang="zh-CN" sz="1800" dirty="0">
                    <a:latin typeface="黑体" panose="02010609060101010101" pitchFamily="49" charset="-122"/>
                    <a:ea typeface="黑体" panose="02010609060101010101" pitchFamily="49" charset="-122"/>
                  </a:rPr>
                  <a:t>电子和质子加速器。真空管里的情况与加速器相反</a:t>
                </a:r>
                <a:r>
                  <a:rPr lang="zh-CN" altLang="en-US"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载荷子做功，能量转换为电磁能，也就是起放大作用。</a:t>
                </a:r>
                <a:endParaRPr lang="en-US" altLang="zh-CN" sz="1800" dirty="0">
                  <a:latin typeface="黑体" panose="02010609060101010101" pitchFamily="49" charset="-122"/>
                  <a:ea typeface="黑体" panose="02010609060101010101" pitchFamily="49" charset="-122"/>
                </a:endParaRPr>
              </a:p>
              <a:p>
                <a:pPr marL="0" indent="0" algn="just">
                  <a:lnSpc>
                    <a:spcPct val="100000"/>
                  </a:lnSpc>
                  <a:spcBef>
                    <a:spcPct val="0"/>
                  </a:spcBef>
                  <a:buNone/>
                </a:pPr>
                <a:r>
                  <a:rPr lang="en-US" altLang="zh-CN" sz="1800" dirty="0">
                    <a:latin typeface="黑体" panose="02010609060101010101" pitchFamily="49" charset="-122"/>
                    <a:ea typeface="黑体" panose="02010609060101010101" pitchFamily="49" charset="-122"/>
                  </a:rPr>
                  <a:t>  </a:t>
                </a:r>
                <a:r>
                  <a:rPr lang="zh-CN" altLang="zh-CN" sz="1800" dirty="0">
                    <a:latin typeface="黑体" panose="02010609060101010101" pitchFamily="49" charset="-122"/>
                    <a:ea typeface="黑体" panose="02010609060101010101" pitchFamily="49" charset="-122"/>
                  </a:rPr>
                  <a:t>导体中，电磁能转化为焦耳热，这时欧姆定律成立，热功率密度为</a:t>
                </a:r>
                <a14:m>
                  <m:oMath xmlns:m="http://schemas.openxmlformats.org/officeDocument/2006/math">
                    <m:sSup>
                      <m:sSupPr>
                        <m:ctrlPr>
                          <a:rPr lang="en-US" altLang="zh-CN" sz="1800" i="1" smtClean="0">
                            <a:latin typeface="Cambria Math" panose="02040503050406030204" pitchFamily="18" charset="0"/>
                            <a:ea typeface="黑体" panose="02010609060101010101" pitchFamily="49" charset="-122"/>
                          </a:rPr>
                        </m:ctrlPr>
                      </m:sSupPr>
                      <m:e>
                        <m:r>
                          <a:rPr lang="zh-CN" altLang="en-US" sz="1800" i="1" smtClean="0">
                            <a:latin typeface="Cambria Math" panose="02040503050406030204" pitchFamily="18" charset="0"/>
                            <a:ea typeface="黑体" panose="02010609060101010101" pitchFamily="49" charset="-122"/>
                          </a:rPr>
                          <m:t>𝜎</m:t>
                        </m:r>
                        <m:r>
                          <a:rPr lang="en-US" altLang="zh-CN" sz="1800" b="0" i="1" smtClean="0">
                            <a:latin typeface="Cambria Math" panose="02040503050406030204" pitchFamily="18" charset="0"/>
                            <a:ea typeface="黑体" panose="02010609060101010101" pitchFamily="49" charset="-122"/>
                          </a:rPr>
                          <m:t>𝐸</m:t>
                        </m:r>
                      </m:e>
                      <m:sup>
                        <m:r>
                          <a:rPr lang="en-US" altLang="zh-CN" sz="1800" b="0" i="1" smtClean="0">
                            <a:latin typeface="Cambria Math" panose="02040503050406030204" pitchFamily="18" charset="0"/>
                            <a:ea typeface="黑体" panose="02010609060101010101" pitchFamily="49" charset="-122"/>
                          </a:rPr>
                          <m:t>2</m:t>
                        </m:r>
                      </m:sup>
                    </m:sSup>
                  </m:oMath>
                </a14:m>
                <a:r>
                  <a:rPr lang="zh-CN" altLang="en-US"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电炉就是这种情况。导体中电磁力做功，载荷子动能增加，载荷子碰撞，动能转化为热能。</a:t>
                </a:r>
                <a:endParaRPr lang="en-US" altLang="zh-CN" sz="1800" dirty="0">
                  <a:latin typeface="黑体" panose="02010609060101010101" pitchFamily="49" charset="-122"/>
                  <a:ea typeface="黑体" panose="02010609060101010101" pitchFamily="49" charset="-122"/>
                </a:endParaRPr>
              </a:p>
              <a:p>
                <a:pPr marL="0" indent="0" algn="just">
                  <a:lnSpc>
                    <a:spcPct val="100000"/>
                  </a:lnSpc>
                  <a:spcBef>
                    <a:spcPct val="0"/>
                  </a:spcBef>
                  <a:buNone/>
                </a:pPr>
                <a:r>
                  <a:rPr lang="en-US" altLang="zh-CN" sz="1800" dirty="0">
                    <a:latin typeface="黑体" panose="02010609060101010101" pitchFamily="49" charset="-122"/>
                    <a:ea typeface="黑体" panose="02010609060101010101" pitchFamily="49" charset="-122"/>
                  </a:rPr>
                  <a:t>  </a:t>
                </a:r>
                <a:r>
                  <a:rPr lang="zh-CN" altLang="zh-CN" sz="1800" dirty="0">
                    <a:latin typeface="黑体" panose="02010609060101010101" pitchFamily="49" charset="-122"/>
                    <a:ea typeface="黑体" panose="02010609060101010101" pitchFamily="49" charset="-122"/>
                  </a:rPr>
                  <a:t>介质中，</a:t>
                </a:r>
                <a:r>
                  <a:rPr lang="zh-CN" altLang="en-US" sz="1800" dirty="0">
                    <a:latin typeface="黑体" panose="02010609060101010101" pitchFamily="49" charset="-122"/>
                    <a:ea typeface="黑体" panose="02010609060101010101" pitchFamily="49" charset="-122"/>
                  </a:rPr>
                  <a:t>电场力对束缚电子做功，</a:t>
                </a:r>
                <a:r>
                  <a:rPr lang="zh-CN" altLang="zh-CN" sz="1800" dirty="0">
                    <a:latin typeface="黑体" panose="02010609060101010101" pitchFamily="49" charset="-122"/>
                    <a:ea typeface="黑体" panose="02010609060101010101" pitchFamily="49" charset="-122"/>
                  </a:rPr>
                  <a:t>一部分转化为电偶极子的极化能，另一部分转化为极化过程中的热损耗能量，微波炉就是这种情况。</a:t>
                </a:r>
                <a:endParaRPr lang="en-US" altLang="zh-CN" sz="1800" dirty="0">
                  <a:latin typeface="黑体" panose="02010609060101010101" pitchFamily="49" charset="-122"/>
                  <a:ea typeface="黑体" panose="02010609060101010101" pitchFamily="49" charset="-122"/>
                </a:endParaRPr>
              </a:p>
              <a:p>
                <a:pPr marL="0" indent="0" algn="just">
                  <a:lnSpc>
                    <a:spcPct val="100000"/>
                  </a:lnSpc>
                  <a:spcBef>
                    <a:spcPct val="0"/>
                  </a:spcBef>
                  <a:buNone/>
                </a:pPr>
                <a:r>
                  <a:rPr lang="en-US" altLang="zh-CN" sz="1800" dirty="0">
                    <a:latin typeface="黑体" panose="02010609060101010101" pitchFamily="49" charset="-122"/>
                    <a:ea typeface="黑体" panose="02010609060101010101" pitchFamily="49" charset="-122"/>
                  </a:rPr>
                  <a:t>  </a:t>
                </a:r>
                <a:r>
                  <a:rPr lang="zh-CN" altLang="zh-CN" sz="1800" dirty="0">
                    <a:latin typeface="黑体" panose="02010609060101010101" pitchFamily="49" charset="-122"/>
                    <a:ea typeface="黑体" panose="02010609060101010101" pitchFamily="49" charset="-122"/>
                  </a:rPr>
                  <a:t>从物理角度，静态电场和磁场两者没有关系，只有电磁波才能有能量在空间的流动，只有对时变电磁场，才能赋予坡印亭矢量以</a:t>
                </a:r>
                <a:r>
                  <a:rPr lang="zh-CN" altLang="en-US" sz="1800" dirty="0">
                    <a:latin typeface="黑体" panose="02010609060101010101" pitchFamily="49" charset="-122"/>
                    <a:ea typeface="黑体" panose="02010609060101010101" pitchFamily="49" charset="-122"/>
                  </a:rPr>
                  <a:t>功率</a:t>
                </a:r>
                <a:r>
                  <a:rPr lang="zh-CN" altLang="zh-CN" sz="1800" dirty="0">
                    <a:latin typeface="黑体" panose="02010609060101010101" pitchFamily="49" charset="-122"/>
                    <a:ea typeface="黑体" panose="02010609060101010101" pitchFamily="49" charset="-122"/>
                  </a:rPr>
                  <a:t>流密度的物理解释。</a:t>
                </a:r>
                <a:endParaRPr lang="zh-CN" altLang="en-US" sz="1800" dirty="0">
                  <a:latin typeface="黑体" panose="02010609060101010101" pitchFamily="49" charset="-122"/>
                  <a:ea typeface="黑体" panose="02010609060101010101" pitchFamily="49" charset="-122"/>
                </a:endParaRPr>
              </a:p>
            </p:txBody>
          </p:sp>
        </mc:Choice>
        <mc:Fallback xmlns="">
          <p:sp>
            <p:nvSpPr>
              <p:cNvPr id="17" name="文本框 2"/>
              <p:cNvSpPr txBox="1">
                <a:spLocks noRot="1" noChangeAspect="1" noMove="1" noResize="1" noEditPoints="1" noAdjustHandles="1" noChangeArrowheads="1" noChangeShapeType="1" noTextEdit="1"/>
              </p:cNvSpPr>
              <p:nvPr/>
            </p:nvSpPr>
            <p:spPr bwMode="auto">
              <a:xfrm>
                <a:off x="6009810" y="1291049"/>
                <a:ext cx="5929770" cy="4801314"/>
              </a:xfrm>
              <a:prstGeom prst="rect">
                <a:avLst/>
              </a:prstGeom>
              <a:blipFill>
                <a:blip r:embed="rId3"/>
                <a:stretch>
                  <a:fillRect l="-716" t="-505" r="-511" b="-758"/>
                </a:stretch>
              </a:blip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graphicFrame>
        <p:nvGraphicFramePr>
          <p:cNvPr id="20" name="对象 19"/>
          <p:cNvGraphicFramePr>
            <a:graphicFrameLocks noChangeAspect="1"/>
          </p:cNvGraphicFramePr>
          <p:nvPr>
            <p:extLst>
              <p:ext uri="{D42A27DB-BD31-4B8C-83A1-F6EECF244321}">
                <p14:modId xmlns:p14="http://schemas.microsoft.com/office/powerpoint/2010/main" val="3744101582"/>
              </p:ext>
            </p:extLst>
          </p:nvPr>
        </p:nvGraphicFramePr>
        <p:xfrm>
          <a:off x="301054" y="1701562"/>
          <a:ext cx="5385942" cy="473304"/>
        </p:xfrm>
        <a:graphic>
          <a:graphicData uri="http://schemas.openxmlformats.org/presentationml/2006/ole">
            <mc:AlternateContent xmlns:mc="http://schemas.openxmlformats.org/markup-compatibility/2006">
              <mc:Choice xmlns:v="urn:schemas-microsoft-com:vml" Requires="v">
                <p:oleObj spid="_x0000_s24674" name="Equation" r:id="rId4" imgW="4025880" imgH="393480" progId="Equation.DSMT4">
                  <p:embed/>
                </p:oleObj>
              </mc:Choice>
              <mc:Fallback>
                <p:oleObj name="Equation" r:id="rId4" imgW="4025880" imgH="393480" progId="Equation.DSMT4">
                  <p:embed/>
                  <p:pic>
                    <p:nvPicPr>
                      <p:cNvPr id="0" name="Object 1"/>
                      <p:cNvPicPr>
                        <a:picLocks noChangeAspect="1" noChangeArrowheads="1"/>
                      </p:cNvPicPr>
                      <p:nvPr/>
                    </p:nvPicPr>
                    <p:blipFill>
                      <a:blip r:embed="rId5"/>
                      <a:srcRect/>
                      <a:stretch>
                        <a:fillRect/>
                      </a:stretch>
                    </p:blipFill>
                    <p:spPr bwMode="auto">
                      <a:xfrm>
                        <a:off x="301054" y="1701562"/>
                        <a:ext cx="5385942"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276548215"/>
              </p:ext>
            </p:extLst>
          </p:nvPr>
        </p:nvGraphicFramePr>
        <p:xfrm>
          <a:off x="1422270" y="1268760"/>
          <a:ext cx="808843" cy="269614"/>
        </p:xfrm>
        <a:graphic>
          <a:graphicData uri="http://schemas.openxmlformats.org/presentationml/2006/ole">
            <mc:AlternateContent xmlns:mc="http://schemas.openxmlformats.org/markup-compatibility/2006">
              <mc:Choice xmlns:v="urn:schemas-microsoft-com:vml" Requires="v">
                <p:oleObj spid="_x0000_s24675" name="Equation" r:id="rId6" imgW="507780" imgH="203112" progId="Equation.DSMT4">
                  <p:embed/>
                </p:oleObj>
              </mc:Choice>
              <mc:Fallback>
                <p:oleObj name="Equation" r:id="rId6" imgW="507780" imgH="203112"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270" y="1268760"/>
                        <a:ext cx="808843"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159185271"/>
              </p:ext>
            </p:extLst>
          </p:nvPr>
        </p:nvGraphicFramePr>
        <p:xfrm>
          <a:off x="2371595" y="1280357"/>
          <a:ext cx="808843" cy="269614"/>
        </p:xfrm>
        <a:graphic>
          <a:graphicData uri="http://schemas.openxmlformats.org/presentationml/2006/ole">
            <mc:AlternateContent xmlns:mc="http://schemas.openxmlformats.org/markup-compatibility/2006">
              <mc:Choice xmlns:v="urn:schemas-microsoft-com:vml" Requires="v">
                <p:oleObj spid="_x0000_s24676" name="Equation" r:id="rId8" imgW="545626" imgH="203024" progId="Equation.DSMT4">
                  <p:embed/>
                </p:oleObj>
              </mc:Choice>
              <mc:Fallback>
                <p:oleObj name="Equation" r:id="rId8" imgW="545626" imgH="203024"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1595" y="1280357"/>
                        <a:ext cx="808843" cy="269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84079383"/>
              </p:ext>
            </p:extLst>
          </p:nvPr>
        </p:nvGraphicFramePr>
        <p:xfrm>
          <a:off x="1055370" y="2336595"/>
          <a:ext cx="1738547" cy="520634"/>
        </p:xfrm>
        <a:graphic>
          <a:graphicData uri="http://schemas.openxmlformats.org/presentationml/2006/ole">
            <mc:AlternateContent xmlns:mc="http://schemas.openxmlformats.org/markup-compatibility/2006">
              <mc:Choice xmlns:v="urn:schemas-microsoft-com:vml" Requires="v">
                <p:oleObj spid="_x0000_s24677" name="Equation" r:id="rId10" imgW="1155700" imgH="393700" progId="Equation.DSMT4">
                  <p:embed/>
                </p:oleObj>
              </mc:Choice>
              <mc:Fallback>
                <p:oleObj name="Equation" r:id="rId10" imgW="1155700" imgH="393700"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5370" y="2336595"/>
                        <a:ext cx="1738547"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文本框 1"/>
          <p:cNvSpPr txBox="1">
            <a:spLocks noChangeArrowheads="1"/>
          </p:cNvSpPr>
          <p:nvPr/>
        </p:nvSpPr>
        <p:spPr bwMode="auto">
          <a:xfrm>
            <a:off x="223838" y="2266032"/>
            <a:ext cx="952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电场能量密度</a:t>
            </a:r>
          </a:p>
        </p:txBody>
      </p:sp>
      <p:sp>
        <p:nvSpPr>
          <p:cNvPr id="29" name="文本框 1"/>
          <p:cNvSpPr txBox="1">
            <a:spLocks noChangeArrowheads="1"/>
          </p:cNvSpPr>
          <p:nvPr/>
        </p:nvSpPr>
        <p:spPr bwMode="auto">
          <a:xfrm>
            <a:off x="2935246" y="2304708"/>
            <a:ext cx="952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磁场能量密度</a:t>
            </a:r>
          </a:p>
        </p:txBody>
      </p:sp>
      <p:graphicFrame>
        <p:nvGraphicFramePr>
          <p:cNvPr id="31" name="对象 30"/>
          <p:cNvGraphicFramePr>
            <a:graphicFrameLocks noChangeAspect="1"/>
          </p:cNvGraphicFramePr>
          <p:nvPr>
            <p:extLst>
              <p:ext uri="{D42A27DB-BD31-4B8C-83A1-F6EECF244321}">
                <p14:modId xmlns:p14="http://schemas.microsoft.com/office/powerpoint/2010/main" val="604110140"/>
              </p:ext>
            </p:extLst>
          </p:nvPr>
        </p:nvGraphicFramePr>
        <p:xfrm>
          <a:off x="3849536" y="2344966"/>
          <a:ext cx="1335392" cy="616986"/>
        </p:xfrm>
        <a:graphic>
          <a:graphicData uri="http://schemas.openxmlformats.org/presentationml/2006/ole">
            <mc:AlternateContent xmlns:mc="http://schemas.openxmlformats.org/markup-compatibility/2006">
              <mc:Choice xmlns:v="urn:schemas-microsoft-com:vml" Requires="v">
                <p:oleObj spid="_x0000_s24678" name="Equation" r:id="rId12" imgW="990170" imgH="431613" progId="Equation.DSMT4">
                  <p:embed/>
                </p:oleObj>
              </mc:Choice>
              <mc:Fallback>
                <p:oleObj name="Equation" r:id="rId12" imgW="990170" imgH="431613" progId="Equation.DSMT4">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9536" y="2344966"/>
                        <a:ext cx="1335392" cy="6169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文本框 9"/>
          <p:cNvSpPr txBox="1">
            <a:spLocks noChangeArrowheads="1"/>
          </p:cNvSpPr>
          <p:nvPr/>
        </p:nvSpPr>
        <p:spPr bwMode="auto">
          <a:xfrm>
            <a:off x="215900" y="3015649"/>
            <a:ext cx="2482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latin typeface="黑体" panose="02010609060101010101" pitchFamily="49" charset="-122"/>
                <a:ea typeface="黑体" panose="02010609060101010101" pitchFamily="49" charset="-122"/>
              </a:rPr>
              <a:t>线性无耗各向同性媒质</a:t>
            </a:r>
          </a:p>
        </p:txBody>
      </p:sp>
      <p:graphicFrame>
        <p:nvGraphicFramePr>
          <p:cNvPr id="33" name="对象 32"/>
          <p:cNvGraphicFramePr>
            <a:graphicFrameLocks noChangeAspect="1"/>
          </p:cNvGraphicFramePr>
          <p:nvPr>
            <p:extLst>
              <p:ext uri="{D42A27DB-BD31-4B8C-83A1-F6EECF244321}">
                <p14:modId xmlns:p14="http://schemas.microsoft.com/office/powerpoint/2010/main" val="2006203450"/>
              </p:ext>
            </p:extLst>
          </p:nvPr>
        </p:nvGraphicFramePr>
        <p:xfrm>
          <a:off x="2855913" y="3128045"/>
          <a:ext cx="681037" cy="198438"/>
        </p:xfrm>
        <a:graphic>
          <a:graphicData uri="http://schemas.openxmlformats.org/presentationml/2006/ole">
            <mc:AlternateContent xmlns:mc="http://schemas.openxmlformats.org/markup-compatibility/2006">
              <mc:Choice xmlns:v="urn:schemas-microsoft-com:vml" Requires="v">
                <p:oleObj spid="_x0000_s24679" name="Equation" r:id="rId14" imgW="469800" imgH="164880" progId="Equation.DSMT4">
                  <p:embed/>
                </p:oleObj>
              </mc:Choice>
              <mc:Fallback>
                <p:oleObj name="Equation" r:id="rId14" imgW="469800" imgH="164880" progId="Equation.DSMT4">
                  <p:embed/>
                  <p:pic>
                    <p:nvPicPr>
                      <p:cNvPr id="23" name="对象 22"/>
                      <p:cNvPicPr>
                        <a:picLocks noChangeAspect="1" noChangeArrowheads="1"/>
                      </p:cNvPicPr>
                      <p:nvPr/>
                    </p:nvPicPr>
                    <p:blipFill>
                      <a:blip r:embed="rId15"/>
                      <a:srcRect/>
                      <a:stretch>
                        <a:fillRect/>
                      </a:stretch>
                    </p:blipFill>
                    <p:spPr bwMode="auto">
                      <a:xfrm>
                        <a:off x="2855913" y="3128045"/>
                        <a:ext cx="681037"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3371134561"/>
              </p:ext>
            </p:extLst>
          </p:nvPr>
        </p:nvGraphicFramePr>
        <p:xfrm>
          <a:off x="3811588" y="3124870"/>
          <a:ext cx="666750" cy="230188"/>
        </p:xfrm>
        <a:graphic>
          <a:graphicData uri="http://schemas.openxmlformats.org/presentationml/2006/ole">
            <mc:AlternateContent xmlns:mc="http://schemas.openxmlformats.org/markup-compatibility/2006">
              <mc:Choice xmlns:v="urn:schemas-microsoft-com:vml" Requires="v">
                <p:oleObj spid="_x0000_s24680" name="Equation" r:id="rId16" imgW="495000" imgH="190440" progId="Equation.DSMT4">
                  <p:embed/>
                </p:oleObj>
              </mc:Choice>
              <mc:Fallback>
                <p:oleObj name="Equation" r:id="rId16" imgW="495000" imgH="190440" progId="Equation.DSMT4">
                  <p:embed/>
                  <p:pic>
                    <p:nvPicPr>
                      <p:cNvPr id="25" name="对象 24"/>
                      <p:cNvPicPr>
                        <a:picLocks noChangeAspect="1" noChangeArrowheads="1"/>
                      </p:cNvPicPr>
                      <p:nvPr/>
                    </p:nvPicPr>
                    <p:blipFill>
                      <a:blip r:embed="rId17"/>
                      <a:srcRect/>
                      <a:stretch>
                        <a:fillRect/>
                      </a:stretch>
                    </p:blipFill>
                    <p:spPr bwMode="auto">
                      <a:xfrm>
                        <a:off x="3811588" y="3124870"/>
                        <a:ext cx="666750" cy="23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1791298223"/>
              </p:ext>
            </p:extLst>
          </p:nvPr>
        </p:nvGraphicFramePr>
        <p:xfrm>
          <a:off x="1200150" y="3435226"/>
          <a:ext cx="2792412" cy="430213"/>
        </p:xfrm>
        <a:graphic>
          <a:graphicData uri="http://schemas.openxmlformats.org/presentationml/2006/ole">
            <mc:AlternateContent xmlns:mc="http://schemas.openxmlformats.org/markup-compatibility/2006">
              <mc:Choice xmlns:v="urn:schemas-microsoft-com:vml" Requires="v">
                <p:oleObj spid="_x0000_s24681" name="Equation" r:id="rId18" imgW="2336760" imgH="355320" progId="Equation.DSMT4">
                  <p:embed/>
                </p:oleObj>
              </mc:Choice>
              <mc:Fallback>
                <p:oleObj name="Equation" r:id="rId18" imgW="2336760" imgH="355320" progId="Equation.DSMT4">
                  <p:embed/>
                  <p:pic>
                    <p:nvPicPr>
                      <p:cNvPr id="0" name="Object 23"/>
                      <p:cNvPicPr>
                        <a:picLocks noChangeAspect="1" noChangeArrowheads="1"/>
                      </p:cNvPicPr>
                      <p:nvPr/>
                    </p:nvPicPr>
                    <p:blipFill>
                      <a:blip r:embed="rId19"/>
                      <a:srcRect/>
                      <a:stretch>
                        <a:fillRect/>
                      </a:stretch>
                    </p:blipFill>
                    <p:spPr bwMode="auto">
                      <a:xfrm>
                        <a:off x="1200150" y="3435226"/>
                        <a:ext cx="2792412"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1423749979"/>
              </p:ext>
            </p:extLst>
          </p:nvPr>
        </p:nvGraphicFramePr>
        <p:xfrm>
          <a:off x="1114425" y="3907508"/>
          <a:ext cx="1584325" cy="520700"/>
        </p:xfrm>
        <a:graphic>
          <a:graphicData uri="http://schemas.openxmlformats.org/presentationml/2006/ole">
            <mc:AlternateContent xmlns:mc="http://schemas.openxmlformats.org/markup-compatibility/2006">
              <mc:Choice xmlns:v="urn:schemas-microsoft-com:vml" Requires="v">
                <p:oleObj spid="_x0000_s24682" name="Equation" r:id="rId20" imgW="1054080" imgH="393480" progId="Equation.DSMT4">
                  <p:embed/>
                </p:oleObj>
              </mc:Choice>
              <mc:Fallback>
                <p:oleObj name="Equation" r:id="rId20" imgW="1054080" imgH="393480" progId="Equation.DSMT4">
                  <p:embed/>
                  <p:pic>
                    <p:nvPicPr>
                      <p:cNvPr id="27" name="对象 26"/>
                      <p:cNvPicPr>
                        <a:picLocks noChangeAspect="1" noChangeArrowheads="1"/>
                      </p:cNvPicPr>
                      <p:nvPr/>
                    </p:nvPicPr>
                    <p:blipFill>
                      <a:blip r:embed="rId21"/>
                      <a:srcRect/>
                      <a:stretch>
                        <a:fillRect/>
                      </a:stretch>
                    </p:blipFill>
                    <p:spPr bwMode="auto">
                      <a:xfrm>
                        <a:off x="1114425" y="3907508"/>
                        <a:ext cx="1584325"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文本框 1"/>
          <p:cNvSpPr txBox="1">
            <a:spLocks noChangeArrowheads="1"/>
          </p:cNvSpPr>
          <p:nvPr/>
        </p:nvSpPr>
        <p:spPr bwMode="auto">
          <a:xfrm>
            <a:off x="206375" y="3836349"/>
            <a:ext cx="952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电场能量密度</a:t>
            </a:r>
          </a:p>
        </p:txBody>
      </p:sp>
      <p:sp>
        <p:nvSpPr>
          <p:cNvPr id="39" name="文本框 1"/>
          <p:cNvSpPr txBox="1">
            <a:spLocks noChangeArrowheads="1"/>
          </p:cNvSpPr>
          <p:nvPr/>
        </p:nvSpPr>
        <p:spPr bwMode="auto">
          <a:xfrm>
            <a:off x="2917783" y="3875025"/>
            <a:ext cx="952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磁场能量密度</a:t>
            </a:r>
          </a:p>
        </p:txBody>
      </p:sp>
      <p:graphicFrame>
        <p:nvGraphicFramePr>
          <p:cNvPr id="40" name="对象 39"/>
          <p:cNvGraphicFramePr>
            <a:graphicFrameLocks noChangeAspect="1"/>
          </p:cNvGraphicFramePr>
          <p:nvPr>
            <p:extLst>
              <p:ext uri="{D42A27DB-BD31-4B8C-83A1-F6EECF244321}">
                <p14:modId xmlns:p14="http://schemas.microsoft.com/office/powerpoint/2010/main" val="2530837814"/>
              </p:ext>
            </p:extLst>
          </p:nvPr>
        </p:nvGraphicFramePr>
        <p:xfrm>
          <a:off x="3773488" y="3942433"/>
          <a:ext cx="1454150" cy="563562"/>
        </p:xfrm>
        <a:graphic>
          <a:graphicData uri="http://schemas.openxmlformats.org/presentationml/2006/ole">
            <mc:AlternateContent xmlns:mc="http://schemas.openxmlformats.org/markup-compatibility/2006">
              <mc:Choice xmlns:v="urn:schemas-microsoft-com:vml" Requires="v">
                <p:oleObj spid="_x0000_s24683" name="Equation" r:id="rId22" imgW="1079280" imgH="393480" progId="Equation.DSMT4">
                  <p:embed/>
                </p:oleObj>
              </mc:Choice>
              <mc:Fallback>
                <p:oleObj name="Equation" r:id="rId22" imgW="1079280" imgH="393480" progId="Equation.DSMT4">
                  <p:embed/>
                  <p:pic>
                    <p:nvPicPr>
                      <p:cNvPr id="31" name="对象 30"/>
                      <p:cNvPicPr>
                        <a:picLocks noChangeAspect="1" noChangeArrowheads="1"/>
                      </p:cNvPicPr>
                      <p:nvPr/>
                    </p:nvPicPr>
                    <p:blipFill>
                      <a:blip r:embed="rId23"/>
                      <a:srcRect/>
                      <a:stretch>
                        <a:fillRect/>
                      </a:stretch>
                    </p:blipFill>
                    <p:spPr bwMode="auto">
                      <a:xfrm>
                        <a:off x="3773488" y="3942433"/>
                        <a:ext cx="1454150"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824648247"/>
              </p:ext>
            </p:extLst>
          </p:nvPr>
        </p:nvGraphicFramePr>
        <p:xfrm>
          <a:off x="2282825" y="4691154"/>
          <a:ext cx="1490663" cy="228600"/>
        </p:xfrm>
        <a:graphic>
          <a:graphicData uri="http://schemas.openxmlformats.org/presentationml/2006/ole">
            <mc:AlternateContent xmlns:mc="http://schemas.openxmlformats.org/markup-compatibility/2006">
              <mc:Choice xmlns:v="urn:schemas-microsoft-com:vml" Requires="v">
                <p:oleObj spid="_x0000_s24684" name="Equation" r:id="rId24" imgW="1028520" imgH="190440" progId="Equation.DSMT4">
                  <p:embed/>
                </p:oleObj>
              </mc:Choice>
              <mc:Fallback>
                <p:oleObj name="Equation" r:id="rId24" imgW="1028520" imgH="190440" progId="Equation.DSMT4">
                  <p:embed/>
                  <p:pic>
                    <p:nvPicPr>
                      <p:cNvPr id="33" name="对象 32"/>
                      <p:cNvPicPr>
                        <a:picLocks noChangeAspect="1" noChangeArrowheads="1"/>
                      </p:cNvPicPr>
                      <p:nvPr/>
                    </p:nvPicPr>
                    <p:blipFill>
                      <a:blip r:embed="rId25"/>
                      <a:srcRect/>
                      <a:stretch>
                        <a:fillRect/>
                      </a:stretch>
                    </p:blipFill>
                    <p:spPr bwMode="auto">
                      <a:xfrm>
                        <a:off x="2282825" y="4691154"/>
                        <a:ext cx="1490663" cy="228600"/>
                      </a:xfrm>
                      <a:prstGeom prst="rect">
                        <a:avLst/>
                      </a:prstGeom>
                      <a:noFill/>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3163315337"/>
              </p:ext>
            </p:extLst>
          </p:nvPr>
        </p:nvGraphicFramePr>
        <p:xfrm>
          <a:off x="3817688" y="4699249"/>
          <a:ext cx="1419225" cy="230188"/>
        </p:xfrm>
        <a:graphic>
          <a:graphicData uri="http://schemas.openxmlformats.org/presentationml/2006/ole">
            <mc:AlternateContent xmlns:mc="http://schemas.openxmlformats.org/markup-compatibility/2006">
              <mc:Choice xmlns:v="urn:schemas-microsoft-com:vml" Requires="v">
                <p:oleObj spid="_x0000_s24685" name="Equation" r:id="rId26" imgW="1054080" imgH="190440" progId="Equation.DSMT4">
                  <p:embed/>
                </p:oleObj>
              </mc:Choice>
              <mc:Fallback>
                <p:oleObj name="Equation" r:id="rId26" imgW="1054080" imgH="190440" progId="Equation.DSMT4">
                  <p:embed/>
                  <p:pic>
                    <p:nvPicPr>
                      <p:cNvPr id="34" name="对象 33"/>
                      <p:cNvPicPr>
                        <a:picLocks noChangeAspect="1" noChangeArrowheads="1"/>
                      </p:cNvPicPr>
                      <p:nvPr/>
                    </p:nvPicPr>
                    <p:blipFill>
                      <a:blip r:embed="rId27"/>
                      <a:srcRect/>
                      <a:stretch>
                        <a:fillRect/>
                      </a:stretch>
                    </p:blipFill>
                    <p:spPr bwMode="auto">
                      <a:xfrm>
                        <a:off x="3817688" y="4699249"/>
                        <a:ext cx="1419225" cy="23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1855042355"/>
              </p:ext>
            </p:extLst>
          </p:nvPr>
        </p:nvGraphicFramePr>
        <p:xfrm>
          <a:off x="2414486" y="5022723"/>
          <a:ext cx="2428875" cy="430212"/>
        </p:xfrm>
        <a:graphic>
          <a:graphicData uri="http://schemas.openxmlformats.org/presentationml/2006/ole">
            <mc:AlternateContent xmlns:mc="http://schemas.openxmlformats.org/markup-compatibility/2006">
              <mc:Choice xmlns:v="urn:schemas-microsoft-com:vml" Requires="v">
                <p:oleObj spid="_x0000_s24686" name="Equation" r:id="rId28" imgW="2031840" imgH="355320" progId="Equation.DSMT4">
                  <p:embed/>
                </p:oleObj>
              </mc:Choice>
              <mc:Fallback>
                <p:oleObj name="Equation" r:id="rId28" imgW="2031840" imgH="355320" progId="Equation.DSMT4">
                  <p:embed/>
                  <p:pic>
                    <p:nvPicPr>
                      <p:cNvPr id="36" name="对象 35"/>
                      <p:cNvPicPr>
                        <a:picLocks noChangeAspect="1" noChangeArrowheads="1"/>
                      </p:cNvPicPr>
                      <p:nvPr/>
                    </p:nvPicPr>
                    <p:blipFill>
                      <a:blip r:embed="rId29"/>
                      <a:srcRect/>
                      <a:stretch>
                        <a:fillRect/>
                      </a:stretch>
                    </p:blipFill>
                    <p:spPr bwMode="auto">
                      <a:xfrm>
                        <a:off x="2414486" y="5022723"/>
                        <a:ext cx="2428875"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文本框 15"/>
          <p:cNvSpPr txBox="1">
            <a:spLocks noChangeArrowheads="1"/>
          </p:cNvSpPr>
          <p:nvPr/>
        </p:nvSpPr>
        <p:spPr bwMode="auto">
          <a:xfrm>
            <a:off x="1925604" y="5653938"/>
            <a:ext cx="8339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只有</a:t>
            </a:r>
          </a:p>
        </p:txBody>
      </p:sp>
      <p:graphicFrame>
        <p:nvGraphicFramePr>
          <p:cNvPr id="48" name="对象 47"/>
          <p:cNvGraphicFramePr>
            <a:graphicFrameLocks noChangeAspect="1"/>
          </p:cNvGraphicFramePr>
          <p:nvPr>
            <p:extLst>
              <p:ext uri="{D42A27DB-BD31-4B8C-83A1-F6EECF244321}">
                <p14:modId xmlns:p14="http://schemas.microsoft.com/office/powerpoint/2010/main" val="1221696677"/>
              </p:ext>
            </p:extLst>
          </p:nvPr>
        </p:nvGraphicFramePr>
        <p:xfrm>
          <a:off x="2654081" y="5653938"/>
          <a:ext cx="652462" cy="430212"/>
        </p:xfrm>
        <a:graphic>
          <a:graphicData uri="http://schemas.openxmlformats.org/presentationml/2006/ole">
            <mc:AlternateContent xmlns:mc="http://schemas.openxmlformats.org/markup-compatibility/2006">
              <mc:Choice xmlns:v="urn:schemas-microsoft-com:vml" Requires="v">
                <p:oleObj spid="_x0000_s24687" name="Equation" r:id="rId30" imgW="545760" imgH="355320" progId="Equation.DSMT4">
                  <p:embed/>
                </p:oleObj>
              </mc:Choice>
              <mc:Fallback>
                <p:oleObj name="Equation" r:id="rId30" imgW="545760" imgH="355320" progId="Equation.DSMT4">
                  <p:embed/>
                  <p:pic>
                    <p:nvPicPr>
                      <p:cNvPr id="45" name="对象 44"/>
                      <p:cNvPicPr>
                        <a:picLocks noChangeAspect="1" noChangeArrowheads="1"/>
                      </p:cNvPicPr>
                      <p:nvPr/>
                    </p:nvPicPr>
                    <p:blipFill>
                      <a:blip r:embed="rId31"/>
                      <a:srcRect/>
                      <a:stretch>
                        <a:fillRect/>
                      </a:stretch>
                    </p:blipFill>
                    <p:spPr bwMode="auto">
                      <a:xfrm>
                        <a:off x="2654081" y="5653938"/>
                        <a:ext cx="652462"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文本框 15"/>
          <p:cNvSpPr txBox="1">
            <a:spLocks noChangeArrowheads="1"/>
          </p:cNvSpPr>
          <p:nvPr/>
        </p:nvSpPr>
        <p:spPr bwMode="auto">
          <a:xfrm>
            <a:off x="3438486" y="5677748"/>
            <a:ext cx="8339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dirty="0">
                <a:latin typeface="黑体" panose="02010609060101010101" pitchFamily="49" charset="-122"/>
                <a:ea typeface="黑体" panose="02010609060101010101" pitchFamily="49" charset="-122"/>
              </a:rPr>
              <a:t>才有</a:t>
            </a:r>
          </a:p>
        </p:txBody>
      </p:sp>
      <p:graphicFrame>
        <p:nvGraphicFramePr>
          <p:cNvPr id="50" name="对象 49"/>
          <p:cNvGraphicFramePr>
            <a:graphicFrameLocks noChangeAspect="1"/>
          </p:cNvGraphicFramePr>
          <p:nvPr>
            <p:extLst>
              <p:ext uri="{D42A27DB-BD31-4B8C-83A1-F6EECF244321}">
                <p14:modId xmlns:p14="http://schemas.microsoft.com/office/powerpoint/2010/main" val="238284636"/>
              </p:ext>
            </p:extLst>
          </p:nvPr>
        </p:nvGraphicFramePr>
        <p:xfrm>
          <a:off x="4113754" y="5653938"/>
          <a:ext cx="1077913" cy="430212"/>
        </p:xfrm>
        <a:graphic>
          <a:graphicData uri="http://schemas.openxmlformats.org/presentationml/2006/ole">
            <mc:AlternateContent xmlns:mc="http://schemas.openxmlformats.org/markup-compatibility/2006">
              <mc:Choice xmlns:v="urn:schemas-microsoft-com:vml" Requires="v">
                <p:oleObj spid="_x0000_s24688" name="Equation" r:id="rId32" imgW="901440" imgH="355320" progId="Equation.DSMT4">
                  <p:embed/>
                </p:oleObj>
              </mc:Choice>
              <mc:Fallback>
                <p:oleObj name="Equation" r:id="rId32" imgW="901440" imgH="355320" progId="Equation.DSMT4">
                  <p:embed/>
                  <p:pic>
                    <p:nvPicPr>
                      <p:cNvPr id="48" name="对象 47"/>
                      <p:cNvPicPr>
                        <a:picLocks noChangeAspect="1" noChangeArrowheads="1"/>
                      </p:cNvPicPr>
                      <p:nvPr/>
                    </p:nvPicPr>
                    <p:blipFill>
                      <a:blip r:embed="rId33"/>
                      <a:srcRect/>
                      <a:stretch>
                        <a:fillRect/>
                      </a:stretch>
                    </p:blipFill>
                    <p:spPr bwMode="auto">
                      <a:xfrm>
                        <a:off x="4113754" y="5653938"/>
                        <a:ext cx="1077913"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对象 51"/>
          <p:cNvGraphicFramePr>
            <a:graphicFrameLocks noChangeAspect="1"/>
          </p:cNvGraphicFramePr>
          <p:nvPr>
            <p:extLst>
              <p:ext uri="{D42A27DB-BD31-4B8C-83A1-F6EECF244321}">
                <p14:modId xmlns:p14="http://schemas.microsoft.com/office/powerpoint/2010/main" val="1436919678"/>
              </p:ext>
            </p:extLst>
          </p:nvPr>
        </p:nvGraphicFramePr>
        <p:xfrm>
          <a:off x="421481" y="5627591"/>
          <a:ext cx="1077913" cy="430212"/>
        </p:xfrm>
        <a:graphic>
          <a:graphicData uri="http://schemas.openxmlformats.org/presentationml/2006/ole">
            <mc:AlternateContent xmlns:mc="http://schemas.openxmlformats.org/markup-compatibility/2006">
              <mc:Choice xmlns:v="urn:schemas-microsoft-com:vml" Requires="v">
                <p:oleObj spid="_x0000_s24689" name="Equation" r:id="rId34" imgW="901440" imgH="355320" progId="Equation.DSMT4">
                  <p:embed/>
                </p:oleObj>
              </mc:Choice>
              <mc:Fallback>
                <p:oleObj name="Equation" r:id="rId34" imgW="901440" imgH="355320" progId="Equation.DSMT4">
                  <p:embed/>
                  <p:pic>
                    <p:nvPicPr>
                      <p:cNvPr id="50" name="对象 49"/>
                      <p:cNvPicPr>
                        <a:picLocks noChangeAspect="1" noChangeArrowheads="1"/>
                      </p:cNvPicPr>
                      <p:nvPr/>
                    </p:nvPicPr>
                    <p:blipFill>
                      <a:blip r:embed="rId35"/>
                      <a:srcRect/>
                      <a:stretch>
                        <a:fillRect/>
                      </a:stretch>
                    </p:blipFill>
                    <p:spPr bwMode="auto">
                      <a:xfrm>
                        <a:off x="421481" y="5627591"/>
                        <a:ext cx="1077913"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2924511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061" y="8026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电磁场的能量关系</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endParaRPr lang="zh-CN" altLang="en-US" sz="2800" dirty="0"/>
          </a:p>
        </p:txBody>
      </p:sp>
      <p:sp>
        <p:nvSpPr>
          <p:cNvPr id="6" name="Rectangle 2"/>
          <p:cNvSpPr>
            <a:spLocks noChangeArrowheads="1"/>
          </p:cNvSpPr>
          <p:nvPr/>
        </p:nvSpPr>
        <p:spPr bwMode="auto">
          <a:xfrm>
            <a:off x="1524000" y="1274367"/>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4"/>
          <p:cNvSpPr txBox="1">
            <a:spLocks noChangeArrowheads="1"/>
          </p:cNvSpPr>
          <p:nvPr/>
        </p:nvSpPr>
        <p:spPr bwMode="auto">
          <a:xfrm>
            <a:off x="410051" y="1048069"/>
            <a:ext cx="38877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1.6.1】</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计算同轴线中传输的功率</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180777611"/>
              </p:ext>
            </p:extLst>
          </p:nvPr>
        </p:nvGraphicFramePr>
        <p:xfrm>
          <a:off x="582061" y="1849119"/>
          <a:ext cx="2445121" cy="557822"/>
        </p:xfrm>
        <a:graphic>
          <a:graphicData uri="http://schemas.openxmlformats.org/presentationml/2006/ole">
            <mc:AlternateContent xmlns:mc="http://schemas.openxmlformats.org/markup-compatibility/2006">
              <mc:Choice xmlns:v="urn:schemas-microsoft-com:vml" Requires="v">
                <p:oleObj spid="_x0000_s25632" name="Equation" r:id="rId3" imgW="1663700" imgH="381000" progId="Equation.DSMT4">
                  <p:embed/>
                </p:oleObj>
              </mc:Choice>
              <mc:Fallback>
                <p:oleObj name="Equation" r:id="rId3" imgW="1663700" imgH="3810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061" y="1849119"/>
                        <a:ext cx="2445121" cy="557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文本框 4"/>
          <p:cNvSpPr txBox="1">
            <a:spLocks noChangeArrowheads="1"/>
          </p:cNvSpPr>
          <p:nvPr/>
        </p:nvSpPr>
        <p:spPr bwMode="auto">
          <a:xfrm>
            <a:off x="410051" y="1443644"/>
            <a:ext cx="5757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解</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由前面</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1.5.1】</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可知同轴线内电场和磁场是</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3704233142"/>
              </p:ext>
            </p:extLst>
          </p:nvPr>
        </p:nvGraphicFramePr>
        <p:xfrm>
          <a:off x="3273879" y="1857405"/>
          <a:ext cx="2565982" cy="557822"/>
        </p:xfrm>
        <a:graphic>
          <a:graphicData uri="http://schemas.openxmlformats.org/presentationml/2006/ole">
            <mc:AlternateContent xmlns:mc="http://schemas.openxmlformats.org/markup-compatibility/2006">
              <mc:Choice xmlns:v="urn:schemas-microsoft-com:vml" Requires="v">
                <p:oleObj spid="_x0000_s25633" name="Equation" r:id="rId5" imgW="1752600" imgH="381000" progId="Equation.DSMT4">
                  <p:embed/>
                </p:oleObj>
              </mc:Choice>
              <mc:Fallback>
                <p:oleObj name="Equation" r:id="rId5" imgW="1752600" imgH="381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3879" y="1857405"/>
                        <a:ext cx="2565982" cy="557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文本框 4"/>
          <p:cNvSpPr txBox="1">
            <a:spLocks noChangeArrowheads="1"/>
          </p:cNvSpPr>
          <p:nvPr/>
        </p:nvSpPr>
        <p:spPr bwMode="auto">
          <a:xfrm>
            <a:off x="516909" y="2498874"/>
            <a:ext cx="5513940"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内外导体间的功率流密度可以用坡印亭矢量表示</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3" name="对象 32"/>
          <p:cNvGraphicFramePr>
            <a:graphicFrameLocks noChangeAspect="1"/>
          </p:cNvGraphicFramePr>
          <p:nvPr>
            <p:extLst>
              <p:ext uri="{D42A27DB-BD31-4B8C-83A1-F6EECF244321}">
                <p14:modId xmlns:p14="http://schemas.microsoft.com/office/powerpoint/2010/main" val="246710341"/>
              </p:ext>
            </p:extLst>
          </p:nvPr>
        </p:nvGraphicFramePr>
        <p:xfrm>
          <a:off x="1339579" y="2763443"/>
          <a:ext cx="3898900" cy="1263650"/>
        </p:xfrm>
        <a:graphic>
          <a:graphicData uri="http://schemas.openxmlformats.org/presentationml/2006/ole">
            <mc:AlternateContent xmlns:mc="http://schemas.openxmlformats.org/markup-compatibility/2006">
              <mc:Choice xmlns:v="urn:schemas-microsoft-com:vml" Requires="v">
                <p:oleObj spid="_x0000_s25634" name="Equation" r:id="rId7" imgW="2666880" imgH="863280" progId="Equation.DSMT4">
                  <p:embed/>
                </p:oleObj>
              </mc:Choice>
              <mc:Fallback>
                <p:oleObj name="Equation" r:id="rId7" imgW="2666880" imgH="863280" progId="Equation.DSMT4">
                  <p:embed/>
                  <p:pic>
                    <p:nvPicPr>
                      <p:cNvPr id="0" name="Object 5"/>
                      <p:cNvPicPr>
                        <a:picLocks noChangeAspect="1" noChangeArrowheads="1"/>
                      </p:cNvPicPr>
                      <p:nvPr/>
                    </p:nvPicPr>
                    <p:blipFill>
                      <a:blip r:embed="rId8"/>
                      <a:srcRect/>
                      <a:stretch>
                        <a:fillRect/>
                      </a:stretch>
                    </p:blipFill>
                    <p:spPr bwMode="auto">
                      <a:xfrm>
                        <a:off x="1339579" y="2763443"/>
                        <a:ext cx="3898900"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文本框 4"/>
          <p:cNvSpPr txBox="1">
            <a:spLocks noChangeArrowheads="1"/>
          </p:cNvSpPr>
          <p:nvPr/>
        </p:nvSpPr>
        <p:spPr bwMode="auto">
          <a:xfrm>
            <a:off x="562350" y="4123120"/>
            <a:ext cx="4461813"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积分可得</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内外导体间</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传输</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的功率</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6" name="对象 35"/>
          <p:cNvGraphicFramePr>
            <a:graphicFrameLocks noChangeAspect="1"/>
          </p:cNvGraphicFramePr>
          <p:nvPr>
            <p:extLst>
              <p:ext uri="{D42A27DB-BD31-4B8C-83A1-F6EECF244321}">
                <p14:modId xmlns:p14="http://schemas.microsoft.com/office/powerpoint/2010/main" val="1551696563"/>
              </p:ext>
            </p:extLst>
          </p:nvPr>
        </p:nvGraphicFramePr>
        <p:xfrm>
          <a:off x="516909" y="4612875"/>
          <a:ext cx="5448062" cy="1264397"/>
        </p:xfrm>
        <a:graphic>
          <a:graphicData uri="http://schemas.openxmlformats.org/presentationml/2006/ole">
            <mc:AlternateContent xmlns:mc="http://schemas.openxmlformats.org/markup-compatibility/2006">
              <mc:Choice xmlns:v="urn:schemas-microsoft-com:vml" Requires="v">
                <p:oleObj spid="_x0000_s25635" name="Equation" r:id="rId9" imgW="3721100" imgH="863600" progId="Equation.DSMT4">
                  <p:embed/>
                </p:oleObj>
              </mc:Choice>
              <mc:Fallback>
                <p:oleObj name="Equation" r:id="rId9" imgW="3721100" imgH="863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909" y="4612875"/>
                        <a:ext cx="5448062" cy="12643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文本框 4"/>
          <p:cNvSpPr txBox="1">
            <a:spLocks noChangeArrowheads="1"/>
          </p:cNvSpPr>
          <p:nvPr/>
        </p:nvSpPr>
        <p:spPr bwMode="auto">
          <a:xfrm>
            <a:off x="6384032" y="1124744"/>
            <a:ext cx="44618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内外导体间</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传输</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的</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平均</a:t>
            </a:r>
            <a:r>
              <a:rPr lang="zh-CN" altLang="zh-CN" sz="1800" dirty="0">
                <a:latin typeface="Times New Roman" panose="02020603050405020304" pitchFamily="18" charset="0"/>
                <a:ea typeface="黑体" panose="02010609060101010101" pitchFamily="49" charset="-122"/>
                <a:cs typeface="Times New Roman" panose="02020603050405020304" pitchFamily="18" charset="0"/>
              </a:rPr>
              <a:t>功率</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9" name="对象 38"/>
          <p:cNvGraphicFramePr>
            <a:graphicFrameLocks noChangeAspect="1"/>
          </p:cNvGraphicFramePr>
          <p:nvPr>
            <p:extLst>
              <p:ext uri="{D42A27DB-BD31-4B8C-83A1-F6EECF244321}">
                <p14:modId xmlns:p14="http://schemas.microsoft.com/office/powerpoint/2010/main" val="962518164"/>
              </p:ext>
            </p:extLst>
          </p:nvPr>
        </p:nvGraphicFramePr>
        <p:xfrm>
          <a:off x="6384032" y="1408961"/>
          <a:ext cx="5280716" cy="1896595"/>
        </p:xfrm>
        <a:graphic>
          <a:graphicData uri="http://schemas.openxmlformats.org/presentationml/2006/ole">
            <mc:AlternateContent xmlns:mc="http://schemas.openxmlformats.org/markup-compatibility/2006">
              <mc:Choice xmlns:v="urn:schemas-microsoft-com:vml" Requires="v">
                <p:oleObj spid="_x0000_s25636" name="Equation" r:id="rId11" imgW="3606800" imgH="1295400" progId="Equation.DSMT4">
                  <p:embed/>
                </p:oleObj>
              </mc:Choice>
              <mc:Fallback>
                <p:oleObj name="Equation" r:id="rId11" imgW="3606800" imgH="12954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84032" y="1408961"/>
                        <a:ext cx="5280716" cy="1896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文本框 4"/>
          <p:cNvSpPr txBox="1">
            <a:spLocks noChangeArrowheads="1"/>
          </p:cNvSpPr>
          <p:nvPr/>
        </p:nvSpPr>
        <p:spPr bwMode="auto">
          <a:xfrm>
            <a:off x="6415568" y="3501008"/>
            <a:ext cx="5054276" cy="2554545"/>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尽管电场和磁场的方向都在变化，但电场功率流的方向始终指向一个方向。</a:t>
            </a:r>
            <a:endParaRPr lang="en-US" altLang="zh-CN" sz="2000" dirty="0">
              <a:latin typeface="黑体" panose="02010609060101010101" pitchFamily="49" charset="-122"/>
              <a:ea typeface="黑体" panose="02010609060101010101" pitchFamily="49" charset="-122"/>
            </a:endParaRPr>
          </a:p>
          <a:p>
            <a:pPr marL="285750" indent="-285750" eaLnBrk="1" hangingPunct="1">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使用</a:t>
            </a:r>
            <a:r>
              <a:rPr lang="zh-CN" altLang="zh-CN" sz="2000" dirty="0">
                <a:latin typeface="黑体" panose="02010609060101010101" pitchFamily="49" charset="-122"/>
                <a:ea typeface="黑体" panose="02010609060101010101" pitchFamily="49" charset="-122"/>
              </a:rPr>
              <a:t>电场磁场坡印亭矢量计算的传输功率，与使用电压电流表示式计算的功率是一样的</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285750" indent="-285750" eaLnBrk="1" hangingPunct="1">
              <a:lnSpc>
                <a:spcPct val="100000"/>
              </a:lnSpc>
              <a:spcBef>
                <a:spcPct val="0"/>
              </a:spcBef>
              <a:buFont typeface="Wingdings" panose="05000000000000000000" pitchFamily="2" charset="2"/>
              <a:buChar char="n"/>
            </a:pPr>
            <a:r>
              <a:rPr lang="zh-CN" altLang="zh-CN" sz="2000" dirty="0">
                <a:latin typeface="黑体" panose="02010609060101010101" pitchFamily="49" charset="-122"/>
                <a:ea typeface="黑体" panose="02010609060101010101" pitchFamily="49" charset="-122"/>
              </a:rPr>
              <a:t>同轴线纵向的不同位置的横截面，所传输功率的平均值是一样的，而且也可以使用电压和电流的有效值计算</a:t>
            </a:r>
            <a:r>
              <a:rPr lang="zh-CN" altLang="en-US" sz="2000" dirty="0">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346995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061" y="80263"/>
            <a:ext cx="10515600" cy="648071"/>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位函数和波动方程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位函数</a:t>
            </a:r>
            <a:endParaRPr lang="zh-CN" altLang="en-US" sz="2800" dirty="0"/>
          </a:p>
        </p:txBody>
      </p:sp>
      <p:sp>
        <p:nvSpPr>
          <p:cNvPr id="16" name="Rectangle 2"/>
          <p:cNvSpPr>
            <a:spLocks noChangeArrowheads="1"/>
          </p:cNvSpPr>
          <p:nvPr/>
        </p:nvSpPr>
        <p:spPr bwMode="auto">
          <a:xfrm>
            <a:off x="1524000" y="1109633"/>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000">
              <a:latin typeface="黑体" panose="02010609060101010101" pitchFamily="49" charset="-122"/>
              <a:ea typeface="黑体" panose="02010609060101010101" pitchFamily="49" charset="-122"/>
            </a:endParaRPr>
          </a:p>
        </p:txBody>
      </p:sp>
      <p:sp>
        <p:nvSpPr>
          <p:cNvPr id="17" name="文本框 4"/>
          <p:cNvSpPr txBox="1">
            <a:spLocks noChangeArrowheads="1"/>
          </p:cNvSpPr>
          <p:nvPr/>
        </p:nvSpPr>
        <p:spPr bwMode="auto">
          <a:xfrm>
            <a:off x="978100" y="798832"/>
            <a:ext cx="9793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eaLnBrk="1" hangingPunct="1">
              <a:lnSpc>
                <a:spcPct val="100000"/>
              </a:lnSpc>
              <a:spcBef>
                <a:spcPct val="0"/>
              </a:spcBef>
              <a:buNone/>
            </a:pPr>
            <a:r>
              <a:rPr lang="zh-CN" altLang="zh-CN" sz="2000" dirty="0">
                <a:latin typeface="黑体" panose="02010609060101010101" pitchFamily="49" charset="-122"/>
                <a:ea typeface="黑体" panose="02010609060101010101" pitchFamily="49" charset="-122"/>
              </a:rPr>
              <a:t>为什么要引入位函数</a:t>
            </a:r>
            <a:r>
              <a:rPr lang="zh-CN" altLang="en-US" sz="2000" dirty="0">
                <a:latin typeface="黑体" panose="02010609060101010101" pitchFamily="49" charset="-122"/>
                <a:ea typeface="黑体" panose="02010609060101010101" pitchFamily="49" charset="-122"/>
              </a:rPr>
              <a:t>：</a:t>
            </a:r>
            <a:r>
              <a:rPr lang="zh-CN" altLang="zh-CN" sz="2000" dirty="0">
                <a:solidFill>
                  <a:srgbClr val="FF0000"/>
                </a:solidFill>
                <a:latin typeface="黑体" panose="02010609060101010101" pitchFamily="49" charset="-122"/>
                <a:ea typeface="黑体" panose="02010609060101010101" pitchFamily="49" charset="-122"/>
              </a:rPr>
              <a:t>简化问题</a:t>
            </a:r>
            <a:r>
              <a:rPr lang="zh-CN" altLang="zh-CN" sz="2000" dirty="0">
                <a:latin typeface="黑体" panose="02010609060101010101" pitchFamily="49" charset="-122"/>
                <a:ea typeface="黑体" panose="02010609060101010101" pitchFamily="49" charset="-122"/>
              </a:rPr>
              <a:t>，电磁场量</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两个矢量</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、位函数</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一个矢量一个标量</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p:txBody>
      </p:sp>
      <p:sp>
        <p:nvSpPr>
          <p:cNvPr id="18" name="文本框 9"/>
          <p:cNvSpPr txBox="1">
            <a:spLocks noChangeArrowheads="1"/>
          </p:cNvSpPr>
          <p:nvPr/>
        </p:nvSpPr>
        <p:spPr bwMode="auto">
          <a:xfrm>
            <a:off x="442913" y="1772816"/>
            <a:ext cx="453707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zh-CN" sz="2000" dirty="0">
                <a:latin typeface="黑体" panose="02010609060101010101" pitchFamily="49" charset="-122"/>
                <a:ea typeface="黑体" panose="02010609060101010101" pitchFamily="49" charset="-122"/>
              </a:rPr>
              <a:t>矢量磁位的定义</a:t>
            </a:r>
            <a:r>
              <a:rPr lang="zh-CN" altLang="en-US"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直接满足磁场散度方程</a:t>
            </a:r>
            <a:r>
              <a:rPr lang="zh-CN" altLang="en-US" sz="2000" dirty="0">
                <a:latin typeface="黑体" panose="02010609060101010101" pitchFamily="49" charset="-122"/>
                <a:ea typeface="黑体" panose="02010609060101010101" pitchFamily="49" charset="-122"/>
              </a:rPr>
              <a:t>（任意矢量旋度的散度恒等于零）</a:t>
            </a:r>
          </a:p>
        </p:txBody>
      </p:sp>
      <p:sp>
        <p:nvSpPr>
          <p:cNvPr id="19" name="文本框 10"/>
          <p:cNvSpPr txBox="1">
            <a:spLocks noChangeArrowheads="1"/>
          </p:cNvSpPr>
          <p:nvPr/>
        </p:nvSpPr>
        <p:spPr bwMode="auto">
          <a:xfrm>
            <a:off x="479424" y="2734770"/>
            <a:ext cx="470115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zh-CN" sz="2000" dirty="0">
                <a:latin typeface="黑体" panose="02010609060101010101" pitchFamily="49" charset="-122"/>
                <a:ea typeface="黑体" panose="02010609060101010101" pitchFamily="49" charset="-122"/>
              </a:rPr>
              <a:t>标量电位的定义</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不同于静电场</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：由于电场的旋度不等于零，不能直接定义。但</a:t>
            </a:r>
            <a:endParaRPr lang="zh-CN" altLang="en-US" sz="2000" dirty="0">
              <a:latin typeface="黑体" panose="02010609060101010101" pitchFamily="49" charset="-122"/>
              <a:ea typeface="黑体" panose="02010609060101010101" pitchFamily="49" charset="-122"/>
            </a:endParaRPr>
          </a:p>
        </p:txBody>
      </p:sp>
      <p:sp>
        <p:nvSpPr>
          <p:cNvPr id="25" name="文本框 12"/>
          <p:cNvSpPr txBox="1">
            <a:spLocks noChangeArrowheads="1"/>
          </p:cNvSpPr>
          <p:nvPr/>
        </p:nvSpPr>
        <p:spPr bwMode="auto">
          <a:xfrm>
            <a:off x="503739" y="4214535"/>
            <a:ext cx="4686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因为任意标量梯度的旋度恒等于零，令</a:t>
            </a:r>
          </a:p>
        </p:txBody>
      </p:sp>
      <p:sp>
        <p:nvSpPr>
          <p:cNvPr id="26" name="文本框 21"/>
          <p:cNvSpPr txBox="1">
            <a:spLocks noChangeArrowheads="1"/>
          </p:cNvSpPr>
          <p:nvPr/>
        </p:nvSpPr>
        <p:spPr bwMode="auto">
          <a:xfrm>
            <a:off x="442913" y="5074098"/>
            <a:ext cx="46863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None/>
            </a:pPr>
            <a:r>
              <a:rPr lang="zh-CN" altLang="en-US" sz="2000" dirty="0">
                <a:latin typeface="黑体" panose="02010609060101010101" pitchFamily="49" charset="-122"/>
                <a:ea typeface="黑体" panose="02010609060101010101" pitchFamily="49" charset="-122"/>
              </a:rPr>
              <a:t>自然满足前式。用位函数表示电场，电场等于标量电位的负梯度减去矢量磁位的时间导数</a:t>
            </a:r>
          </a:p>
        </p:txBody>
      </p:sp>
      <p:sp>
        <p:nvSpPr>
          <p:cNvPr id="41" name="文本框 29"/>
          <p:cNvSpPr txBox="1">
            <a:spLocks noChangeArrowheads="1"/>
          </p:cNvSpPr>
          <p:nvPr/>
        </p:nvSpPr>
        <p:spPr bwMode="auto">
          <a:xfrm>
            <a:off x="5544012" y="3333200"/>
            <a:ext cx="249620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洛伦兹规范</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确定矢量需要的旋度散度</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sp>
        <p:nvSpPr>
          <p:cNvPr id="42" name="文本框 30"/>
          <p:cNvSpPr txBox="1">
            <a:spLocks noChangeArrowheads="1"/>
          </p:cNvSpPr>
          <p:nvPr/>
        </p:nvSpPr>
        <p:spPr bwMode="auto">
          <a:xfrm>
            <a:off x="5544878" y="4497674"/>
            <a:ext cx="23159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标量电位波动方程</a:t>
            </a:r>
          </a:p>
        </p:txBody>
      </p:sp>
      <p:sp>
        <p:nvSpPr>
          <p:cNvPr id="44" name="文本框 29"/>
          <p:cNvSpPr txBox="1">
            <a:spLocks noChangeArrowheads="1"/>
          </p:cNvSpPr>
          <p:nvPr/>
        </p:nvSpPr>
        <p:spPr bwMode="auto">
          <a:xfrm>
            <a:off x="5567110" y="5074098"/>
            <a:ext cx="5857482" cy="132343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285750" indent="-285750">
              <a:lnSpc>
                <a:spcPct val="100000"/>
              </a:lnSpc>
              <a:spcBef>
                <a:spcPct val="0"/>
              </a:spcBef>
              <a:buFont typeface="Wingdings" panose="05000000000000000000" pitchFamily="2" charset="2"/>
              <a:buChar char="n"/>
            </a:pPr>
            <a:r>
              <a:rPr lang="zh-CN" altLang="zh-CN" sz="2000" dirty="0">
                <a:latin typeface="黑体" panose="02010609060101010101" pitchFamily="49" charset="-122"/>
                <a:ea typeface="黑体" panose="02010609060101010101" pitchFamily="49" charset="-122"/>
              </a:rPr>
              <a:t>标量</a:t>
            </a:r>
            <a:r>
              <a:rPr lang="zh-CN" altLang="en-US" sz="2000" dirty="0">
                <a:latin typeface="黑体" panose="02010609060101010101" pitchFamily="49" charset="-122"/>
                <a:ea typeface="黑体" panose="02010609060101010101" pitchFamily="49" charset="-122"/>
              </a:rPr>
              <a:t>电</a:t>
            </a:r>
            <a:r>
              <a:rPr lang="zh-CN" altLang="zh-CN" sz="2000" dirty="0">
                <a:latin typeface="黑体" panose="02010609060101010101" pitchFamily="49" charset="-122"/>
                <a:ea typeface="黑体" panose="02010609060101010101" pitchFamily="49" charset="-122"/>
              </a:rPr>
              <a:t>位和矢量</a:t>
            </a:r>
            <a:r>
              <a:rPr lang="zh-CN" altLang="en-US" sz="2000" dirty="0">
                <a:latin typeface="黑体" panose="02010609060101010101" pitchFamily="49" charset="-122"/>
                <a:ea typeface="黑体" panose="02010609060101010101" pitchFamily="49" charset="-122"/>
              </a:rPr>
              <a:t>磁</a:t>
            </a:r>
            <a:r>
              <a:rPr lang="zh-CN" altLang="zh-CN" sz="2000" dirty="0">
                <a:latin typeface="黑体" panose="02010609060101010101" pitchFamily="49" charset="-122"/>
                <a:ea typeface="黑体" panose="02010609060101010101" pitchFamily="49" charset="-122"/>
              </a:rPr>
              <a:t>位波动方程左端的形式一样</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285750" indent="-285750">
              <a:lnSpc>
                <a:spcPct val="100000"/>
              </a:lnSpc>
              <a:spcBef>
                <a:spcPct val="0"/>
              </a:spcBef>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矢量位不只是帮助计算的辅助位函数，在现代物理中，</a:t>
            </a:r>
            <a:r>
              <a:rPr lang="zh-CN" altLang="en-US" sz="2000" dirty="0">
                <a:solidFill>
                  <a:srgbClr val="FF0000"/>
                </a:solidFill>
                <a:latin typeface="黑体" panose="02010609060101010101" pitchFamily="49" charset="-122"/>
                <a:ea typeface="黑体" panose="02010609060101010101" pitchFamily="49" charset="-122"/>
              </a:rPr>
              <a:t>矢量位本身具有物理意义</a:t>
            </a:r>
            <a:r>
              <a:rPr lang="zh-CN" altLang="en-US" sz="2000" dirty="0">
                <a:latin typeface="黑体" panose="02010609060101010101" pitchFamily="49" charset="-122"/>
                <a:ea typeface="黑体" panose="02010609060101010101" pitchFamily="49" charset="-122"/>
              </a:rPr>
              <a:t>（规范场），而且是比电场和磁场更基本的物理量。</a:t>
            </a:r>
          </a:p>
        </p:txBody>
      </p:sp>
      <p:graphicFrame>
        <p:nvGraphicFramePr>
          <p:cNvPr id="4" name="对象 3"/>
          <p:cNvGraphicFramePr>
            <a:graphicFrameLocks noChangeAspect="1"/>
          </p:cNvGraphicFramePr>
          <p:nvPr>
            <p:extLst>
              <p:ext uri="{D42A27DB-BD31-4B8C-83A1-F6EECF244321}">
                <p14:modId xmlns:p14="http://schemas.microsoft.com/office/powerpoint/2010/main" val="4158172422"/>
              </p:ext>
            </p:extLst>
          </p:nvPr>
        </p:nvGraphicFramePr>
        <p:xfrm>
          <a:off x="2042984" y="2489482"/>
          <a:ext cx="668465" cy="222822"/>
        </p:xfrm>
        <a:graphic>
          <a:graphicData uri="http://schemas.openxmlformats.org/presentationml/2006/ole">
            <mc:AlternateContent xmlns:mc="http://schemas.openxmlformats.org/markup-compatibility/2006">
              <mc:Choice xmlns:v="urn:schemas-microsoft-com:vml" Requires="v">
                <p:oleObj spid="_x0000_s26698" name="Equation" r:id="rId3" imgW="583693" imgH="164957" progId="Equation.DSMT4">
                  <p:embed/>
                </p:oleObj>
              </mc:Choice>
              <mc:Fallback>
                <p:oleObj name="Equation" r:id="rId3" imgW="583693" imgH="164957"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2984" y="2489482"/>
                        <a:ext cx="668465" cy="222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93990805"/>
              </p:ext>
            </p:extLst>
          </p:nvPr>
        </p:nvGraphicFramePr>
        <p:xfrm>
          <a:off x="1977871" y="3459115"/>
          <a:ext cx="2307356" cy="473304"/>
        </p:xfrm>
        <a:graphic>
          <a:graphicData uri="http://schemas.openxmlformats.org/presentationml/2006/ole">
            <mc:AlternateContent xmlns:mc="http://schemas.openxmlformats.org/markup-compatibility/2006">
              <mc:Choice xmlns:v="urn:schemas-microsoft-com:vml" Requires="v">
                <p:oleObj spid="_x0000_s26699" name="Equation" r:id="rId5" imgW="1713756" imgH="355446" progId="Equation.DSMT4">
                  <p:embed/>
                </p:oleObj>
              </mc:Choice>
              <mc:Fallback>
                <p:oleObj name="Equation" r:id="rId5" imgW="1713756" imgH="355446"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7871" y="3459115"/>
                        <a:ext cx="2307356" cy="473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777829497"/>
              </p:ext>
            </p:extLst>
          </p:nvPr>
        </p:nvGraphicFramePr>
        <p:xfrm>
          <a:off x="1977871" y="3794518"/>
          <a:ext cx="1338773" cy="520634"/>
        </p:xfrm>
        <a:graphic>
          <a:graphicData uri="http://schemas.openxmlformats.org/presentationml/2006/ole">
            <mc:AlternateContent xmlns:mc="http://schemas.openxmlformats.org/markup-compatibility/2006">
              <mc:Choice xmlns:v="urn:schemas-microsoft-com:vml" Requires="v">
                <p:oleObj spid="_x0000_s26700" name="Equation" r:id="rId7" imgW="952087" imgH="355446" progId="Equation.DSMT4">
                  <p:embed/>
                </p:oleObj>
              </mc:Choice>
              <mc:Fallback>
                <p:oleObj name="Equation" r:id="rId7" imgW="952087" imgH="355446"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7871" y="3794518"/>
                        <a:ext cx="1338773"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550660458"/>
              </p:ext>
            </p:extLst>
          </p:nvPr>
        </p:nvGraphicFramePr>
        <p:xfrm>
          <a:off x="1980460" y="4605658"/>
          <a:ext cx="1338773" cy="520634"/>
        </p:xfrm>
        <a:graphic>
          <a:graphicData uri="http://schemas.openxmlformats.org/presentationml/2006/ole">
            <mc:AlternateContent xmlns:mc="http://schemas.openxmlformats.org/markup-compatibility/2006">
              <mc:Choice xmlns:v="urn:schemas-microsoft-com:vml" Requires="v">
                <p:oleObj spid="_x0000_s26701" name="Equation" r:id="rId9" imgW="939392" imgH="355446" progId="Equation.DSMT4">
                  <p:embed/>
                </p:oleObj>
              </mc:Choice>
              <mc:Fallback>
                <p:oleObj name="Equation" r:id="rId9" imgW="939392" imgH="355446"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0460" y="4605658"/>
                        <a:ext cx="1338773"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62571650"/>
              </p:ext>
            </p:extLst>
          </p:nvPr>
        </p:nvGraphicFramePr>
        <p:xfrm>
          <a:off x="2056938" y="5803412"/>
          <a:ext cx="1309023" cy="572697"/>
        </p:xfrm>
        <a:graphic>
          <a:graphicData uri="http://schemas.openxmlformats.org/presentationml/2006/ole">
            <mc:AlternateContent xmlns:mc="http://schemas.openxmlformats.org/markup-compatibility/2006">
              <mc:Choice xmlns:v="urn:schemas-microsoft-com:vml" Requires="v">
                <p:oleObj spid="_x0000_s26702" name="Equation" r:id="rId11" imgW="837836" imgH="355446" progId="Equation.DSMT4">
                  <p:embed/>
                </p:oleObj>
              </mc:Choice>
              <mc:Fallback>
                <p:oleObj name="Equation" r:id="rId11" imgW="837836" imgH="355446"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6938" y="5803412"/>
                        <a:ext cx="1309023"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文本框 30"/>
          <p:cNvSpPr txBox="1">
            <a:spLocks noChangeArrowheads="1"/>
          </p:cNvSpPr>
          <p:nvPr/>
        </p:nvSpPr>
        <p:spPr bwMode="auto">
          <a:xfrm>
            <a:off x="6928972" y="1279010"/>
            <a:ext cx="4210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矢量磁位和标量电位的波动方程</a:t>
            </a:r>
          </a:p>
        </p:txBody>
      </p:sp>
      <p:sp>
        <p:nvSpPr>
          <p:cNvPr id="47" name="文本框 30"/>
          <p:cNvSpPr txBox="1">
            <a:spLocks noChangeArrowheads="1"/>
          </p:cNvSpPr>
          <p:nvPr/>
        </p:nvSpPr>
        <p:spPr bwMode="auto">
          <a:xfrm>
            <a:off x="1215544" y="1279010"/>
            <a:ext cx="26642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用位函数表示电磁场</a:t>
            </a:r>
          </a:p>
        </p:txBody>
      </p:sp>
      <p:graphicFrame>
        <p:nvGraphicFramePr>
          <p:cNvPr id="49" name="对象 48"/>
          <p:cNvGraphicFramePr>
            <a:graphicFrameLocks noChangeAspect="1"/>
          </p:cNvGraphicFramePr>
          <p:nvPr>
            <p:extLst>
              <p:ext uri="{D42A27DB-BD31-4B8C-83A1-F6EECF244321}">
                <p14:modId xmlns:p14="http://schemas.microsoft.com/office/powerpoint/2010/main" val="1014896648"/>
              </p:ext>
            </p:extLst>
          </p:nvPr>
        </p:nvGraphicFramePr>
        <p:xfrm>
          <a:off x="7741880" y="1709161"/>
          <a:ext cx="1677363" cy="502312"/>
        </p:xfrm>
        <a:graphic>
          <a:graphicData uri="http://schemas.openxmlformats.org/presentationml/2006/ole">
            <mc:AlternateContent xmlns:mc="http://schemas.openxmlformats.org/markup-compatibility/2006">
              <mc:Choice xmlns:v="urn:schemas-microsoft-com:vml" Requires="v">
                <p:oleObj spid="_x0000_s26703" name="Equation" r:id="rId13" imgW="1143000" imgH="355600" progId="Equation.DSMT4">
                  <p:embed/>
                </p:oleObj>
              </mc:Choice>
              <mc:Fallback>
                <p:oleObj name="Equation" r:id="rId13" imgW="1143000" imgH="355600" progId="Equation.DSMT4">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41880" y="1709161"/>
                        <a:ext cx="1677363" cy="502312"/>
                      </a:xfrm>
                      <a:prstGeom prst="rect">
                        <a:avLst/>
                      </a:prstGeom>
                      <a:noFill/>
                    </p:spPr>
                  </p:pic>
                </p:oleObj>
              </mc:Fallback>
            </mc:AlternateContent>
          </a:graphicData>
        </a:graphic>
      </p:graphicFrame>
      <p:graphicFrame>
        <p:nvGraphicFramePr>
          <p:cNvPr id="51" name="对象 50"/>
          <p:cNvGraphicFramePr>
            <a:graphicFrameLocks noChangeAspect="1"/>
          </p:cNvGraphicFramePr>
          <p:nvPr>
            <p:extLst>
              <p:ext uri="{D42A27DB-BD31-4B8C-83A1-F6EECF244321}">
                <p14:modId xmlns:p14="http://schemas.microsoft.com/office/powerpoint/2010/main" val="1760144461"/>
              </p:ext>
            </p:extLst>
          </p:nvPr>
        </p:nvGraphicFramePr>
        <p:xfrm>
          <a:off x="6312024" y="2101064"/>
          <a:ext cx="5278757" cy="552543"/>
        </p:xfrm>
        <a:graphic>
          <a:graphicData uri="http://schemas.openxmlformats.org/presentationml/2006/ole">
            <mc:AlternateContent xmlns:mc="http://schemas.openxmlformats.org/markup-compatibility/2006">
              <mc:Choice xmlns:v="urn:schemas-microsoft-com:vml" Requires="v">
                <p:oleObj spid="_x0000_s26704" name="Equation" r:id="rId15" imgW="3352800" imgH="406400" progId="Equation.DSMT4">
                  <p:embed/>
                </p:oleObj>
              </mc:Choice>
              <mc:Fallback>
                <p:oleObj name="Equation" r:id="rId15" imgW="3352800" imgH="406400" progId="Equation.DSMT4">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12024" y="2101064"/>
                        <a:ext cx="5278757" cy="552543"/>
                      </a:xfrm>
                      <a:prstGeom prst="rect">
                        <a:avLst/>
                      </a:prstGeom>
                      <a:noFill/>
                    </p:spPr>
                  </p:pic>
                </p:oleObj>
              </mc:Fallback>
            </mc:AlternateContent>
          </a:graphicData>
        </a:graphic>
      </p:graphicFrame>
      <p:graphicFrame>
        <p:nvGraphicFramePr>
          <p:cNvPr id="53" name="对象 52"/>
          <p:cNvGraphicFramePr>
            <a:graphicFrameLocks noChangeAspect="1"/>
          </p:cNvGraphicFramePr>
          <p:nvPr>
            <p:extLst>
              <p:ext uri="{D42A27DB-BD31-4B8C-83A1-F6EECF244321}">
                <p14:modId xmlns:p14="http://schemas.microsoft.com/office/powerpoint/2010/main" val="171308651"/>
              </p:ext>
            </p:extLst>
          </p:nvPr>
        </p:nvGraphicFramePr>
        <p:xfrm>
          <a:off x="7510572" y="2617203"/>
          <a:ext cx="2377907" cy="365074"/>
        </p:xfrm>
        <a:graphic>
          <a:graphicData uri="http://schemas.openxmlformats.org/presentationml/2006/ole">
            <mc:AlternateContent xmlns:mc="http://schemas.openxmlformats.org/markup-compatibility/2006">
              <mc:Choice xmlns:v="urn:schemas-microsoft-com:vml" Requires="v">
                <p:oleObj spid="_x0000_s26705" name="Equation" r:id="rId17" imgW="1524000" imgH="228600" progId="Equation.DSMT4">
                  <p:embed/>
                </p:oleObj>
              </mc:Choice>
              <mc:Fallback>
                <p:oleObj name="Equation" r:id="rId17" imgW="1524000" imgH="228600" progId="Equation.DSMT4">
                  <p:embed/>
                  <p:pic>
                    <p:nvPicPr>
                      <p:cNvPr id="0" name="Object 3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10572" y="2617203"/>
                        <a:ext cx="2377907" cy="365074"/>
                      </a:xfrm>
                      <a:prstGeom prst="rect">
                        <a:avLst/>
                      </a:prstGeom>
                      <a:noFill/>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1004774199"/>
              </p:ext>
            </p:extLst>
          </p:nvPr>
        </p:nvGraphicFramePr>
        <p:xfrm>
          <a:off x="7184040" y="2921679"/>
          <a:ext cx="3700063" cy="552543"/>
        </p:xfrm>
        <a:graphic>
          <a:graphicData uri="http://schemas.openxmlformats.org/presentationml/2006/ole">
            <mc:AlternateContent xmlns:mc="http://schemas.openxmlformats.org/markup-compatibility/2006">
              <mc:Choice xmlns:v="urn:schemas-microsoft-com:vml" Requires="v">
                <p:oleObj spid="_x0000_s26706" name="Equation" r:id="rId19" imgW="2362200" imgH="406400" progId="Equation.DSMT4">
                  <p:embed/>
                </p:oleObj>
              </mc:Choice>
              <mc:Fallback>
                <p:oleObj name="Equation" r:id="rId19" imgW="2362200" imgH="406400" progId="Equation.DSMT4">
                  <p:embed/>
                  <p:pic>
                    <p:nvPicPr>
                      <p:cNvPr id="0" name="Object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84040" y="2921679"/>
                        <a:ext cx="3700063" cy="552543"/>
                      </a:xfrm>
                      <a:prstGeom prst="rect">
                        <a:avLst/>
                      </a:prstGeom>
                      <a:noFill/>
                    </p:spPr>
                  </p:pic>
                </p:oleObj>
              </mc:Fallback>
            </mc:AlternateContent>
          </a:graphicData>
        </a:graphic>
      </p:graphicFrame>
      <p:graphicFrame>
        <p:nvGraphicFramePr>
          <p:cNvPr id="57" name="对象 56"/>
          <p:cNvGraphicFramePr>
            <a:graphicFrameLocks noChangeAspect="1"/>
          </p:cNvGraphicFramePr>
          <p:nvPr>
            <p:extLst>
              <p:ext uri="{D42A27DB-BD31-4B8C-83A1-F6EECF244321}">
                <p14:modId xmlns:p14="http://schemas.microsoft.com/office/powerpoint/2010/main" val="2332251836"/>
              </p:ext>
            </p:extLst>
          </p:nvPr>
        </p:nvGraphicFramePr>
        <p:xfrm>
          <a:off x="8086630" y="3446559"/>
          <a:ext cx="1420824" cy="552543"/>
        </p:xfrm>
        <a:graphic>
          <a:graphicData uri="http://schemas.openxmlformats.org/presentationml/2006/ole">
            <mc:AlternateContent xmlns:mc="http://schemas.openxmlformats.org/markup-compatibility/2006">
              <mc:Choice xmlns:v="urn:schemas-microsoft-com:vml" Requires="v">
                <p:oleObj spid="_x0000_s26707" name="Equation" r:id="rId21" imgW="863225" imgH="355446" progId="Equation.DSMT4">
                  <p:embed/>
                </p:oleObj>
              </mc:Choice>
              <mc:Fallback>
                <p:oleObj name="Equation" r:id="rId21" imgW="863225" imgH="355446" progId="Equation.DSMT4">
                  <p:embed/>
                  <p:pic>
                    <p:nvPicPr>
                      <p:cNvPr id="0" name="Object 4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86630" y="3446559"/>
                        <a:ext cx="1420824" cy="552543"/>
                      </a:xfrm>
                      <a:prstGeom prst="rect">
                        <a:avLst/>
                      </a:prstGeom>
                      <a:noFill/>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3404456462"/>
              </p:ext>
            </p:extLst>
          </p:nvPr>
        </p:nvGraphicFramePr>
        <p:xfrm>
          <a:off x="8118801" y="3935564"/>
          <a:ext cx="1845099" cy="552543"/>
        </p:xfrm>
        <a:graphic>
          <a:graphicData uri="http://schemas.openxmlformats.org/presentationml/2006/ole">
            <mc:AlternateContent xmlns:mc="http://schemas.openxmlformats.org/markup-compatibility/2006">
              <mc:Choice xmlns:v="urn:schemas-microsoft-com:vml" Requires="v">
                <p:oleObj spid="_x0000_s26708" name="Equation" r:id="rId23" imgW="1218671" imgH="406224" progId="Equation.DSMT4">
                  <p:embed/>
                </p:oleObj>
              </mc:Choice>
              <mc:Fallback>
                <p:oleObj name="Equation" r:id="rId23" imgW="1218671" imgH="406224" progId="Equation.DSMT4">
                  <p:embed/>
                  <p:pic>
                    <p:nvPicPr>
                      <p:cNvPr id="0"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18801" y="3935564"/>
                        <a:ext cx="1845099" cy="552543"/>
                      </a:xfrm>
                      <a:prstGeom prst="rect">
                        <a:avLst/>
                      </a:prstGeom>
                      <a:noFill/>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3229467723"/>
              </p:ext>
            </p:extLst>
          </p:nvPr>
        </p:nvGraphicFramePr>
        <p:xfrm>
          <a:off x="8120470" y="4396906"/>
          <a:ext cx="1845099" cy="552543"/>
        </p:xfrm>
        <a:graphic>
          <a:graphicData uri="http://schemas.openxmlformats.org/presentationml/2006/ole">
            <mc:AlternateContent xmlns:mc="http://schemas.openxmlformats.org/markup-compatibility/2006">
              <mc:Choice xmlns:v="urn:schemas-microsoft-com:vml" Requires="v">
                <p:oleObj spid="_x0000_s26709" name="Equation" r:id="rId25" imgW="1143000" imgH="406400" progId="Equation.DSMT4">
                  <p:embed/>
                </p:oleObj>
              </mc:Choice>
              <mc:Fallback>
                <p:oleObj name="Equation" r:id="rId25" imgW="1143000" imgH="406400" progId="Equation.DSMT4">
                  <p:embed/>
                  <p:pic>
                    <p:nvPicPr>
                      <p:cNvPr id="0" name="Object 5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20470" y="4396906"/>
                        <a:ext cx="1845099" cy="552543"/>
                      </a:xfrm>
                      <a:prstGeom prst="rect">
                        <a:avLst/>
                      </a:prstGeom>
                      <a:noFill/>
                    </p:spPr>
                  </p:pic>
                </p:oleObj>
              </mc:Fallback>
            </mc:AlternateContent>
          </a:graphicData>
        </a:graphic>
      </p:graphicFrame>
      <p:sp>
        <p:nvSpPr>
          <p:cNvPr id="62" name="文本框 30"/>
          <p:cNvSpPr txBox="1">
            <a:spLocks noChangeArrowheads="1"/>
          </p:cNvSpPr>
          <p:nvPr/>
        </p:nvSpPr>
        <p:spPr bwMode="auto">
          <a:xfrm>
            <a:off x="5544879" y="4013180"/>
            <a:ext cx="23159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solidFill>
                  <a:srgbClr val="FF0000"/>
                </a:solidFill>
                <a:latin typeface="黑体" panose="02010609060101010101" pitchFamily="49" charset="-122"/>
                <a:ea typeface="黑体" panose="02010609060101010101" pitchFamily="49" charset="-122"/>
              </a:rPr>
              <a:t>矢量磁位波动方程</a:t>
            </a:r>
          </a:p>
        </p:txBody>
      </p:sp>
    </p:spTree>
    <p:extLst>
      <p:ext uri="{BB962C8B-B14F-4D97-AF65-F5344CB8AC3E}">
        <p14:creationId xmlns:p14="http://schemas.microsoft.com/office/powerpoint/2010/main" val="156327949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3620" y="164764"/>
            <a:ext cx="10515600" cy="60741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位函数和波动方程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例题</a:t>
            </a:r>
            <a:endParaRPr lang="zh-CN" altLang="en-US" sz="2800" dirty="0"/>
          </a:p>
        </p:txBody>
      </p:sp>
      <p:sp>
        <p:nvSpPr>
          <p:cNvPr id="19" name="矩形 18"/>
          <p:cNvSpPr/>
          <p:nvPr/>
        </p:nvSpPr>
        <p:spPr>
          <a:xfrm>
            <a:off x="695354" y="3493526"/>
            <a:ext cx="6647974"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由题设的介电常数和磁导率可知，媒质是真空，没有电流，所以</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35" name="矩形 34"/>
          <p:cNvSpPr/>
          <p:nvPr/>
        </p:nvSpPr>
        <p:spPr>
          <a:xfrm>
            <a:off x="706634" y="1554678"/>
            <a:ext cx="877163" cy="369332"/>
          </a:xfrm>
          <a:prstGeom prst="rect">
            <a:avLst/>
          </a:prstGeom>
        </p:spPr>
        <p:txBody>
          <a:bodyPr wrap="none">
            <a:spAutoFit/>
          </a:bodyPr>
          <a:lstStyle/>
          <a:p>
            <a:r>
              <a:rPr lang="en-US" altLang="zh-CN"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解</a:t>
            </a:r>
            <a:r>
              <a:rPr lang="en-US" altLang="zh-CN" dirty="0">
                <a:latin typeface="黑体" panose="02010609060101010101" pitchFamily="49" charset="-122"/>
                <a:ea typeface="黑体" panose="02010609060101010101" pitchFamily="49" charset="-122"/>
              </a:rPr>
              <a:t>】</a:t>
            </a:r>
            <a:endParaRPr lang="zh-CN" altLang="en-US" dirty="0">
              <a:solidFill>
                <a:srgbClr val="FF0000"/>
              </a:solidFill>
              <a:latin typeface="黑体" panose="02010609060101010101" pitchFamily="49" charset="-122"/>
              <a:ea typeface="黑体" panose="02010609060101010101" pitchFamily="49" charset="-122"/>
            </a:endParaRPr>
          </a:p>
        </p:txBody>
      </p:sp>
      <p:grpSp>
        <p:nvGrpSpPr>
          <p:cNvPr id="5" name="组合 4"/>
          <p:cNvGrpSpPr/>
          <p:nvPr/>
        </p:nvGrpSpPr>
        <p:grpSpPr>
          <a:xfrm>
            <a:off x="667509" y="896029"/>
            <a:ext cx="10541059" cy="671338"/>
            <a:chOff x="351632" y="896029"/>
            <a:chExt cx="10541059" cy="671338"/>
          </a:xfrm>
        </p:grpSpPr>
        <mc:AlternateContent xmlns:mc="http://schemas.openxmlformats.org/markup-compatibility/2006" xmlns:a14="http://schemas.microsoft.com/office/drawing/2010/main">
          <mc:Choice Requires="a14">
            <p:sp>
              <p:nvSpPr>
                <p:cNvPr id="37" name="矩形 36"/>
                <p:cNvSpPr/>
                <p:nvPr/>
              </p:nvSpPr>
              <p:spPr>
                <a:xfrm>
                  <a:off x="351632" y="896029"/>
                  <a:ext cx="10541059" cy="671338"/>
                </a:xfrm>
                <a:prstGeom prst="rect">
                  <a:avLst/>
                </a:prstGeom>
              </p:spPr>
              <p:txBody>
                <a:bodyPr wrap="square">
                  <a:spAutoFit/>
                </a:bodyPr>
                <a:lstStyle/>
                <a:p>
                  <a:pPr>
                    <a:lnSpc>
                      <a:spcPct val="110000"/>
                    </a:lnSpc>
                  </a:pPr>
                  <a:r>
                    <a:rPr lang="zh-CN" altLang="zh-CN"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1.7.1</a:t>
                  </a:r>
                  <a:r>
                    <a:rPr lang="zh-CN"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在</a:t>
                  </a:r>
                  <a:r>
                    <a:rPr lang="zh-CN" altLang="zh-CN" dirty="0">
                      <a:latin typeface="黑体" panose="02010609060101010101" pitchFamily="49" charset="-122"/>
                      <a:ea typeface="黑体" panose="02010609060101010101" pitchFamily="49" charset="-122"/>
                    </a:rPr>
                    <a:t>介电常数为</a:t>
                  </a:r>
                  <a14:m>
                    <m:oMath xmlns:m="http://schemas.openxmlformats.org/officeDocument/2006/math">
                      <m:sSub>
                        <m:sSubPr>
                          <m:ctrlPr>
                            <a:rPr lang="en-US" altLang="zh-CN" i="1" dirty="0" smtClean="0">
                              <a:latin typeface="Cambria Math" panose="02040503050406030204" pitchFamily="18" charset="0"/>
                              <a:ea typeface="黑体" panose="02010609060101010101" pitchFamily="49" charset="-122"/>
                            </a:rPr>
                          </m:ctrlPr>
                        </m:sSubPr>
                        <m:e>
                          <m:r>
                            <a:rPr lang="zh-CN" altLang="en-US" i="1" dirty="0" smtClean="0">
                              <a:latin typeface="Cambria Math" panose="02040503050406030204" pitchFamily="18" charset="0"/>
                              <a:ea typeface="黑体" panose="02010609060101010101" pitchFamily="49" charset="-122"/>
                            </a:rPr>
                            <m:t>𝜀</m:t>
                          </m:r>
                        </m:e>
                        <m:sub>
                          <m:r>
                            <a:rPr lang="en-US" altLang="zh-CN" i="1" dirty="0">
                              <a:latin typeface="Cambria Math" panose="02040503050406030204" pitchFamily="18" charset="0"/>
                              <a:ea typeface="黑体" panose="02010609060101010101" pitchFamily="49" charset="-122"/>
                            </a:rPr>
                            <m:t>0</m:t>
                          </m:r>
                        </m:sub>
                      </m:sSub>
                    </m:oMath>
                  </a14:m>
                  <a:r>
                    <a:rPr lang="zh-CN" altLang="en-US" dirty="0">
                      <a:latin typeface="黑体" panose="02010609060101010101" pitchFamily="49" charset="-122"/>
                      <a:ea typeface="黑体" panose="02010609060101010101" pitchFamily="49" charset="-122"/>
                    </a:rPr>
                    <a:t>磁导率为</a:t>
                  </a:r>
                  <a14:m>
                    <m:oMath xmlns:m="http://schemas.openxmlformats.org/officeDocument/2006/math">
                      <m:sSub>
                        <m:sSubPr>
                          <m:ctrlPr>
                            <a:rPr lang="en-US" altLang="zh-CN" i="1" dirty="0" smtClean="0">
                              <a:latin typeface="Cambria Math" panose="02040503050406030204" pitchFamily="18" charset="0"/>
                              <a:ea typeface="黑体" panose="02010609060101010101" pitchFamily="49" charset="-122"/>
                            </a:rPr>
                          </m:ctrlPr>
                        </m:sSubPr>
                        <m:e>
                          <m:r>
                            <a:rPr lang="zh-CN" altLang="en-US" i="1" dirty="0" smtClean="0">
                              <a:latin typeface="Cambria Math" panose="02040503050406030204" pitchFamily="18" charset="0"/>
                              <a:ea typeface="黑体" panose="02010609060101010101" pitchFamily="49" charset="-122"/>
                            </a:rPr>
                            <m:t>𝜇</m:t>
                          </m:r>
                        </m:e>
                        <m:sub>
                          <m:r>
                            <a:rPr lang="en-US" altLang="zh-CN" i="1" dirty="0">
                              <a:latin typeface="Cambria Math" panose="02040503050406030204" pitchFamily="18" charset="0"/>
                              <a:ea typeface="黑体" panose="02010609060101010101" pitchFamily="49" charset="-122"/>
                            </a:rPr>
                            <m:t>0</m:t>
                          </m:r>
                        </m:sub>
                      </m:sSub>
                    </m:oMath>
                  </a14:m>
                  <a:r>
                    <a:rPr lang="zh-CN" altLang="en-US" dirty="0">
                      <a:latin typeface="黑体" panose="02010609060101010101" pitchFamily="49" charset="-122"/>
                      <a:ea typeface="黑体" panose="02010609060101010101" pitchFamily="49" charset="-122"/>
                    </a:rPr>
                    <a:t>的媒质中，已知矢量为                 ，其中</a:t>
                  </a:r>
                  <a14:m>
                    <m:oMath xmlns:m="http://schemas.openxmlformats.org/officeDocument/2006/math">
                      <m: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黑体" panose="02010609060101010101" pitchFamily="49" charset="-122"/>
                        </a:rPr>
                        <m:t>𝜔</m:t>
                      </m:r>
                      <m:rad>
                        <m:radPr>
                          <m:degHide m:val="on"/>
                          <m:ctrlPr>
                            <a:rPr lang="zh-CN" altLang="en-US" i="1">
                              <a:latin typeface="Cambria Math" panose="02040503050406030204" pitchFamily="18" charset="0"/>
                              <a:ea typeface="黑体" panose="02010609060101010101" pitchFamily="49" charset="-122"/>
                            </a:rPr>
                          </m:ctrlPr>
                        </m:radPr>
                        <m:deg/>
                        <m:e>
                          <m:r>
                            <a:rPr lang="zh-CN" altLang="en-US" i="1">
                              <a:latin typeface="Cambria Math" panose="02040503050406030204" pitchFamily="18" charset="0"/>
                              <a:ea typeface="黑体" panose="02010609060101010101" pitchFamily="49" charset="-122"/>
                            </a:rPr>
                            <m:t>𝜇𝜀</m:t>
                          </m:r>
                        </m:e>
                      </m:rad>
                      <m:r>
                        <a:rPr lang="zh-CN" altLang="en-US" i="1">
                          <a:latin typeface="Cambria Math" panose="02040503050406030204" pitchFamily="18" charset="0"/>
                          <a:ea typeface="黑体" panose="02010609060101010101" pitchFamily="49" charset="-122"/>
                        </a:rPr>
                        <m:t> </m:t>
                      </m:r>
                    </m:oMath>
                  </a14:m>
                  <a:r>
                    <a:rPr lang="zh-CN" altLang="en-US" dirty="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求</a:t>
                  </a:r>
                  <a:r>
                    <a:rPr lang="zh-CN" altLang="en-US" dirty="0">
                      <a:latin typeface="黑体" panose="02010609060101010101" pitchFamily="49" charset="-122"/>
                      <a:ea typeface="黑体" panose="02010609060101010101" pitchFamily="49" charset="-122"/>
                    </a:rPr>
                    <a:t>该媒质中的电场强度、磁场强度和坡印亭矢量</a:t>
                  </a:r>
                  <a:endParaRPr lang="en-US" altLang="zh-CN" dirty="0">
                    <a:latin typeface="黑体" panose="02010609060101010101" pitchFamily="49" charset="-122"/>
                    <a:ea typeface="黑体" panose="02010609060101010101" pitchFamily="49" charset="-122"/>
                  </a:endParaRPr>
                </a:p>
              </p:txBody>
            </p:sp>
          </mc:Choice>
          <mc:Fallback xmlns="">
            <p:sp>
              <p:nvSpPr>
                <p:cNvPr id="37" name="矩形 36"/>
                <p:cNvSpPr>
                  <a:spLocks noRot="1" noChangeAspect="1" noMove="1" noResize="1" noEditPoints="1" noAdjustHandles="1" noChangeArrowheads="1" noChangeShapeType="1" noTextEdit="1"/>
                </p:cNvSpPr>
                <p:nvPr/>
              </p:nvSpPr>
              <p:spPr>
                <a:xfrm>
                  <a:off x="351632" y="896029"/>
                  <a:ext cx="10541059" cy="671338"/>
                </a:xfrm>
                <a:prstGeom prst="rect">
                  <a:avLst/>
                </a:prstGeom>
                <a:blipFill>
                  <a:blip r:embed="rId3"/>
                  <a:stretch>
                    <a:fillRect l="-462" t="-6364"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对象 3"/>
                <p:cNvGraphicFramePr>
                  <a:graphicFrameLocks noChangeAspect="1"/>
                </p:cNvGraphicFramePr>
                <p:nvPr>
                  <p:extLst>
                    <p:ext uri="{D42A27DB-BD31-4B8C-83A1-F6EECF244321}">
                      <p14:modId xmlns:p14="http://schemas.microsoft.com/office/powerpoint/2010/main" val="200500108"/>
                    </p:ext>
                  </p:extLst>
                </p:nvPr>
              </p:nvGraphicFramePr>
              <p:xfrm>
                <a:off x="6785180" y="929747"/>
                <a:ext cx="1902173" cy="378390"/>
              </p:xfrm>
              <a:graphic>
                <a:graphicData uri="http://schemas.openxmlformats.org/presentationml/2006/ole">
                  <mc:AlternateContent>
                    <mc:Choice xmlns:v="urn:schemas-microsoft-com:vml" Requires="v">
                      <p:oleObj spid="_x0000_s27692" name="Equation" r:id="rId4" imgW="1181100" imgH="228600" progId="Equation.DSMT4">
                        <p:embed/>
                      </p:oleObj>
                    </mc:Choice>
                    <mc:Fallback>
                      <p:oleObj name="Equation" r:id="rId4" imgW="1181100" imgH="228600" progId="Equation.DSMT4">
                        <p:embed/>
                        <p:pic>
                          <p:nvPicPr>
                            <p:cNvPr id="0" name="Object 6"/>
                            <p:cNvPicPr>
                              <a:picLocks noChangeAspect="1" noChangeArrowheads="1"/>
                            </p:cNvPicPr>
                            <p:nvPr/>
                          </p:nvPicPr>
                          <p:blipFill>
                            <a:blip r:embed="rId5">
                              <a:extLst>
                                <a:ext uri="{28A0092B-C50C-407E-A947-70E740481C1C}">
                                  <a14:useLocalDpi val="0"/>
                                </a:ext>
                              </a:extLst>
                            </a:blip>
                            <a:srcRect/>
                            <a:stretch>
                              <a:fillRect/>
                            </a:stretch>
                          </p:blipFill>
                          <p:spPr bwMode="auto">
                            <a:xfrm>
                              <a:off x="6785180" y="929747"/>
                              <a:ext cx="1902173" cy="378390"/>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4" name="对象 3"/>
                <p:cNvGraphicFramePr>
                  <a:graphicFrameLocks noChangeAspect="1"/>
                </p:cNvGraphicFramePr>
                <p:nvPr>
                  <p:extLst>
                    <p:ext uri="{D42A27DB-BD31-4B8C-83A1-F6EECF244321}">
                      <p14:modId xmlns:p14="http://schemas.microsoft.com/office/powerpoint/2010/main" val="200500108"/>
                    </p:ext>
                  </p:extLst>
                </p:nvPr>
              </p:nvGraphicFramePr>
              <p:xfrm>
                <a:off x="6785180" y="929747"/>
                <a:ext cx="1902173" cy="378390"/>
              </p:xfrm>
              <a:graphic>
                <a:graphicData uri="http://schemas.openxmlformats.org/presentationml/2006/ole">
                  <mc:AlternateContent>
                    <mc:Choice xmlns:v="urn:schemas-microsoft-com:vml" Requires="v">
                      <p:oleObj spid="_x0000_s37040" name="Equation" r:id="rId6" imgW="1181100" imgH="228600" progId="Equation.DSMT4">
                        <p:embed/>
                      </p:oleObj>
                    </mc:Choice>
                    <mc:Fallback>
                      <p:oleObj name="Equation" r:id="rId6" imgW="1181100" imgH="2286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5180" y="929747"/>
                              <a:ext cx="1902173" cy="3783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grpSp>
      <p:graphicFrame>
        <p:nvGraphicFramePr>
          <p:cNvPr id="8" name="对象 7"/>
          <p:cNvGraphicFramePr>
            <a:graphicFrameLocks noChangeAspect="1"/>
          </p:cNvGraphicFramePr>
          <p:nvPr>
            <p:extLst>
              <p:ext uri="{D42A27DB-BD31-4B8C-83A1-F6EECF244321}">
                <p14:modId xmlns:p14="http://schemas.microsoft.com/office/powerpoint/2010/main" val="1868049891"/>
              </p:ext>
            </p:extLst>
          </p:nvPr>
        </p:nvGraphicFramePr>
        <p:xfrm>
          <a:off x="2637625" y="1556792"/>
          <a:ext cx="6600825" cy="1245076"/>
        </p:xfrm>
        <a:graphic>
          <a:graphicData uri="http://schemas.openxmlformats.org/presentationml/2006/ole">
            <mc:AlternateContent xmlns:mc="http://schemas.openxmlformats.org/markup-compatibility/2006">
              <mc:Choice xmlns:v="urn:schemas-microsoft-com:vml" Requires="v">
                <p:oleObj spid="_x0000_s27693" name="Equation" r:id="rId8" imgW="4495680" imgH="850680" progId="Equation.DSMT4">
                  <p:embed/>
                </p:oleObj>
              </mc:Choice>
              <mc:Fallback>
                <p:oleObj name="Equation" r:id="rId8" imgW="4495680" imgH="850680" progId="Equation.DSMT4">
                  <p:embed/>
                  <p:pic>
                    <p:nvPicPr>
                      <p:cNvPr id="0" name="Object 8"/>
                      <p:cNvPicPr>
                        <a:picLocks noChangeAspect="1" noChangeArrowheads="1"/>
                      </p:cNvPicPr>
                      <p:nvPr/>
                    </p:nvPicPr>
                    <p:blipFill>
                      <a:blip r:embed="rId9"/>
                      <a:srcRect/>
                      <a:stretch>
                        <a:fillRect/>
                      </a:stretch>
                    </p:blipFill>
                    <p:spPr bwMode="auto">
                      <a:xfrm>
                        <a:off x="2637625" y="1556792"/>
                        <a:ext cx="6600825" cy="1245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655660234"/>
              </p:ext>
            </p:extLst>
          </p:nvPr>
        </p:nvGraphicFramePr>
        <p:xfrm>
          <a:off x="2708240" y="2918084"/>
          <a:ext cx="2180577" cy="566275"/>
        </p:xfrm>
        <a:graphic>
          <a:graphicData uri="http://schemas.openxmlformats.org/presentationml/2006/ole">
            <mc:AlternateContent xmlns:mc="http://schemas.openxmlformats.org/markup-compatibility/2006">
              <mc:Choice xmlns:v="urn:schemas-microsoft-com:vml" Requires="v">
                <p:oleObj spid="_x0000_s27694" name="Equation" r:id="rId10" imgW="1638300" imgH="419100" progId="Equation.DSMT4">
                  <p:embed/>
                </p:oleObj>
              </mc:Choice>
              <mc:Fallback>
                <p:oleObj name="Equation" r:id="rId10" imgW="1638300" imgH="4191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8240" y="2918084"/>
                        <a:ext cx="2180577" cy="56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664453594"/>
              </p:ext>
            </p:extLst>
          </p:nvPr>
        </p:nvGraphicFramePr>
        <p:xfrm>
          <a:off x="7360402" y="3461644"/>
          <a:ext cx="1115644" cy="481756"/>
        </p:xfrm>
        <a:graphic>
          <a:graphicData uri="http://schemas.openxmlformats.org/presentationml/2006/ole">
            <mc:AlternateContent xmlns:mc="http://schemas.openxmlformats.org/markup-compatibility/2006">
              <mc:Choice xmlns:v="urn:schemas-microsoft-com:vml" Requires="v">
                <p:oleObj spid="_x0000_s27695" name="Equation" r:id="rId12" imgW="837836" imgH="355446" progId="Equation.DSMT4">
                  <p:embed/>
                </p:oleObj>
              </mc:Choice>
              <mc:Fallback>
                <p:oleObj name="Equation" r:id="rId12" imgW="837836" imgH="355446"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60402" y="3461644"/>
                        <a:ext cx="1115644" cy="481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350390687"/>
              </p:ext>
            </p:extLst>
          </p:nvPr>
        </p:nvGraphicFramePr>
        <p:xfrm>
          <a:off x="1111236" y="3945177"/>
          <a:ext cx="6693377" cy="590233"/>
        </p:xfrm>
        <a:graphic>
          <a:graphicData uri="http://schemas.openxmlformats.org/presentationml/2006/ole">
            <mc:AlternateContent xmlns:mc="http://schemas.openxmlformats.org/markup-compatibility/2006">
              <mc:Choice xmlns:v="urn:schemas-microsoft-com:vml" Requires="v">
                <p:oleObj spid="_x0000_s27696" name="Equation" r:id="rId14" imgW="5029200" imgH="444240" progId="Equation.DSMT4">
                  <p:embed/>
                </p:oleObj>
              </mc:Choice>
              <mc:Fallback>
                <p:oleObj name="Equation" r:id="rId14" imgW="5029200" imgH="444240" progId="Equation.DSMT4">
                  <p:embed/>
                  <p:pic>
                    <p:nvPicPr>
                      <p:cNvPr id="0" name="Object 21"/>
                      <p:cNvPicPr>
                        <a:picLocks noChangeAspect="1" noChangeArrowheads="1"/>
                      </p:cNvPicPr>
                      <p:nvPr/>
                    </p:nvPicPr>
                    <p:blipFill>
                      <a:blip r:embed="rId15"/>
                      <a:srcRect/>
                      <a:stretch>
                        <a:fillRect/>
                      </a:stretch>
                    </p:blipFill>
                    <p:spPr bwMode="auto">
                      <a:xfrm>
                        <a:off x="1111236" y="3945177"/>
                        <a:ext cx="6693377" cy="590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4219594099"/>
              </p:ext>
            </p:extLst>
          </p:nvPr>
        </p:nvGraphicFramePr>
        <p:xfrm>
          <a:off x="4197368" y="4659256"/>
          <a:ext cx="1834052" cy="363430"/>
        </p:xfrm>
        <a:graphic>
          <a:graphicData uri="http://schemas.openxmlformats.org/presentationml/2006/ole">
            <mc:AlternateContent xmlns:mc="http://schemas.openxmlformats.org/markup-compatibility/2006">
              <mc:Choice xmlns:v="urn:schemas-microsoft-com:vml" Requires="v">
                <p:oleObj spid="_x0000_s27697" name="Equation" r:id="rId16" imgW="1409700" imgH="228600" progId="Equation.DSMT4">
                  <p:embed/>
                </p:oleObj>
              </mc:Choice>
              <mc:Fallback>
                <p:oleObj name="Equation" r:id="rId16" imgW="1409700" imgH="228600" progId="Equation.DSMT4">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97368" y="4659256"/>
                        <a:ext cx="1834052" cy="3634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3654862934"/>
              </p:ext>
            </p:extLst>
          </p:nvPr>
        </p:nvGraphicFramePr>
        <p:xfrm>
          <a:off x="1232758" y="5134405"/>
          <a:ext cx="7312118" cy="715872"/>
        </p:xfrm>
        <a:graphic>
          <a:graphicData uri="http://schemas.openxmlformats.org/presentationml/2006/ole">
            <mc:AlternateContent xmlns:mc="http://schemas.openxmlformats.org/markup-compatibility/2006">
              <mc:Choice xmlns:v="urn:schemas-microsoft-com:vml" Requires="v">
                <p:oleObj spid="_x0000_s27698" name="Equation" r:id="rId18" imgW="4521200" imgH="444500" progId="Equation.DSMT4">
                  <p:embed/>
                </p:oleObj>
              </mc:Choice>
              <mc:Fallback>
                <p:oleObj name="Equation" r:id="rId18" imgW="4521200" imgH="444500" progId="Equation.DSMT4">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32758" y="5134405"/>
                        <a:ext cx="7312118" cy="7158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7" name="矩形 46"/>
              <p:cNvSpPr/>
              <p:nvPr/>
            </p:nvSpPr>
            <p:spPr>
              <a:xfrm>
                <a:off x="695354" y="4635007"/>
                <a:ext cx="3657540" cy="37555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rPr>
                  <a:t>代入</a:t>
                </a:r>
                <a14:m>
                  <m:oMath xmlns:m="http://schemas.openxmlformats.org/officeDocument/2006/math">
                    <m: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黑体" panose="02010609060101010101" pitchFamily="49" charset="-122"/>
                      </a:rPr>
                      <m:t>𝜔</m:t>
                    </m:r>
                    <m:rad>
                      <m:radPr>
                        <m:degHide m:val="on"/>
                        <m:ctrlPr>
                          <a:rPr lang="zh-CN" altLang="en-US" i="1">
                            <a:latin typeface="Cambria Math" panose="02040503050406030204" pitchFamily="18" charset="0"/>
                            <a:ea typeface="黑体" panose="02010609060101010101" pitchFamily="49" charset="-122"/>
                          </a:rPr>
                        </m:ctrlPr>
                      </m:radPr>
                      <m:deg/>
                      <m:e>
                        <m:r>
                          <a:rPr lang="zh-CN" altLang="en-US" i="1">
                            <a:latin typeface="Cambria Math" panose="02040503050406030204" pitchFamily="18" charset="0"/>
                            <a:ea typeface="黑体" panose="02010609060101010101" pitchFamily="49" charset="-122"/>
                          </a:rPr>
                          <m:t>𝜇𝜀</m:t>
                        </m:r>
                      </m:e>
                    </m:rad>
                    <m:r>
                      <a:rPr lang="zh-CN" altLang="en-US" i="1">
                        <a:latin typeface="Cambria Math" panose="02040503050406030204" pitchFamily="18" charset="0"/>
                        <a:ea typeface="黑体" panose="02010609060101010101" pitchFamily="49" charset="-122"/>
                      </a:rPr>
                      <m:t> </m:t>
                    </m:r>
                  </m:oMath>
                </a14:m>
                <a:r>
                  <a:rPr lang="zh-CN" altLang="en-US" dirty="0">
                    <a:latin typeface="黑体" panose="02010609060101010101" pitchFamily="49" charset="-122"/>
                    <a:ea typeface="黑体" panose="02010609060101010101" pitchFamily="49" charset="-122"/>
                  </a:rPr>
                  <a:t>，可得坡印亭矢量</a:t>
                </a:r>
                <a:endParaRPr lang="en-US" altLang="zh-CN" dirty="0">
                  <a:latin typeface="黑体" panose="02010609060101010101" pitchFamily="49" charset="-122"/>
                  <a:ea typeface="黑体" panose="02010609060101010101" pitchFamily="49" charset="-122"/>
                </a:endParaRPr>
              </a:p>
            </p:txBody>
          </p:sp>
        </mc:Choice>
        <mc:Fallback xmlns="">
          <p:sp>
            <p:nvSpPr>
              <p:cNvPr id="47" name="矩形 46"/>
              <p:cNvSpPr>
                <a:spLocks noRot="1" noChangeAspect="1" noMove="1" noResize="1" noEditPoints="1" noAdjustHandles="1" noChangeArrowheads="1" noChangeShapeType="1" noTextEdit="1"/>
              </p:cNvSpPr>
              <p:nvPr/>
            </p:nvSpPr>
            <p:spPr>
              <a:xfrm>
                <a:off x="695354" y="4635007"/>
                <a:ext cx="3657540" cy="375552"/>
              </a:xfrm>
              <a:prstGeom prst="rect">
                <a:avLst/>
              </a:prstGeom>
              <a:blipFill>
                <a:blip r:embed="rId20"/>
                <a:stretch>
                  <a:fillRect l="-1333" t="-12903" b="-17742"/>
                </a:stretch>
              </a:blipFill>
            </p:spPr>
            <p:txBody>
              <a:bodyPr/>
              <a:lstStyle/>
              <a:p>
                <a:r>
                  <a:rPr lang="zh-CN" altLang="en-US">
                    <a:noFill/>
                  </a:rPr>
                  <a:t> </a:t>
                </a:r>
              </a:p>
            </p:txBody>
          </p:sp>
        </mc:Fallback>
      </mc:AlternateContent>
      <p:sp>
        <p:nvSpPr>
          <p:cNvPr id="34" name="矩形 33"/>
          <p:cNvSpPr/>
          <p:nvPr/>
        </p:nvSpPr>
        <p:spPr>
          <a:xfrm>
            <a:off x="1334649" y="5961996"/>
            <a:ext cx="7156684" cy="400110"/>
          </a:xfrm>
          <a:prstGeom prst="rect">
            <a:avLst/>
          </a:prstGeom>
          <a:ln w="28575">
            <a:solidFill>
              <a:srgbClr val="7030A0"/>
            </a:solidFill>
          </a:ln>
        </p:spPr>
        <p:txBody>
          <a:bodyPr wrap="square">
            <a:spAutoFit/>
          </a:bodyPr>
          <a:lstStyle/>
          <a:p>
            <a:r>
              <a:rPr lang="zh-CN" altLang="zh-CN" sz="2000" kern="100" dirty="0">
                <a:latin typeface="黑体" panose="02010609060101010101" pitchFamily="49" charset="-122"/>
                <a:ea typeface="黑体" panose="02010609060101010101" pitchFamily="49" charset="-122"/>
                <a:cs typeface="Times New Roman" panose="02020603050405020304" pitchFamily="18" charset="0"/>
              </a:rPr>
              <a:t>电场、磁场和功率流密度（坡印亭矢量）方向两两相互垂直</a:t>
            </a: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7091896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4369" y="269698"/>
            <a:ext cx="10515600" cy="607419"/>
          </a:xfrm>
        </p:spPr>
        <p:txBody>
          <a:bodyPr/>
          <a:lstStyle/>
          <a:p>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位函数和波动方程</a:t>
            </a:r>
            <a:r>
              <a:rPr lang="en-US" altLang="zh-CN" sz="2800" dirty="0">
                <a:solidFill>
                  <a:srgbClr val="FF000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电场磁场波动方程</a:t>
            </a:r>
            <a:endParaRPr lang="zh-CN" altLang="en-US" sz="2800" dirty="0"/>
          </a:p>
        </p:txBody>
      </p:sp>
      <p:sp>
        <p:nvSpPr>
          <p:cNvPr id="35" name="矩形 34"/>
          <p:cNvSpPr/>
          <p:nvPr/>
        </p:nvSpPr>
        <p:spPr>
          <a:xfrm>
            <a:off x="362831" y="1009040"/>
            <a:ext cx="5073460" cy="707886"/>
          </a:xfrm>
          <a:prstGeom prst="rect">
            <a:avLst/>
          </a:prstGeom>
        </p:spPr>
        <p:txBody>
          <a:bodyPr wrap="square">
            <a:spAutoFit/>
          </a:bodyPr>
          <a:lstStyle/>
          <a:p>
            <a:r>
              <a:rPr lang="zh-CN" altLang="en-US" sz="2000" dirty="0">
                <a:latin typeface="黑体" panose="02010609060101010101" pitchFamily="49" charset="-122"/>
                <a:ea typeface="黑体" panose="02010609060101010101" pitchFamily="49" charset="-122"/>
              </a:rPr>
              <a:t>电场、磁场、矢量磁位和标量电位波动方程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达朗贝尔方程</a:t>
            </a:r>
            <a:r>
              <a:rPr lang="en-US" altLang="zh-CN" sz="2000" dirty="0">
                <a:latin typeface="黑体" panose="02010609060101010101" pitchFamily="49" charset="-122"/>
                <a:ea typeface="黑体" panose="02010609060101010101" pitchFamily="49" charset="-122"/>
              </a:rPr>
              <a:t>)</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34" name="矩形 33"/>
          <p:cNvSpPr/>
          <p:nvPr/>
        </p:nvSpPr>
        <p:spPr>
          <a:xfrm>
            <a:off x="6312025" y="1039725"/>
            <a:ext cx="4824536" cy="369332"/>
          </a:xfrm>
          <a:prstGeom prst="rect">
            <a:avLst/>
          </a:prstGeom>
        </p:spPr>
        <p:txBody>
          <a:bodyPr wrap="square">
            <a:spAutoFit/>
          </a:bodyPr>
          <a:lstStyle/>
          <a:p>
            <a:r>
              <a:rPr lang="zh-CN" altLang="zh-CN" kern="100" dirty="0">
                <a:latin typeface="黑体" panose="02010609060101010101" pitchFamily="49" charset="-122"/>
                <a:ea typeface="黑体" panose="02010609060101010101" pitchFamily="49" charset="-122"/>
                <a:cs typeface="Times New Roman" panose="02020603050405020304" pitchFamily="18" charset="0"/>
              </a:rPr>
              <a:t>电场</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波动方程推导</a:t>
            </a:r>
            <a:r>
              <a:rPr lang="en-US" altLang="zh-CN" kern="100" dirty="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波动方程推导都类似）</a:t>
            </a:r>
            <a:endParaRPr lang="zh-CN" altLang="en-US" dirty="0">
              <a:latin typeface="黑体" panose="02010609060101010101" pitchFamily="49" charset="-122"/>
              <a:ea typeface="黑体" panose="02010609060101010101" pitchFamily="49"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4204437983"/>
              </p:ext>
            </p:extLst>
          </p:nvPr>
        </p:nvGraphicFramePr>
        <p:xfrm>
          <a:off x="8174769" y="1401630"/>
          <a:ext cx="1868704" cy="520634"/>
        </p:xfrm>
        <a:graphic>
          <a:graphicData uri="http://schemas.openxmlformats.org/presentationml/2006/ole">
            <mc:AlternateContent xmlns:mc="http://schemas.openxmlformats.org/markup-compatibility/2006">
              <mc:Choice xmlns:v="urn:schemas-microsoft-com:vml" Requires="v">
                <p:oleObj spid="_x0000_s28794" name="Equation" r:id="rId3" imgW="1256755" imgH="355446" progId="Equation.DSMT4">
                  <p:embed/>
                </p:oleObj>
              </mc:Choice>
              <mc:Fallback>
                <p:oleObj name="Equation" r:id="rId3" imgW="1256755" imgH="35544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4769" y="1401630"/>
                        <a:ext cx="1868704"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078144221"/>
              </p:ext>
            </p:extLst>
          </p:nvPr>
        </p:nvGraphicFramePr>
        <p:xfrm>
          <a:off x="6233805" y="2147543"/>
          <a:ext cx="4973914" cy="520634"/>
        </p:xfrm>
        <a:graphic>
          <a:graphicData uri="http://schemas.openxmlformats.org/presentationml/2006/ole">
            <mc:AlternateContent xmlns:mc="http://schemas.openxmlformats.org/markup-compatibility/2006">
              <mc:Choice xmlns:v="urn:schemas-microsoft-com:vml" Requires="v">
                <p:oleObj spid="_x0000_s28795" name="Equation" r:id="rId5" imgW="3352800" imgH="355600" progId="Equation.DSMT4">
                  <p:embed/>
                </p:oleObj>
              </mc:Choice>
              <mc:Fallback>
                <p:oleObj name="Equation" r:id="rId5" imgW="3352800" imgH="355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3805" y="2147543"/>
                        <a:ext cx="4973914"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887132541"/>
              </p:ext>
            </p:extLst>
          </p:nvPr>
        </p:nvGraphicFramePr>
        <p:xfrm>
          <a:off x="8189785" y="2613002"/>
          <a:ext cx="3281203" cy="976154"/>
        </p:xfrm>
        <a:graphic>
          <a:graphicData uri="http://schemas.openxmlformats.org/presentationml/2006/ole">
            <mc:AlternateContent xmlns:mc="http://schemas.openxmlformats.org/markup-compatibility/2006">
              <mc:Choice xmlns:v="urn:schemas-microsoft-com:vml" Requires="v">
                <p:oleObj spid="_x0000_s28796" name="Equation" r:id="rId7" imgW="2247840" imgH="761760" progId="Equation.DSMT4">
                  <p:embed/>
                </p:oleObj>
              </mc:Choice>
              <mc:Fallback>
                <p:oleObj name="Equation" r:id="rId7" imgW="2247840" imgH="761760" progId="Equation.DSMT4">
                  <p:embed/>
                  <p:pic>
                    <p:nvPicPr>
                      <p:cNvPr id="0" name="Object 9"/>
                      <p:cNvPicPr>
                        <a:picLocks noChangeAspect="1" noChangeArrowheads="1"/>
                      </p:cNvPicPr>
                      <p:nvPr/>
                    </p:nvPicPr>
                    <p:blipFill>
                      <a:blip r:embed="rId8"/>
                      <a:srcRect/>
                      <a:stretch>
                        <a:fillRect/>
                      </a:stretch>
                    </p:blipFill>
                    <p:spPr bwMode="auto">
                      <a:xfrm>
                        <a:off x="8189785" y="2613002"/>
                        <a:ext cx="3281203" cy="9761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388638908"/>
              </p:ext>
            </p:extLst>
          </p:nvPr>
        </p:nvGraphicFramePr>
        <p:xfrm>
          <a:off x="517688" y="1737381"/>
          <a:ext cx="2648726" cy="572697"/>
        </p:xfrm>
        <a:graphic>
          <a:graphicData uri="http://schemas.openxmlformats.org/presentationml/2006/ole">
            <mc:AlternateContent xmlns:mc="http://schemas.openxmlformats.org/markup-compatibility/2006">
              <mc:Choice xmlns:v="urn:schemas-microsoft-com:vml" Requires="v">
                <p:oleObj spid="_x0000_s28797" name="Equation" r:id="rId9" imgW="1688367" imgH="406224" progId="Equation.DSMT4">
                  <p:embed/>
                </p:oleObj>
              </mc:Choice>
              <mc:Fallback>
                <p:oleObj name="Equation" r:id="rId9" imgW="1688367" imgH="406224"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7688" y="1737381"/>
                        <a:ext cx="2648726"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582324450"/>
              </p:ext>
            </p:extLst>
          </p:nvPr>
        </p:nvGraphicFramePr>
        <p:xfrm>
          <a:off x="554961" y="2190203"/>
          <a:ext cx="2219203" cy="572697"/>
        </p:xfrm>
        <a:graphic>
          <a:graphicData uri="http://schemas.openxmlformats.org/presentationml/2006/ole">
            <mc:AlternateContent xmlns:mc="http://schemas.openxmlformats.org/markup-compatibility/2006">
              <mc:Choice xmlns:v="urn:schemas-microsoft-com:vml" Requires="v">
                <p:oleObj spid="_x0000_s28798" name="Equation" r:id="rId11" imgW="1396394" imgH="406224" progId="Equation.DSMT4">
                  <p:embed/>
                </p:oleObj>
              </mc:Choice>
              <mc:Fallback>
                <p:oleObj name="Equation" r:id="rId11" imgW="1396394" imgH="406224"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4961" y="2190203"/>
                        <a:ext cx="2219203"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1600579795"/>
              </p:ext>
            </p:extLst>
          </p:nvPr>
        </p:nvGraphicFramePr>
        <p:xfrm>
          <a:off x="3535526" y="1750109"/>
          <a:ext cx="1912402" cy="572697"/>
        </p:xfrm>
        <a:graphic>
          <a:graphicData uri="http://schemas.openxmlformats.org/presentationml/2006/ole">
            <mc:AlternateContent xmlns:mc="http://schemas.openxmlformats.org/markup-compatibility/2006">
              <mc:Choice xmlns:v="urn:schemas-microsoft-com:vml" Requires="v">
                <p:oleObj spid="_x0000_s28799" name="Equation" r:id="rId13" imgW="1218671" imgH="406224" progId="Equation.DSMT4">
                  <p:embed/>
                </p:oleObj>
              </mc:Choice>
              <mc:Fallback>
                <p:oleObj name="Equation" r:id="rId13" imgW="1218671" imgH="406224" progId="Equation.DSMT4">
                  <p:embed/>
                  <p:pic>
                    <p:nvPicPr>
                      <p:cNvPr id="59" name="对象 5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35526" y="1750109"/>
                        <a:ext cx="1912402"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777587235"/>
              </p:ext>
            </p:extLst>
          </p:nvPr>
        </p:nvGraphicFramePr>
        <p:xfrm>
          <a:off x="3523889" y="2173792"/>
          <a:ext cx="1912402" cy="572697"/>
        </p:xfrm>
        <a:graphic>
          <a:graphicData uri="http://schemas.openxmlformats.org/presentationml/2006/ole">
            <mc:AlternateContent xmlns:mc="http://schemas.openxmlformats.org/markup-compatibility/2006">
              <mc:Choice xmlns:v="urn:schemas-microsoft-com:vml" Requires="v">
                <p:oleObj spid="_x0000_s28800" name="Equation" r:id="rId15" imgW="1143000" imgH="406400" progId="Equation.DSMT4">
                  <p:embed/>
                </p:oleObj>
              </mc:Choice>
              <mc:Fallback>
                <p:oleObj name="Equation" r:id="rId15" imgW="1143000" imgH="406400" progId="Equation.DSMT4">
                  <p:embed/>
                  <p:pic>
                    <p:nvPicPr>
                      <p:cNvPr id="61" name="对象 6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23889" y="2173792"/>
                        <a:ext cx="1912402" cy="572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文本框 21"/>
          <p:cNvSpPr txBox="1">
            <a:spLocks noChangeArrowheads="1"/>
          </p:cNvSpPr>
          <p:nvPr/>
        </p:nvSpPr>
        <p:spPr bwMode="auto">
          <a:xfrm>
            <a:off x="379476" y="2753911"/>
            <a:ext cx="5716524" cy="48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齐次方程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右端项为零，无源；亥姆霍兹方程</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graphicFrame>
        <p:nvGraphicFramePr>
          <p:cNvPr id="41" name="对象 40"/>
          <p:cNvGraphicFramePr>
            <a:graphicFrameLocks noChangeAspect="1"/>
          </p:cNvGraphicFramePr>
          <p:nvPr>
            <p:extLst>
              <p:ext uri="{D42A27DB-BD31-4B8C-83A1-F6EECF244321}">
                <p14:modId xmlns:p14="http://schemas.microsoft.com/office/powerpoint/2010/main" val="59505343"/>
              </p:ext>
            </p:extLst>
          </p:nvPr>
        </p:nvGraphicFramePr>
        <p:xfrm>
          <a:off x="1312369" y="3125315"/>
          <a:ext cx="1653873" cy="572421"/>
        </p:xfrm>
        <a:graphic>
          <a:graphicData uri="http://schemas.openxmlformats.org/presentationml/2006/ole">
            <mc:AlternateContent xmlns:mc="http://schemas.openxmlformats.org/markup-compatibility/2006">
              <mc:Choice xmlns:v="urn:schemas-microsoft-com:vml" Requires="v">
                <p:oleObj spid="_x0000_s28801" name="Equation" r:id="rId17" imgW="1054080" imgH="406080" progId="Equation.DSMT4">
                  <p:embed/>
                </p:oleObj>
              </mc:Choice>
              <mc:Fallback>
                <p:oleObj name="Equation" r:id="rId17" imgW="1054080" imgH="406080" progId="Equation.DSMT4">
                  <p:embed/>
                  <p:pic>
                    <p:nvPicPr>
                      <p:cNvPr id="21" name="对象 20"/>
                      <p:cNvPicPr>
                        <a:picLocks noChangeAspect="1" noChangeArrowheads="1"/>
                      </p:cNvPicPr>
                      <p:nvPr/>
                    </p:nvPicPr>
                    <p:blipFill>
                      <a:blip r:embed="rId18"/>
                      <a:srcRect/>
                      <a:stretch>
                        <a:fillRect/>
                      </a:stretch>
                    </p:blipFill>
                    <p:spPr bwMode="auto">
                      <a:xfrm>
                        <a:off x="1312369" y="3125315"/>
                        <a:ext cx="1653873" cy="572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2555343256"/>
              </p:ext>
            </p:extLst>
          </p:nvPr>
        </p:nvGraphicFramePr>
        <p:xfrm>
          <a:off x="1289292" y="3600604"/>
          <a:ext cx="1734550" cy="572421"/>
        </p:xfrm>
        <a:graphic>
          <a:graphicData uri="http://schemas.openxmlformats.org/presentationml/2006/ole">
            <mc:AlternateContent xmlns:mc="http://schemas.openxmlformats.org/markup-compatibility/2006">
              <mc:Choice xmlns:v="urn:schemas-microsoft-com:vml" Requires="v">
                <p:oleObj spid="_x0000_s28802" name="Equation" r:id="rId19" imgW="1091880" imgH="406080" progId="Equation.DSMT4">
                  <p:embed/>
                </p:oleObj>
              </mc:Choice>
              <mc:Fallback>
                <p:oleObj name="Equation" r:id="rId19" imgW="1091880" imgH="406080" progId="Equation.DSMT4">
                  <p:embed/>
                  <p:pic>
                    <p:nvPicPr>
                      <p:cNvPr id="28" name="对象 27"/>
                      <p:cNvPicPr>
                        <a:picLocks noChangeAspect="1" noChangeArrowheads="1"/>
                      </p:cNvPicPr>
                      <p:nvPr/>
                    </p:nvPicPr>
                    <p:blipFill>
                      <a:blip r:embed="rId20"/>
                      <a:srcRect/>
                      <a:stretch>
                        <a:fillRect/>
                      </a:stretch>
                    </p:blipFill>
                    <p:spPr bwMode="auto">
                      <a:xfrm>
                        <a:off x="1289292" y="3600604"/>
                        <a:ext cx="1734550" cy="572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1358958443"/>
              </p:ext>
            </p:extLst>
          </p:nvPr>
        </p:nvGraphicFramePr>
        <p:xfrm>
          <a:off x="3368261" y="3138015"/>
          <a:ext cx="1634664" cy="572421"/>
        </p:xfrm>
        <a:graphic>
          <a:graphicData uri="http://schemas.openxmlformats.org/presentationml/2006/ole">
            <mc:AlternateContent xmlns:mc="http://schemas.openxmlformats.org/markup-compatibility/2006">
              <mc:Choice xmlns:v="urn:schemas-microsoft-com:vml" Requires="v">
                <p:oleObj spid="_x0000_s28803" name="Equation" r:id="rId21" imgW="1041120" imgH="406080" progId="Equation.DSMT4">
                  <p:embed/>
                </p:oleObj>
              </mc:Choice>
              <mc:Fallback>
                <p:oleObj name="Equation" r:id="rId21" imgW="1041120" imgH="406080" progId="Equation.DSMT4">
                  <p:embed/>
                  <p:pic>
                    <p:nvPicPr>
                      <p:cNvPr id="38" name="对象 37"/>
                      <p:cNvPicPr>
                        <a:picLocks noChangeAspect="1" noChangeArrowheads="1"/>
                      </p:cNvPicPr>
                      <p:nvPr/>
                    </p:nvPicPr>
                    <p:blipFill>
                      <a:blip r:embed="rId22"/>
                      <a:srcRect/>
                      <a:stretch>
                        <a:fillRect/>
                      </a:stretch>
                    </p:blipFill>
                    <p:spPr bwMode="auto">
                      <a:xfrm>
                        <a:off x="3368261" y="3138015"/>
                        <a:ext cx="1634664" cy="572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97732840"/>
              </p:ext>
            </p:extLst>
          </p:nvPr>
        </p:nvGraphicFramePr>
        <p:xfrm>
          <a:off x="3407122" y="3607915"/>
          <a:ext cx="1680766" cy="572421"/>
        </p:xfrm>
        <a:graphic>
          <a:graphicData uri="http://schemas.openxmlformats.org/presentationml/2006/ole">
            <mc:AlternateContent xmlns:mc="http://schemas.openxmlformats.org/markup-compatibility/2006">
              <mc:Choice xmlns:v="urn:schemas-microsoft-com:vml" Requires="v">
                <p:oleObj spid="_x0000_s28804" name="Equation" r:id="rId23" imgW="1002960" imgH="406080" progId="Equation.DSMT4">
                  <p:embed/>
                </p:oleObj>
              </mc:Choice>
              <mc:Fallback>
                <p:oleObj name="Equation" r:id="rId23" imgW="1002960" imgH="406080" progId="Equation.DSMT4">
                  <p:embed/>
                  <p:pic>
                    <p:nvPicPr>
                      <p:cNvPr id="39" name="对象 38"/>
                      <p:cNvPicPr>
                        <a:picLocks noChangeAspect="1" noChangeArrowheads="1"/>
                      </p:cNvPicPr>
                      <p:nvPr/>
                    </p:nvPicPr>
                    <p:blipFill>
                      <a:blip r:embed="rId24"/>
                      <a:srcRect/>
                      <a:stretch>
                        <a:fillRect/>
                      </a:stretch>
                    </p:blipFill>
                    <p:spPr bwMode="auto">
                      <a:xfrm>
                        <a:off x="3407122" y="3607915"/>
                        <a:ext cx="1680766" cy="5724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文本框 20"/>
          <p:cNvSpPr txBox="1">
            <a:spLocks noChangeArrowheads="1"/>
          </p:cNvSpPr>
          <p:nvPr/>
        </p:nvSpPr>
        <p:spPr bwMode="auto">
          <a:xfrm>
            <a:off x="387034" y="4083555"/>
            <a:ext cx="5492942" cy="48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静态场非其次方程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时间导数为零，泊松方程</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graphicFrame>
        <p:nvGraphicFramePr>
          <p:cNvPr id="46" name="对象 45"/>
          <p:cNvGraphicFramePr>
            <a:graphicFrameLocks noChangeAspect="1"/>
          </p:cNvGraphicFramePr>
          <p:nvPr>
            <p:extLst>
              <p:ext uri="{D42A27DB-BD31-4B8C-83A1-F6EECF244321}">
                <p14:modId xmlns:p14="http://schemas.microsoft.com/office/powerpoint/2010/main" val="3010397589"/>
              </p:ext>
            </p:extLst>
          </p:nvPr>
        </p:nvGraphicFramePr>
        <p:xfrm>
          <a:off x="1541317" y="4422070"/>
          <a:ext cx="1269892" cy="549371"/>
        </p:xfrm>
        <a:graphic>
          <a:graphicData uri="http://schemas.openxmlformats.org/presentationml/2006/ole">
            <mc:AlternateContent xmlns:mc="http://schemas.openxmlformats.org/markup-compatibility/2006">
              <mc:Choice xmlns:v="urn:schemas-microsoft-com:vml" Requires="v">
                <p:oleObj spid="_x0000_s28805" name="Equation" r:id="rId25" imgW="736560" imgH="355320" progId="Equation.DSMT4">
                  <p:embed/>
                </p:oleObj>
              </mc:Choice>
              <mc:Fallback>
                <p:oleObj name="Equation" r:id="rId25" imgW="736560" imgH="355320" progId="Equation.DSMT4">
                  <p:embed/>
                  <p:pic>
                    <p:nvPicPr>
                      <p:cNvPr id="21" name="对象 20"/>
                      <p:cNvPicPr>
                        <a:picLocks noChangeAspect="1" noChangeArrowheads="1"/>
                      </p:cNvPicPr>
                      <p:nvPr/>
                    </p:nvPicPr>
                    <p:blipFill>
                      <a:blip r:embed="rId26"/>
                      <a:srcRect/>
                      <a:stretch>
                        <a:fillRect/>
                      </a:stretch>
                    </p:blipFill>
                    <p:spPr bwMode="auto">
                      <a:xfrm>
                        <a:off x="1541317" y="4422070"/>
                        <a:ext cx="1269892" cy="5493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2582679808"/>
              </p:ext>
            </p:extLst>
          </p:nvPr>
        </p:nvGraphicFramePr>
        <p:xfrm>
          <a:off x="1559744" y="4926044"/>
          <a:ext cx="1310037" cy="286210"/>
        </p:xfrm>
        <a:graphic>
          <a:graphicData uri="http://schemas.openxmlformats.org/presentationml/2006/ole">
            <mc:AlternateContent xmlns:mc="http://schemas.openxmlformats.org/markup-compatibility/2006">
              <mc:Choice xmlns:v="urn:schemas-microsoft-com:vml" Requires="v">
                <p:oleObj spid="_x0000_s28806" name="Equation" r:id="rId27" imgW="825480" imgH="203040" progId="Equation.DSMT4">
                  <p:embed/>
                </p:oleObj>
              </mc:Choice>
              <mc:Fallback>
                <p:oleObj name="Equation" r:id="rId27" imgW="825480" imgH="203040" progId="Equation.DSMT4">
                  <p:embed/>
                  <p:pic>
                    <p:nvPicPr>
                      <p:cNvPr id="28" name="对象 27"/>
                      <p:cNvPicPr>
                        <a:picLocks noChangeAspect="1" noChangeArrowheads="1"/>
                      </p:cNvPicPr>
                      <p:nvPr/>
                    </p:nvPicPr>
                    <p:blipFill>
                      <a:blip r:embed="rId28"/>
                      <a:srcRect/>
                      <a:stretch>
                        <a:fillRect/>
                      </a:stretch>
                    </p:blipFill>
                    <p:spPr bwMode="auto">
                      <a:xfrm>
                        <a:off x="1559744" y="4926044"/>
                        <a:ext cx="1310037" cy="286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1332964906"/>
              </p:ext>
            </p:extLst>
          </p:nvPr>
        </p:nvGraphicFramePr>
        <p:xfrm>
          <a:off x="3722245" y="4546514"/>
          <a:ext cx="1077611" cy="322707"/>
        </p:xfrm>
        <a:graphic>
          <a:graphicData uri="http://schemas.openxmlformats.org/presentationml/2006/ole">
            <mc:AlternateContent xmlns:mc="http://schemas.openxmlformats.org/markup-compatibility/2006">
              <mc:Choice xmlns:v="urn:schemas-microsoft-com:vml" Requires="v">
                <p:oleObj spid="_x0000_s28807" name="Equation" r:id="rId29" imgW="685800" imgH="228600" progId="Equation.DSMT4">
                  <p:embed/>
                </p:oleObj>
              </mc:Choice>
              <mc:Fallback>
                <p:oleObj name="Equation" r:id="rId29" imgW="685800" imgH="228600" progId="Equation.DSMT4">
                  <p:embed/>
                  <p:pic>
                    <p:nvPicPr>
                      <p:cNvPr id="38" name="对象 37"/>
                      <p:cNvPicPr>
                        <a:picLocks noChangeAspect="1" noChangeArrowheads="1"/>
                      </p:cNvPicPr>
                      <p:nvPr/>
                    </p:nvPicPr>
                    <p:blipFill>
                      <a:blip r:embed="rId30"/>
                      <a:srcRect/>
                      <a:stretch>
                        <a:fillRect/>
                      </a:stretch>
                    </p:blipFill>
                    <p:spPr bwMode="auto">
                      <a:xfrm>
                        <a:off x="3722245" y="4546514"/>
                        <a:ext cx="1077611" cy="3227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对象 52"/>
          <p:cNvGraphicFramePr>
            <a:graphicFrameLocks noChangeAspect="1"/>
          </p:cNvGraphicFramePr>
          <p:nvPr>
            <p:extLst>
              <p:ext uri="{D42A27DB-BD31-4B8C-83A1-F6EECF244321}">
                <p14:modId xmlns:p14="http://schemas.microsoft.com/office/powerpoint/2010/main" val="198316383"/>
              </p:ext>
            </p:extLst>
          </p:nvPr>
        </p:nvGraphicFramePr>
        <p:xfrm>
          <a:off x="3707997" y="4855970"/>
          <a:ext cx="1041115" cy="499428"/>
        </p:xfrm>
        <a:graphic>
          <a:graphicData uri="http://schemas.openxmlformats.org/presentationml/2006/ole">
            <mc:AlternateContent xmlns:mc="http://schemas.openxmlformats.org/markup-compatibility/2006">
              <mc:Choice xmlns:v="urn:schemas-microsoft-com:vml" Requires="v">
                <p:oleObj spid="_x0000_s28808" name="Equation" r:id="rId31" imgW="622080" imgH="355320" progId="Equation.DSMT4">
                  <p:embed/>
                </p:oleObj>
              </mc:Choice>
              <mc:Fallback>
                <p:oleObj name="Equation" r:id="rId31" imgW="622080" imgH="355320" progId="Equation.DSMT4">
                  <p:embed/>
                  <p:pic>
                    <p:nvPicPr>
                      <p:cNvPr id="39" name="对象 38"/>
                      <p:cNvPicPr>
                        <a:picLocks noChangeAspect="1" noChangeArrowheads="1"/>
                      </p:cNvPicPr>
                      <p:nvPr/>
                    </p:nvPicPr>
                    <p:blipFill>
                      <a:blip r:embed="rId32"/>
                      <a:srcRect/>
                      <a:stretch>
                        <a:fillRect/>
                      </a:stretch>
                    </p:blipFill>
                    <p:spPr bwMode="auto">
                      <a:xfrm>
                        <a:off x="3707997" y="4855970"/>
                        <a:ext cx="1041115" cy="4994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文本框 23"/>
          <p:cNvSpPr txBox="1">
            <a:spLocks noChangeArrowheads="1"/>
          </p:cNvSpPr>
          <p:nvPr/>
        </p:nvSpPr>
        <p:spPr bwMode="auto">
          <a:xfrm>
            <a:off x="394409" y="5241812"/>
            <a:ext cx="541356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dirty="0">
                <a:latin typeface="黑体" panose="02010609060101010101" pitchFamily="49" charset="-122"/>
                <a:ea typeface="黑体" panose="02010609060101010101" pitchFamily="49" charset="-122"/>
              </a:rPr>
              <a:t>静态场齐次方程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时间导数和右端项为零，拉普拉斯方程</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graphicFrame>
        <p:nvGraphicFramePr>
          <p:cNvPr id="55" name="对象 54"/>
          <p:cNvGraphicFramePr>
            <a:graphicFrameLocks noChangeAspect="1"/>
          </p:cNvGraphicFramePr>
          <p:nvPr>
            <p:extLst>
              <p:ext uri="{D42A27DB-BD31-4B8C-83A1-F6EECF244321}">
                <p14:modId xmlns:p14="http://schemas.microsoft.com/office/powerpoint/2010/main" val="2162666748"/>
              </p:ext>
            </p:extLst>
          </p:nvPr>
        </p:nvGraphicFramePr>
        <p:xfrm>
          <a:off x="1843335" y="5858532"/>
          <a:ext cx="795243" cy="286211"/>
        </p:xfrm>
        <a:graphic>
          <a:graphicData uri="http://schemas.openxmlformats.org/presentationml/2006/ole">
            <mc:AlternateContent xmlns:mc="http://schemas.openxmlformats.org/markup-compatibility/2006">
              <mc:Choice xmlns:v="urn:schemas-microsoft-com:vml" Requires="v">
                <p:oleObj spid="_x0000_s28809" name="Equation" r:id="rId33" imgW="507960" imgH="203040" progId="Equation.DSMT4">
                  <p:embed/>
                </p:oleObj>
              </mc:Choice>
              <mc:Fallback>
                <p:oleObj name="Equation" r:id="rId33" imgW="507960" imgH="203040" progId="Equation.DSMT4">
                  <p:embed/>
                  <p:pic>
                    <p:nvPicPr>
                      <p:cNvPr id="46" name="对象 45"/>
                      <p:cNvPicPr>
                        <a:picLocks noChangeAspect="1" noChangeArrowheads="1"/>
                      </p:cNvPicPr>
                      <p:nvPr/>
                    </p:nvPicPr>
                    <p:blipFill>
                      <a:blip r:embed="rId34"/>
                      <a:srcRect/>
                      <a:stretch>
                        <a:fillRect/>
                      </a:stretch>
                    </p:blipFill>
                    <p:spPr bwMode="auto">
                      <a:xfrm>
                        <a:off x="1843335" y="5858532"/>
                        <a:ext cx="795243" cy="286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对象 55"/>
          <p:cNvGraphicFramePr>
            <a:graphicFrameLocks noChangeAspect="1"/>
          </p:cNvGraphicFramePr>
          <p:nvPr>
            <p:extLst>
              <p:ext uri="{D42A27DB-BD31-4B8C-83A1-F6EECF244321}">
                <p14:modId xmlns:p14="http://schemas.microsoft.com/office/powerpoint/2010/main" val="349252504"/>
              </p:ext>
            </p:extLst>
          </p:nvPr>
        </p:nvGraphicFramePr>
        <p:xfrm>
          <a:off x="1813514" y="6149838"/>
          <a:ext cx="827897" cy="286210"/>
        </p:xfrm>
        <a:graphic>
          <a:graphicData uri="http://schemas.openxmlformats.org/presentationml/2006/ole">
            <mc:AlternateContent xmlns:mc="http://schemas.openxmlformats.org/markup-compatibility/2006">
              <mc:Choice xmlns:v="urn:schemas-microsoft-com:vml" Requires="v">
                <p:oleObj spid="_x0000_s28810" name="Equation" r:id="rId35" imgW="520560" imgH="203040" progId="Equation.DSMT4">
                  <p:embed/>
                </p:oleObj>
              </mc:Choice>
              <mc:Fallback>
                <p:oleObj name="Equation" r:id="rId35" imgW="520560" imgH="203040" progId="Equation.DSMT4">
                  <p:embed/>
                  <p:pic>
                    <p:nvPicPr>
                      <p:cNvPr id="48" name="对象 47"/>
                      <p:cNvPicPr>
                        <a:picLocks noChangeAspect="1" noChangeArrowheads="1"/>
                      </p:cNvPicPr>
                      <p:nvPr/>
                    </p:nvPicPr>
                    <p:blipFill>
                      <a:blip r:embed="rId36"/>
                      <a:srcRect/>
                      <a:stretch>
                        <a:fillRect/>
                      </a:stretch>
                    </p:blipFill>
                    <p:spPr bwMode="auto">
                      <a:xfrm>
                        <a:off x="1813514" y="6149838"/>
                        <a:ext cx="827897" cy="286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对象 56"/>
          <p:cNvGraphicFramePr>
            <a:graphicFrameLocks noChangeAspect="1"/>
          </p:cNvGraphicFramePr>
          <p:nvPr>
            <p:extLst>
              <p:ext uri="{D42A27DB-BD31-4B8C-83A1-F6EECF244321}">
                <p14:modId xmlns:p14="http://schemas.microsoft.com/office/powerpoint/2010/main" val="3994040168"/>
              </p:ext>
            </p:extLst>
          </p:nvPr>
        </p:nvGraphicFramePr>
        <p:xfrm>
          <a:off x="3897306" y="5869477"/>
          <a:ext cx="779876" cy="288132"/>
        </p:xfrm>
        <a:graphic>
          <a:graphicData uri="http://schemas.openxmlformats.org/presentationml/2006/ole">
            <mc:AlternateContent xmlns:mc="http://schemas.openxmlformats.org/markup-compatibility/2006">
              <mc:Choice xmlns:v="urn:schemas-microsoft-com:vml" Requires="v">
                <p:oleObj spid="_x0000_s28811" name="Equation" r:id="rId37" imgW="495000" imgH="203040" progId="Equation.DSMT4">
                  <p:embed/>
                </p:oleObj>
              </mc:Choice>
              <mc:Fallback>
                <p:oleObj name="Equation" r:id="rId37" imgW="495000" imgH="203040" progId="Equation.DSMT4">
                  <p:embed/>
                  <p:pic>
                    <p:nvPicPr>
                      <p:cNvPr id="49" name="对象 48"/>
                      <p:cNvPicPr>
                        <a:picLocks noChangeAspect="1" noChangeArrowheads="1"/>
                      </p:cNvPicPr>
                      <p:nvPr/>
                    </p:nvPicPr>
                    <p:blipFill>
                      <a:blip r:embed="rId38"/>
                      <a:srcRect/>
                      <a:stretch>
                        <a:fillRect/>
                      </a:stretch>
                    </p:blipFill>
                    <p:spPr bwMode="auto">
                      <a:xfrm>
                        <a:off x="3897306" y="5869477"/>
                        <a:ext cx="779876" cy="288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942582828"/>
              </p:ext>
            </p:extLst>
          </p:nvPr>
        </p:nvGraphicFramePr>
        <p:xfrm>
          <a:off x="3872748" y="6132551"/>
          <a:ext cx="806768" cy="320785"/>
        </p:xfrm>
        <a:graphic>
          <a:graphicData uri="http://schemas.openxmlformats.org/presentationml/2006/ole">
            <mc:AlternateContent xmlns:mc="http://schemas.openxmlformats.org/markup-compatibility/2006">
              <mc:Choice xmlns:v="urn:schemas-microsoft-com:vml" Requires="v">
                <p:oleObj spid="_x0000_s28812" name="Equation" r:id="rId39" imgW="482400" imgH="228600" progId="Equation.DSMT4">
                  <p:embed/>
                </p:oleObj>
              </mc:Choice>
              <mc:Fallback>
                <p:oleObj name="Equation" r:id="rId39" imgW="482400" imgH="228600" progId="Equation.DSMT4">
                  <p:embed/>
                  <p:pic>
                    <p:nvPicPr>
                      <p:cNvPr id="53" name="对象 52"/>
                      <p:cNvPicPr>
                        <a:picLocks noChangeAspect="1" noChangeArrowheads="1"/>
                      </p:cNvPicPr>
                      <p:nvPr/>
                    </p:nvPicPr>
                    <p:blipFill>
                      <a:blip r:embed="rId40"/>
                      <a:srcRect/>
                      <a:stretch>
                        <a:fillRect/>
                      </a:stretch>
                    </p:blipFill>
                    <p:spPr bwMode="auto">
                      <a:xfrm>
                        <a:off x="3872748" y="6132551"/>
                        <a:ext cx="806768" cy="320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矩形 58"/>
          <p:cNvSpPr/>
          <p:nvPr/>
        </p:nvSpPr>
        <p:spPr>
          <a:xfrm>
            <a:off x="6312025" y="1468251"/>
            <a:ext cx="2033718" cy="406265"/>
          </a:xfrm>
          <a:prstGeom prst="rect">
            <a:avLst/>
          </a:prstGeom>
        </p:spPr>
        <p:txBody>
          <a:bodyPr wrap="square">
            <a:spAutoFit/>
          </a:bodyPr>
          <a:lstStyle/>
          <a:p>
            <a:r>
              <a:rPr lang="zh-CN" altLang="en-US" kern="100" dirty="0">
                <a:latin typeface="黑体" panose="02010609060101010101" pitchFamily="49" charset="-122"/>
                <a:ea typeface="黑体" panose="02010609060101010101" pitchFamily="49" charset="-122"/>
                <a:cs typeface="Times New Roman" panose="02020603050405020304" pitchFamily="18" charset="0"/>
              </a:rPr>
              <a:t>旋度方程求旋度</a:t>
            </a:r>
            <a:endParaRPr lang="zh-CN" altLang="en-US" dirty="0">
              <a:latin typeface="黑体" panose="02010609060101010101" pitchFamily="49" charset="-122"/>
              <a:ea typeface="黑体" panose="02010609060101010101" pitchFamily="49" charset="-122"/>
            </a:endParaRPr>
          </a:p>
        </p:txBody>
      </p:sp>
      <p:sp>
        <p:nvSpPr>
          <p:cNvPr id="60" name="矩形 59"/>
          <p:cNvSpPr/>
          <p:nvPr/>
        </p:nvSpPr>
        <p:spPr>
          <a:xfrm>
            <a:off x="6326996" y="2620822"/>
            <a:ext cx="2033718" cy="406265"/>
          </a:xfrm>
          <a:prstGeom prst="rect">
            <a:avLst/>
          </a:prstGeom>
        </p:spPr>
        <p:txBody>
          <a:bodyPr wrap="square">
            <a:spAutoFit/>
          </a:bodyPr>
          <a:lstStyle/>
          <a:p>
            <a:r>
              <a:rPr lang="zh-CN" altLang="en-US" kern="100" dirty="0">
                <a:latin typeface="黑体" panose="02010609060101010101" pitchFamily="49" charset="-122"/>
                <a:ea typeface="黑体" panose="02010609060101010101" pitchFamily="49" charset="-122"/>
                <a:cs typeface="Times New Roman" panose="02020603050405020304" pitchFamily="18" charset="0"/>
              </a:rPr>
              <a:t>代入磁场旋度方程</a:t>
            </a:r>
            <a:endParaRPr lang="zh-CN" altLang="en-US"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61" name="矩形 60"/>
              <p:cNvSpPr/>
              <p:nvPr/>
            </p:nvSpPr>
            <p:spPr>
              <a:xfrm>
                <a:off x="6312023" y="1803832"/>
                <a:ext cx="4044443" cy="406265"/>
              </a:xfrm>
              <a:prstGeom prst="rect">
                <a:avLst/>
              </a:prstGeom>
            </p:spPr>
            <p:txBody>
              <a:bodyPr wrap="square">
                <a:spAutoFit/>
              </a:bodyPr>
              <a:lstStyle/>
              <a:p>
                <a:r>
                  <a:rPr lang="zh-CN" altLang="en-US" kern="100" dirty="0">
                    <a:latin typeface="黑体" panose="02010609060101010101" pitchFamily="49" charset="-122"/>
                    <a:ea typeface="黑体" panose="02010609060101010101" pitchFamily="49" charset="-122"/>
                    <a:cs typeface="Times New Roman" panose="02020603050405020304" pitchFamily="18" charset="0"/>
                  </a:rPr>
                  <a:t>矢量恒等式、电场散度方程和 </a:t>
                </a:r>
                <a14:m>
                  <m:oMath xmlns:m="http://schemas.openxmlformats.org/officeDocument/2006/math">
                    <m:r>
                      <a:rPr lang="en-US" altLang="zh-CN" b="1" i="1" kern="100" smtClean="0">
                        <a:latin typeface="Cambria Math" panose="02040503050406030204" pitchFamily="18" charset="0"/>
                        <a:ea typeface="黑体" panose="02010609060101010101" pitchFamily="49" charset="-122"/>
                        <a:cs typeface="Times New Roman" panose="02020603050405020304" pitchFamily="18" charset="0"/>
                      </a:rPr>
                      <m:t>𝑫</m:t>
                    </m:r>
                    <m:r>
                      <a:rPr lang="en-US" altLang="zh-CN" b="0" i="1" kern="100" smtClean="0">
                        <a:latin typeface="Cambria Math" panose="02040503050406030204" pitchFamily="18" charset="0"/>
                        <a:ea typeface="黑体" panose="02010609060101010101" pitchFamily="49" charset="-122"/>
                        <a:cs typeface="Times New Roman" panose="02020603050405020304" pitchFamily="18" charset="0"/>
                      </a:rPr>
                      <m:t>=</m:t>
                    </m:r>
                    <m:r>
                      <a:rPr lang="zh-CN" altLang="en-US" b="0" i="1" kern="100" smtClean="0">
                        <a:latin typeface="Cambria Math" panose="02040503050406030204" pitchFamily="18" charset="0"/>
                        <a:ea typeface="黑体" panose="02010609060101010101" pitchFamily="49" charset="-122"/>
                        <a:cs typeface="Times New Roman" panose="02020603050405020304" pitchFamily="18" charset="0"/>
                      </a:rPr>
                      <m:t>𝜀</m:t>
                    </m:r>
                    <m:r>
                      <a:rPr lang="en-US" altLang="zh-CN" b="1" i="1" kern="100" smtClean="0">
                        <a:latin typeface="Cambria Math" panose="02040503050406030204" pitchFamily="18" charset="0"/>
                        <a:ea typeface="黑体" panose="02010609060101010101" pitchFamily="49" charset="-122"/>
                        <a:cs typeface="Times New Roman" panose="02020603050405020304" pitchFamily="18" charset="0"/>
                      </a:rPr>
                      <m:t>𝑬</m:t>
                    </m:r>
                  </m:oMath>
                </a14:m>
                <a:endParaRPr lang="zh-CN" altLang="en-US" b="1" dirty="0">
                  <a:latin typeface="黑体" panose="02010609060101010101" pitchFamily="49" charset="-122"/>
                  <a:ea typeface="黑体" panose="02010609060101010101" pitchFamily="49" charset="-122"/>
                </a:endParaRPr>
              </a:p>
            </p:txBody>
          </p:sp>
        </mc:Choice>
        <mc:Fallback xmlns="">
          <p:sp>
            <p:nvSpPr>
              <p:cNvPr id="61" name="矩形 60"/>
              <p:cNvSpPr>
                <a:spLocks noRot="1" noChangeAspect="1" noMove="1" noResize="1" noEditPoints="1" noAdjustHandles="1" noChangeArrowheads="1" noChangeShapeType="1" noTextEdit="1"/>
              </p:cNvSpPr>
              <p:nvPr/>
            </p:nvSpPr>
            <p:spPr>
              <a:xfrm>
                <a:off x="6312023" y="1803832"/>
                <a:ext cx="4044443" cy="406265"/>
              </a:xfrm>
              <a:prstGeom prst="rect">
                <a:avLst/>
              </a:prstGeom>
              <a:blipFill>
                <a:blip r:embed="rId41"/>
                <a:stretch>
                  <a:fillRect l="-1205" t="-11940" b="-10448"/>
                </a:stretch>
              </a:blipFill>
            </p:spPr>
            <p:txBody>
              <a:bodyPr/>
              <a:lstStyle/>
              <a:p>
                <a:r>
                  <a:rPr lang="zh-CN" altLang="en-US">
                    <a:noFill/>
                  </a:rPr>
                  <a:t> </a:t>
                </a:r>
              </a:p>
            </p:txBody>
          </p:sp>
        </mc:Fallback>
      </mc:AlternateContent>
      <p:sp>
        <p:nvSpPr>
          <p:cNvPr id="62" name="矩形 61"/>
          <p:cNvSpPr/>
          <p:nvPr/>
        </p:nvSpPr>
        <p:spPr>
          <a:xfrm>
            <a:off x="6312024" y="3594309"/>
            <a:ext cx="1402263" cy="406265"/>
          </a:xfrm>
          <a:prstGeom prst="rect">
            <a:avLst/>
          </a:prstGeom>
        </p:spPr>
        <p:txBody>
          <a:bodyPr wrap="square">
            <a:spAutoFit/>
          </a:bodyPr>
          <a:lstStyle/>
          <a:p>
            <a:r>
              <a:rPr lang="zh-CN" altLang="en-US" kern="100" dirty="0">
                <a:latin typeface="黑体" panose="02010609060101010101" pitchFamily="49" charset="-122"/>
                <a:ea typeface="黑体" panose="02010609060101010101" pitchFamily="49" charset="-122"/>
                <a:cs typeface="Times New Roman" panose="02020603050405020304" pitchFamily="18" charset="0"/>
              </a:rPr>
              <a:t>整理可得</a:t>
            </a:r>
            <a:endParaRPr lang="zh-CN" altLang="en-US" dirty="0">
              <a:latin typeface="黑体" panose="02010609060101010101" pitchFamily="49" charset="-122"/>
              <a:ea typeface="黑体" panose="02010609060101010101" pitchFamily="49" charset="-122"/>
            </a:endParaRPr>
          </a:p>
        </p:txBody>
      </p:sp>
      <p:graphicFrame>
        <p:nvGraphicFramePr>
          <p:cNvPr id="64" name="对象 63"/>
          <p:cNvGraphicFramePr>
            <a:graphicFrameLocks noChangeAspect="1"/>
          </p:cNvGraphicFramePr>
          <p:nvPr>
            <p:extLst>
              <p:ext uri="{D42A27DB-BD31-4B8C-83A1-F6EECF244321}">
                <p14:modId xmlns:p14="http://schemas.microsoft.com/office/powerpoint/2010/main" val="3174801644"/>
              </p:ext>
            </p:extLst>
          </p:nvPr>
        </p:nvGraphicFramePr>
        <p:xfrm>
          <a:off x="8140754" y="3533981"/>
          <a:ext cx="2407933" cy="520634"/>
        </p:xfrm>
        <a:graphic>
          <a:graphicData uri="http://schemas.openxmlformats.org/presentationml/2006/ole">
            <mc:AlternateContent xmlns:mc="http://schemas.openxmlformats.org/markup-compatibility/2006">
              <mc:Choice xmlns:v="urn:schemas-microsoft-com:vml" Requires="v">
                <p:oleObj spid="_x0000_s28813" name="Equation" r:id="rId9" imgW="1688367" imgH="406224" progId="Equation.DSMT4">
                  <p:embed/>
                </p:oleObj>
              </mc:Choice>
              <mc:Fallback>
                <p:oleObj name="Equation" r:id="rId9" imgW="1688367" imgH="406224" progId="Equation.DSMT4">
                  <p:embed/>
                  <p:pic>
                    <p:nvPicPr>
                      <p:cNvPr id="21" name="对象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40754" y="3533981"/>
                        <a:ext cx="2407933" cy="5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 name="文本框 64"/>
          <p:cNvSpPr txBox="1"/>
          <p:nvPr/>
        </p:nvSpPr>
        <p:spPr>
          <a:xfrm>
            <a:off x="6343480" y="4283307"/>
            <a:ext cx="5127508" cy="2246769"/>
          </a:xfrm>
          <a:prstGeom prst="rect">
            <a:avLst/>
          </a:prstGeom>
          <a:noFill/>
          <a:ln w="28575">
            <a:solidFill>
              <a:srgbClr val="7030A0"/>
            </a:solidFill>
          </a:ln>
        </p:spPr>
        <p:txBody>
          <a:bodyPr wrap="square">
            <a:spAutoFit/>
          </a:bodyPr>
          <a:lstStyle/>
          <a:p>
            <a:pPr marL="285750" indent="-285750" algn="just">
              <a:buFont typeface="Wingdings" panose="05000000000000000000" pitchFamily="2" charset="2"/>
              <a:buChar char="n"/>
              <a:defRPr/>
            </a:pPr>
            <a:r>
              <a:rPr lang="zh-CN" altLang="en-US" sz="2000" dirty="0">
                <a:latin typeface="黑体" panose="02010609060101010101" pitchFamily="49" charset="-122"/>
                <a:ea typeface="黑体" panose="02010609060101010101" pitchFamily="49" charset="-122"/>
              </a:rPr>
              <a:t>为什么要波动方程：</a:t>
            </a:r>
            <a:endParaRPr lang="en-US" altLang="zh-CN" sz="2000" dirty="0">
              <a:latin typeface="黑体" panose="02010609060101010101" pitchFamily="49" charset="-122"/>
              <a:ea typeface="黑体" panose="02010609060101010101" pitchFamily="49" charset="-122"/>
            </a:endParaRPr>
          </a:p>
          <a:p>
            <a:pPr marL="285750" indent="-285750" algn="just">
              <a:buFont typeface="Wingdings" panose="05000000000000000000" pitchFamily="2" charset="2"/>
              <a:buChar char="Ø"/>
              <a:defRPr/>
            </a:pPr>
            <a:r>
              <a:rPr lang="zh-CN" altLang="en-US" sz="2000" dirty="0">
                <a:latin typeface="黑体" panose="02010609060101010101" pitchFamily="49" charset="-122"/>
                <a:ea typeface="黑体" panose="02010609060101010101" pitchFamily="49" charset="-122"/>
              </a:rPr>
              <a:t>数学去耦：只剩电场或磁场</a:t>
            </a:r>
            <a:endParaRPr lang="en-US" altLang="zh-CN" sz="2000" dirty="0">
              <a:latin typeface="黑体" panose="02010609060101010101" pitchFamily="49" charset="-122"/>
              <a:ea typeface="黑体" panose="02010609060101010101" pitchFamily="49" charset="-122"/>
            </a:endParaRPr>
          </a:p>
          <a:p>
            <a:pPr marL="285750" indent="-285750" algn="just">
              <a:buFont typeface="Wingdings" panose="05000000000000000000" pitchFamily="2" charset="2"/>
              <a:buChar char="Ø"/>
              <a:defRPr/>
            </a:pPr>
            <a:r>
              <a:rPr lang="zh-CN" altLang="en-US" sz="2000" dirty="0">
                <a:latin typeface="黑体" panose="02010609060101010101" pitchFamily="49" charset="-122"/>
                <a:ea typeface="黑体" panose="02010609060101010101" pitchFamily="49" charset="-122"/>
              </a:rPr>
              <a:t>物理特征</a:t>
            </a:r>
            <a:r>
              <a:rPr lang="zh-CN" altLang="en-US" sz="2000" dirty="0">
                <a:solidFill>
                  <a:srgbClr val="FF0000"/>
                </a:solidFill>
                <a:latin typeface="黑体" panose="02010609060101010101" pitchFamily="49" charset="-122"/>
                <a:ea typeface="黑体" panose="02010609060101010101" pitchFamily="49" charset="-122"/>
              </a:rPr>
              <a:t>（波动）：左端项形式一样，空间变化与时间变化耦合补偿</a:t>
            </a:r>
            <a:endParaRPr lang="en-US" altLang="zh-CN" sz="2000" dirty="0">
              <a:solidFill>
                <a:srgbClr val="FF0000"/>
              </a:solidFill>
              <a:latin typeface="黑体" panose="02010609060101010101" pitchFamily="49" charset="-122"/>
              <a:ea typeface="黑体" panose="02010609060101010101" pitchFamily="49" charset="-122"/>
            </a:endParaRPr>
          </a:p>
          <a:p>
            <a:pPr marL="285750" indent="-285750" algn="just">
              <a:buFont typeface="Wingdings" panose="05000000000000000000" pitchFamily="2" charset="2"/>
              <a:buChar char="n"/>
              <a:defRPr/>
            </a:pPr>
            <a:r>
              <a:rPr lang="zh-CN" altLang="zh-CN" sz="2000" dirty="0">
                <a:latin typeface="黑体" panose="02010609060101010101" pitchFamily="49" charset="-122"/>
                <a:ea typeface="黑体" panose="02010609060101010101" pitchFamily="49" charset="-122"/>
              </a:rPr>
              <a:t>电场和磁场波动方程的解不一定满足麦克斯韦方程，而只有满足麦克斯韦方程的解才是我们需要的电磁场的解。</a:t>
            </a:r>
          </a:p>
        </p:txBody>
      </p:sp>
    </p:spTree>
    <p:extLst>
      <p:ext uri="{BB962C8B-B14F-4D97-AF65-F5344CB8AC3E}">
        <p14:creationId xmlns:p14="http://schemas.microsoft.com/office/powerpoint/2010/main" val="421421372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838200" y="116633"/>
            <a:ext cx="10515600" cy="607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defTabSz="914400"/>
            <a:r>
              <a:rPr lang="zh-CN" altLang="en-US" sz="2800" dirty="0">
                <a:solidFill>
                  <a:srgbClr val="0070C0"/>
                </a:solidFill>
                <a:latin typeface="黑体" panose="02010609060101010101" pitchFamily="49" charset="-122"/>
                <a:ea typeface="黑体" panose="02010609060101010101" pitchFamily="49" charset="-122"/>
              </a:rPr>
              <a:t>电磁场基本理论</a:t>
            </a:r>
            <a:r>
              <a:rPr lang="en-US" altLang="zh-CN" sz="2800" dirty="0">
                <a:solidFill>
                  <a:srgbClr val="0070C0"/>
                </a:solidFill>
                <a:latin typeface="黑体" panose="02010609060101010101" pitchFamily="49" charset="-122"/>
                <a:ea typeface="黑体" panose="02010609060101010101" pitchFamily="49" charset="-122"/>
              </a:rPr>
              <a:t>:</a:t>
            </a:r>
            <a:r>
              <a:rPr lang="zh-CN" altLang="en-US" sz="2800" dirty="0">
                <a:solidFill>
                  <a:srgbClr val="FF0000"/>
                </a:solidFill>
                <a:latin typeface="黑体" panose="02010609060101010101" pitchFamily="49" charset="-122"/>
                <a:ea typeface="黑体" panose="02010609060101010101" pitchFamily="49" charset="-122"/>
              </a:rPr>
              <a:t>小结</a:t>
            </a:r>
            <a:endParaRPr lang="zh-CN" altLang="en-US" sz="2800" dirty="0"/>
          </a:p>
        </p:txBody>
      </p:sp>
      <p:sp>
        <p:nvSpPr>
          <p:cNvPr id="4" name="矩形 3"/>
          <p:cNvSpPr/>
          <p:nvPr/>
        </p:nvSpPr>
        <p:spPr>
          <a:xfrm>
            <a:off x="479376" y="840684"/>
            <a:ext cx="10585176" cy="5078313"/>
          </a:xfrm>
          <a:prstGeom prst="rect">
            <a:avLst/>
          </a:prstGeom>
        </p:spPr>
        <p:txBody>
          <a:bodyPr wrap="square">
            <a:spAutoFit/>
          </a:bodyPr>
          <a:lstStyle/>
          <a:p>
            <a:pPr marL="285750" indent="-285750" algn="just">
              <a:spcAft>
                <a:spcPts val="0"/>
              </a:spcAft>
              <a:buFont typeface="Wingdings" panose="05000000000000000000" pitchFamily="2" charset="2"/>
              <a:buChar char="n"/>
            </a:pPr>
            <a:r>
              <a:rPr lang="zh-CN" altLang="zh-CN" kern="100" dirty="0">
                <a:latin typeface="黑体" panose="02010609060101010101" pitchFamily="49" charset="-122"/>
                <a:ea typeface="黑体" panose="02010609060101010101" pitchFamily="49" charset="-122"/>
                <a:cs typeface="Times New Roman" panose="02020603050405020304" pitchFamily="18" charset="0"/>
              </a:rPr>
              <a:t>电磁场是静止质量为零的非实物形态物质，具有能量和动量，能够不依赖电荷独立存在。电荷本身不是任何形态的物质，电荷只是</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某种</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实物形态物质的一种</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内禀</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属性。实物形态的物质是具有静止质量的物质。电荷和电流必然伴随着电磁场，麦克斯韦方程表征了宏观电磁场的规律</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洛伦兹力公式表征了</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电磁场与实物物质的</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作用。</a:t>
            </a:r>
            <a:endParaRPr lang="en-US" altLang="zh-CN" kern="100" dirty="0">
              <a:latin typeface="黑体" panose="02010609060101010101" pitchFamily="49" charset="-122"/>
              <a:ea typeface="黑体" panose="02010609060101010101" pitchFamily="49" charset="-122"/>
              <a:cs typeface="Times New Roman" panose="02020603050405020304" pitchFamily="18" charset="0"/>
            </a:endParaRPr>
          </a:p>
          <a:p>
            <a:pPr marL="285750" indent="-285750" algn="just">
              <a:spcAft>
                <a:spcPts val="0"/>
              </a:spcAft>
              <a:buFont typeface="Wingdings" panose="05000000000000000000" pitchFamily="2" charset="2"/>
              <a:buChar char="n"/>
            </a:pPr>
            <a:r>
              <a:rPr lang="zh-CN" altLang="zh-CN" kern="100" dirty="0">
                <a:latin typeface="黑体" panose="02010609060101010101" pitchFamily="49" charset="-122"/>
                <a:ea typeface="黑体" panose="02010609060101010101" pitchFamily="49" charset="-122"/>
                <a:cs typeface="Times New Roman" panose="02020603050405020304" pitchFamily="18" charset="0"/>
              </a:rPr>
              <a:t>麦克斯韦方程</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电荷守恒定律和洛伦兹力公式构成了宏观电磁场的基础。电场有通量和涡旋两种源，电荷是电场的通量源，时变磁场是电场的涡旋源。磁场只有涡旋源，电流和时变电场是磁场的涡旋源。随时间</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不变</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的电场和磁场没有关联，随时间变化的电场和磁场相互关联，构成一</a:t>
            </a:r>
            <a:r>
              <a:rPr lang="zh-CN" altLang="zh-CN" kern="100">
                <a:latin typeface="黑体" panose="02010609060101010101" pitchFamily="49" charset="-122"/>
                <a:ea typeface="黑体" panose="02010609060101010101" pitchFamily="49" charset="-122"/>
                <a:cs typeface="Times New Roman" panose="02020603050405020304" pitchFamily="18" charset="0"/>
              </a:rPr>
              <a:t>个整体</a:t>
            </a:r>
            <a:r>
              <a:rPr lang="zh-CN" altLang="en-US" kern="100">
                <a:latin typeface="黑体" panose="02010609060101010101" pitchFamily="49" charset="-122"/>
                <a:ea typeface="黑体" panose="02010609060101010101" pitchFamily="49" charset="-122"/>
                <a:cs typeface="Times New Roman" panose="02020603050405020304" pitchFamily="18" charset="0"/>
              </a:rPr>
              <a:t>：</a:t>
            </a:r>
            <a:r>
              <a:rPr lang="zh-CN" altLang="zh-CN" kern="100">
                <a:latin typeface="黑体" panose="02010609060101010101" pitchFamily="49" charset="-122"/>
                <a:ea typeface="黑体" panose="02010609060101010101" pitchFamily="49" charset="-122"/>
                <a:cs typeface="Times New Roman" panose="02020603050405020304" pitchFamily="18" charset="0"/>
              </a:rPr>
              <a:t>电磁波</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a:t>
            </a:r>
          </a:p>
          <a:p>
            <a:pPr marL="285750" indent="-285750" algn="just">
              <a:spcAft>
                <a:spcPts val="0"/>
              </a:spcAft>
              <a:buFont typeface="Wingdings" panose="05000000000000000000" pitchFamily="2" charset="2"/>
              <a:buChar char="n"/>
            </a:pPr>
            <a:r>
              <a:rPr lang="zh-CN" altLang="zh-CN" kern="100" dirty="0">
                <a:latin typeface="黑体" panose="02010609060101010101" pitchFamily="49" charset="-122"/>
                <a:ea typeface="黑体" panose="02010609060101010101" pitchFamily="49" charset="-122"/>
                <a:cs typeface="Times New Roman" panose="02020603050405020304" pitchFamily="18" charset="0"/>
              </a:rPr>
              <a:t>电磁场与媒质的相互作用，就是电磁场作用下，媒质中电荷和电流重新分布所产生的效应。欧姆定律表征电场作用下导体中</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传导</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电流与电场的关系，电偶极矩表征电场作用下介质的极化电荷和极化电流分布，磁偶极矩表征磁场作用下介质的磁化电流分布。媒质的电磁特性来源于媒质的极化电荷、极化电流和磁化电流分布。</a:t>
            </a:r>
          </a:p>
          <a:p>
            <a:pPr marL="285750" indent="-285750" algn="just">
              <a:spcAft>
                <a:spcPts val="0"/>
              </a:spcAft>
              <a:buFont typeface="Wingdings" panose="05000000000000000000" pitchFamily="2" charset="2"/>
              <a:buChar char="n"/>
            </a:pPr>
            <a:r>
              <a:rPr lang="zh-CN" altLang="zh-CN" kern="100" dirty="0">
                <a:latin typeface="黑体" panose="02010609060101010101" pitchFamily="49" charset="-122"/>
                <a:ea typeface="黑体" panose="02010609060101010101" pitchFamily="49" charset="-122"/>
                <a:cs typeface="Times New Roman" panose="02020603050405020304" pitchFamily="18" charset="0"/>
              </a:rPr>
              <a:t>边界条件来源于媒质界面的极化面电荷产生的法向电场和磁化面电流产生的切向磁感应强度。</a:t>
            </a:r>
          </a:p>
          <a:p>
            <a:pPr marL="285750" indent="-285750">
              <a:buFont typeface="Wingdings" panose="05000000000000000000" pitchFamily="2" charset="2"/>
              <a:buChar char="n"/>
            </a:pPr>
            <a:r>
              <a:rPr lang="zh-CN" altLang="zh-CN" kern="100" dirty="0">
                <a:latin typeface="黑体" panose="02010609060101010101" pitchFamily="49" charset="-122"/>
                <a:ea typeface="黑体" panose="02010609060101010101" pitchFamily="49" charset="-122"/>
                <a:cs typeface="Times New Roman" panose="02020603050405020304" pitchFamily="18" charset="0"/>
              </a:rPr>
              <a:t>媒质的分类。根据是否存在非局域电子（自由电子），媒质分为导体和介质。根据电场还是磁场作用，介质又分为电介质和磁介质。根据媒质是否有耗，媒质又可以分为无耗媒质和有耗媒质</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普通导体都是有耗的</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介质分为无耗介质与有耗介质两类，无耗介质又称理想介质。</a:t>
            </a:r>
            <a:r>
              <a:rPr lang="zh-CN" altLang="en-US" kern="100" dirty="0">
                <a:latin typeface="黑体" panose="02010609060101010101" pitchFamily="49" charset="-122"/>
                <a:ea typeface="黑体" panose="02010609060101010101" pitchFamily="49" charset="-122"/>
                <a:cs typeface="Times New Roman" panose="02020603050405020304" pitchFamily="18" charset="0"/>
              </a:rPr>
              <a:t>介电常数与频率有关的媒质称为色散媒质，有耗媒质一定是色散媒质。</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根据电导率不同，媒质还可以划分为电导率无限大的理想导体、电导率很大但有限的普通导体、电导率比较小的半导体和电导率很小的介质。自然界大部分材料的相对磁导率非常接近</a:t>
            </a:r>
            <a:r>
              <a:rPr lang="en-CA" altLang="zh-CN" kern="100" dirty="0">
                <a:latin typeface="黑体" panose="02010609060101010101" pitchFamily="49" charset="-122"/>
                <a:ea typeface="黑体" panose="02010609060101010101" pitchFamily="49" charset="-122"/>
              </a:rPr>
              <a:t>1</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，通常把这部分材料称为非磁性媒质，把它们的相对磁导率看成</a:t>
            </a:r>
            <a:r>
              <a:rPr lang="en-CA" altLang="zh-CN" kern="100" dirty="0">
                <a:latin typeface="黑体" panose="02010609060101010101" pitchFamily="49" charset="-122"/>
                <a:ea typeface="黑体" panose="02010609060101010101" pitchFamily="49" charset="-122"/>
              </a:rPr>
              <a:t>1</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a:t>
            </a:r>
            <a:endParaRPr lang="zh-CN" alt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09969595"/>
      </p:ext>
    </p:extLst>
  </p:cSld>
  <p:clrMapOvr>
    <a:masterClrMapping/>
  </p:clrMapOvr>
  <p:transition/>
</p:sld>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简明电磁场与电磁波" id="{F378FBA4-5EBC-43CA-893B-F99F2340DC8B}" vid="{B95AD574-0383-4A50-8266-A79B1358D01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简明电磁场与电磁波-模板</Template>
  <TotalTime>12693</TotalTime>
  <Words>5898</Words>
  <Application>Microsoft Office PowerPoint</Application>
  <PresentationFormat>宽屏</PresentationFormat>
  <Paragraphs>473</Paragraphs>
  <Slides>38</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1" baseType="lpstr">
      <vt:lpstr>Microsoft Yahei</vt:lpstr>
      <vt:lpstr>等线</vt:lpstr>
      <vt:lpstr>等线 Light</vt:lpstr>
      <vt:lpstr>黑体</vt:lpstr>
      <vt:lpstr>宋体</vt:lpstr>
      <vt:lpstr>Arial</vt:lpstr>
      <vt:lpstr>Calibri</vt:lpstr>
      <vt:lpstr>Calibri Light</vt:lpstr>
      <vt:lpstr>Cambria Math</vt:lpstr>
      <vt:lpstr>Times New Roman</vt:lpstr>
      <vt:lpstr>Wingdings</vt:lpstr>
      <vt:lpstr>默认设计模板</vt:lpstr>
      <vt:lpstr>Equation</vt:lpstr>
      <vt:lpstr>简明电磁场与电磁波</vt:lpstr>
      <vt:lpstr>电磁场与电磁波：内容及课时</vt:lpstr>
      <vt:lpstr>第一章 电磁场的基本理论</vt:lpstr>
      <vt:lpstr>电磁场基本理论: 电荷、电场和磁场——电荷和电流</vt:lpstr>
      <vt:lpstr>电磁场基本理论: 电荷、电场和磁场——电场和磁场</vt:lpstr>
      <vt:lpstr>电磁场基本理论:电荷、电场和磁场——电磁场的矢量性质</vt:lpstr>
      <vt:lpstr>电磁场基本理论:电荷、电场和磁场——电荷守恒定律微分形式</vt:lpstr>
      <vt:lpstr>PowerPoint 演示文稿</vt:lpstr>
      <vt:lpstr>PowerPoint 演示文稿</vt:lpstr>
      <vt:lpstr>电磁场基本理论:电荷、电场和磁场——电荷电流电场磁场关联</vt:lpstr>
      <vt:lpstr>电磁场基本理论: 真空形式麦克斯韦方程——微分方程组</vt:lpstr>
      <vt:lpstr>电磁场基本理论:真空形式麦克斯韦方程——积分方程组</vt:lpstr>
      <vt:lpstr>电磁场基本理论:真空形式麦克斯韦方程——面电流的磁场</vt:lpstr>
      <vt:lpstr>电磁场基本理论: 真空形式麦克斯韦方程——方程之间关系</vt:lpstr>
      <vt:lpstr>电磁场基本理论:电磁场的力线表示及力线的空间拓扑特性</vt:lpstr>
      <vt:lpstr>电磁场基本理论:媒质中的麦克斯韦方程——媒质的分类</vt:lpstr>
      <vt:lpstr>电磁场基本理论:媒质中的麦克斯韦方程——导体</vt:lpstr>
      <vt:lpstr>电磁场基本理论:媒质中的麦克斯韦方程——极化过程与介质</vt:lpstr>
      <vt:lpstr>电磁场基本理论:媒质中的麦克斯韦方程——极化电荷密度</vt:lpstr>
      <vt:lpstr>电磁场基本理论:媒质中的麦克斯韦方程——磁化过程与磁介质</vt:lpstr>
      <vt:lpstr>电磁场基本理论:媒质中的麦克斯韦方程——磁化电流密度</vt:lpstr>
      <vt:lpstr>电磁场基本理论:媒质中的麦克斯韦方程-媒质本构方程</vt:lpstr>
      <vt:lpstr>电磁场基本理论:媒质中的麦克斯韦方程-关系图</vt:lpstr>
      <vt:lpstr>电磁场基本理论:媒质中的麦克斯韦方程-例题</vt:lpstr>
      <vt:lpstr>电磁场基本理论:媒质界面处的电磁场边界条件-思路</vt:lpstr>
      <vt:lpstr>电磁场基本理论:媒质界面处的电磁场边界条件-电场边界条件</vt:lpstr>
      <vt:lpstr>电磁场基本理论:媒质界面处的电磁场边界条件-磁场边界条件</vt:lpstr>
      <vt:lpstr>电磁场基本理论:媒质中的麦克斯韦方程、本构方程、边界条件</vt:lpstr>
      <vt:lpstr>电磁场基本理论:媒质界面处的电磁场边界条件-例题-1</vt:lpstr>
      <vt:lpstr>电磁场基本理论:媒质界面处的电磁场边界条件-例题-1</vt:lpstr>
      <vt:lpstr>电磁场基本理论:电磁场的能量关系-能量转换与电磁场做功的关系</vt:lpstr>
      <vt:lpstr>电磁场基本理论:电磁场的能量关系-坡印亭定理</vt:lpstr>
      <vt:lpstr>电磁场基本理论:电磁场的能量关系-电磁场能量密度</vt:lpstr>
      <vt:lpstr>电磁场基本理论:电磁场的能量关系-例题</vt:lpstr>
      <vt:lpstr>电磁场基本理论:位函数和波动方程-位函数</vt:lpstr>
      <vt:lpstr>电磁场基本理论:位函数和波动方程-例题</vt:lpstr>
      <vt:lpstr>电磁场基本理论:位函数和波动方程-电场磁场波动方程</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章名蓝色黑体28号: 节名红色黑体28号-（分节名红色黑体28号)</dc:title>
  <dc:creator>Zhixia Xu</dc:creator>
  <cp:lastModifiedBy>8613912947543</cp:lastModifiedBy>
  <cp:revision>286</cp:revision>
  <dcterms:created xsi:type="dcterms:W3CDTF">2025-11-03T00:45:30Z</dcterms:created>
  <dcterms:modified xsi:type="dcterms:W3CDTF">2026-03-03T11:58:07Z</dcterms:modified>
</cp:coreProperties>
</file>