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b3891945027d2493647f60210cb20ba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650" y="0"/>
            <a:ext cx="5143500" cy="6858000"/>
          </a:xfrm>
          <a:prstGeom prst="rect">
            <a:avLst/>
          </a:prstGeom>
        </p:spPr>
      </p:pic>
      <p:pic>
        <p:nvPicPr>
          <p:cNvPr id="5" name="图片 4" descr="f32717a9f851be1055ceca7b9e7111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150" y="0"/>
            <a:ext cx="51435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0b5593dc1fdcfe6e1df785f5a50b0f9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60" y="0"/>
            <a:ext cx="5143500" cy="6858000"/>
          </a:xfrm>
          <a:prstGeom prst="rect">
            <a:avLst/>
          </a:prstGeom>
        </p:spPr>
      </p:pic>
      <p:pic>
        <p:nvPicPr>
          <p:cNvPr id="5" name="图片 4" descr="b1fc6f91f304559e5c238b95a07f9a3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460" y="0"/>
            <a:ext cx="51435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01893ed0714bcfb934c5a3c2254856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995" y="0"/>
            <a:ext cx="5143500" cy="6858000"/>
          </a:xfrm>
          <a:prstGeom prst="rect">
            <a:avLst/>
          </a:prstGeom>
        </p:spPr>
      </p:pic>
      <p:pic>
        <p:nvPicPr>
          <p:cNvPr id="5" name="图片 4" descr="4fe846a0bb5f073f5a8b63b9ebd8dc0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495" y="0"/>
            <a:ext cx="51435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ef12a11b5a40f09a1f8a0bd39dd7db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45" y="0"/>
            <a:ext cx="5143500" cy="6858000"/>
          </a:xfrm>
          <a:prstGeom prst="rect">
            <a:avLst/>
          </a:prstGeom>
        </p:spPr>
      </p:pic>
      <p:pic>
        <p:nvPicPr>
          <p:cNvPr id="5" name="图片 4" descr="f3cb9f7eb1ca827f296e60d3f4a1180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001895" y="857250"/>
            <a:ext cx="6858000" cy="51435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Ncx20051216@outlook.com</cp:lastModifiedBy>
  <cp:revision>155</cp:revision>
  <dcterms:created xsi:type="dcterms:W3CDTF">2019-06-19T02:08:00Z</dcterms:created>
  <dcterms:modified xsi:type="dcterms:W3CDTF">2026-05-06T14:11:45Z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84B07CA708F84CBAB07866A671324A4B_11</vt:lpwstr>
  </property>
</Properties>
</file>